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8" r:id="rId4"/>
    <p:sldId id="258" r:id="rId5"/>
    <p:sldId id="259" r:id="rId6"/>
    <p:sldId id="279" r:id="rId7"/>
    <p:sldId id="260" r:id="rId8"/>
    <p:sldId id="261" r:id="rId9"/>
    <p:sldId id="262" r:id="rId10"/>
    <p:sldId id="263" r:id="rId11"/>
    <p:sldId id="280" r:id="rId12"/>
    <p:sldId id="264" r:id="rId13"/>
    <p:sldId id="281" r:id="rId14"/>
    <p:sldId id="265" r:id="rId15"/>
    <p:sldId id="266" r:id="rId16"/>
    <p:sldId id="282" r:id="rId17"/>
    <p:sldId id="283" r:id="rId18"/>
    <p:sldId id="267" r:id="rId19"/>
    <p:sldId id="268" r:id="rId20"/>
    <p:sldId id="284" r:id="rId21"/>
    <p:sldId id="269" r:id="rId22"/>
    <p:sldId id="270" r:id="rId23"/>
    <p:sldId id="271" r:id="rId24"/>
    <p:sldId id="272" r:id="rId25"/>
    <p:sldId id="285" r:id="rId26"/>
    <p:sldId id="273" r:id="rId27"/>
    <p:sldId id="286" r:id="rId28"/>
    <p:sldId id="274" r:id="rId29"/>
    <p:sldId id="275" r:id="rId30"/>
    <p:sldId id="287" r:id="rId31"/>
    <p:sldId id="276" r:id="rId32"/>
    <p:sldId id="288" r:id="rId33"/>
    <p:sldId id="277" r:id="rId3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F19EEC-3EAE-25F5-0650-4FDF58BDF999}" v="1084" dt="2026-08-07T09:12:40.8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eniy Buzyan (extern)" userId="S::arseniy.buzyan@edu.stockholm.se::f92a01cd-049f-4602-b292-09b82d2ea4e3" providerId="AD" clId="Web-{F9F19EEC-3EAE-25F5-0650-4FDF58BDF999}"/>
    <pc:docChg chg="addSld delSld modSld sldOrd">
      <pc:chgData name="Arseniy Buzyan (extern)" userId="S::arseniy.buzyan@edu.stockholm.se::f92a01cd-049f-4602-b292-09b82d2ea4e3" providerId="AD" clId="Web-{F9F19EEC-3EAE-25F5-0650-4FDF58BDF999}" dt="2026-08-07T09:12:40.801" v="1168"/>
      <pc:docMkLst>
        <pc:docMk/>
      </pc:docMkLst>
      <pc:sldChg chg="addSp delSp modSp mod setBg">
        <pc:chgData name="Arseniy Buzyan (extern)" userId="S::arseniy.buzyan@edu.stockholm.se::f92a01cd-049f-4602-b292-09b82d2ea4e3" providerId="AD" clId="Web-{F9F19EEC-3EAE-25F5-0650-4FDF58BDF999}" dt="2026-08-07T07:10:50.278" v="6"/>
        <pc:sldMkLst>
          <pc:docMk/>
          <pc:sldMk cId="3194377694" sldId="256"/>
        </pc:sldMkLst>
        <pc:spChg chg="mod">
          <ac:chgData name="Arseniy Buzyan (extern)" userId="S::arseniy.buzyan@edu.stockholm.se::f92a01cd-049f-4602-b292-09b82d2ea4e3" providerId="AD" clId="Web-{F9F19EEC-3EAE-25F5-0650-4FDF58BDF999}" dt="2026-08-07T07:10:50.278" v="6"/>
          <ac:spMkLst>
            <pc:docMk/>
            <pc:sldMk cId="3194377694" sldId="256"/>
            <ac:spMk id="2" creationId="{00000000-0000-0000-0000-000000000000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7:10:50.278" v="6"/>
          <ac:spMkLst>
            <pc:docMk/>
            <pc:sldMk cId="3194377694" sldId="256"/>
            <ac:spMk id="3" creationId="{00000000-0000-0000-0000-000000000000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10:43.934" v="3"/>
          <ac:spMkLst>
            <pc:docMk/>
            <pc:sldMk cId="3194377694" sldId="256"/>
            <ac:spMk id="8" creationId="{FEC7823C-FDD6-429C-986C-063FDEBF9EAA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10:43.934" v="3"/>
          <ac:spMkLst>
            <pc:docMk/>
            <pc:sldMk cId="3194377694" sldId="256"/>
            <ac:spMk id="10" creationId="{9CF7FE1C-8BC5-4B0C-A2BC-93AB72C90FDD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10:43.934" v="3"/>
          <ac:spMkLst>
            <pc:docMk/>
            <pc:sldMk cId="3194377694" sldId="256"/>
            <ac:spMk id="12" creationId="{B0651F5E-0457-4065-ACB2-8B81590C204B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10:50.262" v="5"/>
          <ac:spMkLst>
            <pc:docMk/>
            <pc:sldMk cId="3194377694" sldId="256"/>
            <ac:spMk id="19" creationId="{73A25D70-4A55-4F72-B9C5-A69CDBF4DB42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10:50.262" v="5"/>
          <ac:spMkLst>
            <pc:docMk/>
            <pc:sldMk cId="3194377694" sldId="256"/>
            <ac:spMk id="25" creationId="{54957100-6D8B-4161-9F2F-C0A949EC84C4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10:50.262" v="5"/>
          <ac:spMkLst>
            <pc:docMk/>
            <pc:sldMk cId="3194377694" sldId="256"/>
            <ac:spMk id="26" creationId="{0BD8B065-EE51-4AE2-A94C-86249998FD7B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10:50.278" v="6"/>
          <ac:spMkLst>
            <pc:docMk/>
            <pc:sldMk cId="3194377694" sldId="256"/>
            <ac:spMk id="28" creationId="{FEC7823C-FDD6-429C-986C-063FDEBF9EAA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10:50.278" v="6"/>
          <ac:spMkLst>
            <pc:docMk/>
            <pc:sldMk cId="3194377694" sldId="256"/>
            <ac:spMk id="29" creationId="{9CF7FE1C-8BC5-4B0C-A2BC-93AB72C90FDD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10:50.278" v="6"/>
          <ac:spMkLst>
            <pc:docMk/>
            <pc:sldMk cId="3194377694" sldId="256"/>
            <ac:spMk id="30" creationId="{B0651F5E-0457-4065-ACB2-8B81590C204B}"/>
          </ac:spMkLst>
        </pc:spChg>
        <pc:grpChg chg="add del">
          <ac:chgData name="Arseniy Buzyan (extern)" userId="S::arseniy.buzyan@edu.stockholm.se::f92a01cd-049f-4602-b292-09b82d2ea4e3" providerId="AD" clId="Web-{F9F19EEC-3EAE-25F5-0650-4FDF58BDF999}" dt="2026-08-07T07:10:50.262" v="5"/>
          <ac:grpSpMkLst>
            <pc:docMk/>
            <pc:sldMk cId="3194377694" sldId="256"/>
            <ac:grpSpMk id="14" creationId="{18999293-B054-4B57-A26F-D04C2BB11338}"/>
          </ac:grpSpMkLst>
        </pc:grpChg>
        <pc:grpChg chg="add del">
          <ac:chgData name="Arseniy Buzyan (extern)" userId="S::arseniy.buzyan@edu.stockholm.se::f92a01cd-049f-4602-b292-09b82d2ea4e3" providerId="AD" clId="Web-{F9F19EEC-3EAE-25F5-0650-4FDF58BDF999}" dt="2026-08-07T07:10:50.262" v="5"/>
          <ac:grpSpMkLst>
            <pc:docMk/>
            <pc:sldMk cId="3194377694" sldId="256"/>
            <ac:grpSpMk id="20" creationId="{761945C4-D997-42F3-B59A-984CF0066715}"/>
          </ac:grpSpMkLst>
        </pc:grpChg>
      </pc:sldChg>
      <pc:sldChg chg="addSp modSp new mod setBg">
        <pc:chgData name="Arseniy Buzyan (extern)" userId="S::arseniy.buzyan@edu.stockholm.se::f92a01cd-049f-4602-b292-09b82d2ea4e3" providerId="AD" clId="Web-{F9F19EEC-3EAE-25F5-0650-4FDF58BDF999}" dt="2026-08-07T07:13:03.811" v="25" actId="1076"/>
        <pc:sldMkLst>
          <pc:docMk/>
          <pc:sldMk cId="700635657" sldId="257"/>
        </pc:sldMkLst>
        <pc:spChg chg="mod">
          <ac:chgData name="Arseniy Buzyan (extern)" userId="S::arseniy.buzyan@edu.stockholm.se::f92a01cd-049f-4602-b292-09b82d2ea4e3" providerId="AD" clId="Web-{F9F19EEC-3EAE-25F5-0650-4FDF58BDF999}" dt="2026-08-07T07:12:34.014" v="13"/>
          <ac:spMkLst>
            <pc:docMk/>
            <pc:sldMk cId="700635657" sldId="257"/>
            <ac:spMk id="2" creationId="{CFF0503E-D8D1-3450-F7E1-E713C2455769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7:12:34.014" v="13"/>
          <ac:spMkLst>
            <pc:docMk/>
            <pc:sldMk cId="700635657" sldId="257"/>
            <ac:spMk id="3" creationId="{00D39C32-FFED-8FEE-935A-8D532197BEE1}"/>
          </ac:spMkLst>
        </pc:spChg>
        <pc:spChg chg="add mod">
          <ac:chgData name="Arseniy Buzyan (extern)" userId="S::arseniy.buzyan@edu.stockholm.se::f92a01cd-049f-4602-b292-09b82d2ea4e3" providerId="AD" clId="Web-{F9F19EEC-3EAE-25F5-0650-4FDF58BDF999}" dt="2026-08-07T07:12:52.530" v="22" actId="1076"/>
          <ac:spMkLst>
            <pc:docMk/>
            <pc:sldMk cId="700635657" sldId="257"/>
            <ac:spMk id="5" creationId="{882C77C0-98E7-630A-D2A9-A8118FB7BF96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12:34.014" v="13"/>
          <ac:spMkLst>
            <pc:docMk/>
            <pc:sldMk cId="700635657" sldId="257"/>
            <ac:spMk id="9" creationId="{131BAD53-4E89-4F62-BBB7-26359763ED39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12:34.014" v="13"/>
          <ac:spMkLst>
            <pc:docMk/>
            <pc:sldMk cId="700635657" sldId="257"/>
            <ac:spMk id="11" creationId="{62756DA2-40EB-4C6F-B962-5822FFB54FB6}"/>
          </ac:spMkLst>
        </pc:spChg>
        <pc:picChg chg="add mod">
          <ac:chgData name="Arseniy Buzyan (extern)" userId="S::arseniy.buzyan@edu.stockholm.se::f92a01cd-049f-4602-b292-09b82d2ea4e3" providerId="AD" clId="Web-{F9F19EEC-3EAE-25F5-0650-4FDF58BDF999}" dt="2026-08-07T07:13:03.811" v="25" actId="1076"/>
          <ac:picMkLst>
            <pc:docMk/>
            <pc:sldMk cId="700635657" sldId="257"/>
            <ac:picMk id="4" creationId="{CDC1356C-C549-41FD-7E51-E0C1D48723E9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7:26:55.092" v="87" actId="20577"/>
        <pc:sldMkLst>
          <pc:docMk/>
          <pc:sldMk cId="258346357" sldId="258"/>
        </pc:sldMkLst>
        <pc:spChg chg="mod">
          <ac:chgData name="Arseniy Buzyan (extern)" userId="S::arseniy.buzyan@edu.stockholm.se::f92a01cd-049f-4602-b292-09b82d2ea4e3" providerId="AD" clId="Web-{F9F19EEC-3EAE-25F5-0650-4FDF58BDF999}" dt="2026-08-07T07:25:27.716" v="51" actId="20577"/>
          <ac:spMkLst>
            <pc:docMk/>
            <pc:sldMk cId="258346357" sldId="258"/>
            <ac:spMk id="2" creationId="{983E6C2B-B0F8-48AD-274C-3BA04D7FB0DC}"/>
          </ac:spMkLst>
        </pc:spChg>
        <pc:spChg chg="add del mod ord">
          <ac:chgData name="Arseniy Buzyan (extern)" userId="S::arseniy.buzyan@edu.stockholm.se::f92a01cd-049f-4602-b292-09b82d2ea4e3" providerId="AD" clId="Web-{F9F19EEC-3EAE-25F5-0650-4FDF58BDF999}" dt="2026-08-07T07:26:55.092" v="87" actId="20577"/>
          <ac:spMkLst>
            <pc:docMk/>
            <pc:sldMk cId="258346357" sldId="258"/>
            <ac:spMk id="3" creationId="{C9426002-DDDF-0574-3312-5F1A3FEF216A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24:53.919" v="43"/>
          <ac:spMkLst>
            <pc:docMk/>
            <pc:sldMk cId="258346357" sldId="258"/>
            <ac:spMk id="5" creationId="{131BAD53-4E89-4F62-BBB7-26359763ED39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24:53.919" v="43"/>
          <ac:spMkLst>
            <pc:docMk/>
            <pc:sldMk cId="258346357" sldId="258"/>
            <ac:spMk id="6" creationId="{62756DA2-40EB-4C6F-B962-5822FFB54FB6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24:24.856" v="37"/>
          <ac:spMkLst>
            <pc:docMk/>
            <pc:sldMk cId="258346357" sldId="258"/>
            <ac:spMk id="10" creationId="{131BAD53-4E89-4F62-BBB7-26359763ED39}"/>
          </ac:spMkLst>
        </pc:spChg>
        <pc:spChg chg="add del mod">
          <ac:chgData name="Arseniy Buzyan (extern)" userId="S::arseniy.buzyan@edu.stockholm.se::f92a01cd-049f-4602-b292-09b82d2ea4e3" providerId="AD" clId="Web-{F9F19EEC-3EAE-25F5-0650-4FDF58BDF999}" dt="2026-08-07T07:25:54.576" v="67"/>
          <ac:spMkLst>
            <pc:docMk/>
            <pc:sldMk cId="258346357" sldId="258"/>
            <ac:spMk id="11" creationId="{D6A9A3AC-28FB-184D-D915-98DA6108EA6C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24:24.856" v="37"/>
          <ac:spMkLst>
            <pc:docMk/>
            <pc:sldMk cId="258346357" sldId="258"/>
            <ac:spMk id="12" creationId="{62756DA2-40EB-4C6F-B962-5822FFB54FB6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24:49.950" v="40"/>
          <ac:spMkLst>
            <pc:docMk/>
            <pc:sldMk cId="258346357" sldId="258"/>
            <ac:spMk id="13" creationId="{6897DEB4-4A88-4293-A935-9B25506C1530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24:49.950" v="40"/>
          <ac:spMkLst>
            <pc:docMk/>
            <pc:sldMk cId="258346357" sldId="258"/>
            <ac:spMk id="15" creationId="{FBE42BC3-6707-4CBF-9386-048B994A4F19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24:53.903" v="42"/>
          <ac:spMkLst>
            <pc:docMk/>
            <pc:sldMk cId="258346357" sldId="258"/>
            <ac:spMk id="17" creationId="{F821940F-7A1D-4ACC-85B4-A932898ABB37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24:53.903" v="42"/>
          <ac:spMkLst>
            <pc:docMk/>
            <pc:sldMk cId="258346357" sldId="258"/>
            <ac:spMk id="18" creationId="{16674508-81D3-48CF-96BF-7FC60EAA572A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24:53.919" v="43"/>
          <ac:spMkLst>
            <pc:docMk/>
            <pc:sldMk cId="258346357" sldId="258"/>
            <ac:spMk id="20" creationId="{6897DEB4-4A88-4293-A935-9B25506C1530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24:53.919" v="43"/>
          <ac:spMkLst>
            <pc:docMk/>
            <pc:sldMk cId="258346357" sldId="258"/>
            <ac:spMk id="21" creationId="{FBE42BC3-6707-4CBF-9386-048B994A4F19}"/>
          </ac:spMkLst>
        </pc:spChg>
        <pc:graphicFrameChg chg="add del mod ord modGraphic">
          <ac:chgData name="Arseniy Buzyan (extern)" userId="S::arseniy.buzyan@edu.stockholm.se::f92a01cd-049f-4602-b292-09b82d2ea4e3" providerId="AD" clId="Web-{F9F19EEC-3EAE-25F5-0650-4FDF58BDF999}" dt="2026-08-07T07:25:54.576" v="68"/>
          <ac:graphicFrameMkLst>
            <pc:docMk/>
            <pc:sldMk cId="258346357" sldId="258"/>
            <ac:graphicFrameMk id="9" creationId="{4EAEE432-E0DD-56D4-D973-37EFBE71DC28}"/>
          </ac:graphicFrameMkLst>
        </pc:graphicFrameChg>
        <pc:picChg chg="add del">
          <ac:chgData name="Arseniy Buzyan (extern)" userId="S::arseniy.buzyan@edu.stockholm.se::f92a01cd-049f-4602-b292-09b82d2ea4e3" providerId="AD" clId="Web-{F9F19EEC-3EAE-25F5-0650-4FDF58BDF999}" dt="2026-08-07T07:24:24.856" v="37"/>
          <ac:picMkLst>
            <pc:docMk/>
            <pc:sldMk cId="258346357" sldId="258"/>
            <ac:picMk id="7" creationId="{3BE18E03-B068-53C0-9EA8-A6515059636D}"/>
          </ac:picMkLst>
        </pc:picChg>
        <pc:picChg chg="add mod">
          <ac:chgData name="Arseniy Buzyan (extern)" userId="S::arseniy.buzyan@edu.stockholm.se::f92a01cd-049f-4602-b292-09b82d2ea4e3" providerId="AD" clId="Web-{F9F19EEC-3EAE-25F5-0650-4FDF58BDF999}" dt="2026-08-07T07:24:53.919" v="43"/>
          <ac:picMkLst>
            <pc:docMk/>
            <pc:sldMk cId="258346357" sldId="258"/>
            <ac:picMk id="8" creationId="{F5B1B289-6479-5E36-3023-0B9EE3739F43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7:29:27.266" v="138" actId="1076"/>
        <pc:sldMkLst>
          <pc:docMk/>
          <pc:sldMk cId="665501488" sldId="259"/>
        </pc:sldMkLst>
        <pc:spChg chg="mod">
          <ac:chgData name="Arseniy Buzyan (extern)" userId="S::arseniy.buzyan@edu.stockholm.se::f92a01cd-049f-4602-b292-09b82d2ea4e3" providerId="AD" clId="Web-{F9F19EEC-3EAE-25F5-0650-4FDF58BDF999}" dt="2026-08-07T07:28:42.922" v="130" actId="1076"/>
          <ac:spMkLst>
            <pc:docMk/>
            <pc:sldMk cId="665501488" sldId="259"/>
            <ac:spMk id="2" creationId="{A0E2A761-F5EA-4413-137D-55A6133B12E2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7:29:20.219" v="137" actId="1076"/>
          <ac:spMkLst>
            <pc:docMk/>
            <pc:sldMk cId="665501488" sldId="259"/>
            <ac:spMk id="3" creationId="{6FCE34EF-091B-8A30-D33F-226A96AEE8E4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28:12.421" v="119"/>
          <ac:spMkLst>
            <pc:docMk/>
            <pc:sldMk cId="665501488" sldId="259"/>
            <ac:spMk id="10" creationId="{6897DEB4-4A88-4293-A935-9B25506C1530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28:12.421" v="119"/>
          <ac:spMkLst>
            <pc:docMk/>
            <pc:sldMk cId="665501488" sldId="259"/>
            <ac:spMk id="12" creationId="{FBE42BC3-6707-4CBF-9386-048B994A4F19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28:10.234" v="116"/>
          <ac:spMkLst>
            <pc:docMk/>
            <pc:sldMk cId="665501488" sldId="259"/>
            <ac:spMk id="17" creationId="{6897DEB4-4A88-4293-A935-9B25506C1530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28:10.234" v="116"/>
          <ac:spMkLst>
            <pc:docMk/>
            <pc:sldMk cId="665501488" sldId="259"/>
            <ac:spMk id="19" creationId="{FBE42BC3-6707-4CBF-9386-048B994A4F19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28:12.421" v="118"/>
          <ac:spMkLst>
            <pc:docMk/>
            <pc:sldMk cId="665501488" sldId="259"/>
            <ac:spMk id="21" creationId="{F821940F-7A1D-4ACC-85B4-A932898ABB37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28:12.421" v="118"/>
          <ac:spMkLst>
            <pc:docMk/>
            <pc:sldMk cId="665501488" sldId="259"/>
            <ac:spMk id="22" creationId="{16674508-81D3-48CF-96BF-7FC60EAA572A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28:12.421" v="119"/>
          <ac:spMkLst>
            <pc:docMk/>
            <pc:sldMk cId="665501488" sldId="259"/>
            <ac:spMk id="24" creationId="{6897DEB4-4A88-4293-A935-9B25506C1530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28:12.421" v="119"/>
          <ac:spMkLst>
            <pc:docMk/>
            <pc:sldMk cId="665501488" sldId="259"/>
            <ac:spMk id="25" creationId="{FBE42BC3-6707-4CBF-9386-048B994A4F19}"/>
          </ac:spMkLst>
        </pc:spChg>
        <pc:picChg chg="add mod">
          <ac:chgData name="Arseniy Buzyan (extern)" userId="S::arseniy.buzyan@edu.stockholm.se::f92a01cd-049f-4602-b292-09b82d2ea4e3" providerId="AD" clId="Web-{F9F19EEC-3EAE-25F5-0650-4FDF58BDF999}" dt="2026-08-07T07:29:15.266" v="135" actId="1076"/>
          <ac:picMkLst>
            <pc:docMk/>
            <pc:sldMk cId="665501488" sldId="259"/>
            <ac:picMk id="4" creationId="{5970BC1D-1D11-9A67-E9AC-7D3F134A96F3}"/>
          </ac:picMkLst>
        </pc:picChg>
        <pc:picChg chg="add mod ord">
          <ac:chgData name="Arseniy Buzyan (extern)" userId="S::arseniy.buzyan@edu.stockholm.se::f92a01cd-049f-4602-b292-09b82d2ea4e3" providerId="AD" clId="Web-{F9F19EEC-3EAE-25F5-0650-4FDF58BDF999}" dt="2026-08-07T07:29:27.266" v="138" actId="1076"/>
          <ac:picMkLst>
            <pc:docMk/>
            <pc:sldMk cId="665501488" sldId="259"/>
            <ac:picMk id="7" creationId="{A8F05C8D-1C52-EDE3-5480-6310B02638C3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7:32:23.737" v="187" actId="20577"/>
        <pc:sldMkLst>
          <pc:docMk/>
          <pc:sldMk cId="4123520657" sldId="260"/>
        </pc:sldMkLst>
        <pc:spChg chg="mod">
          <ac:chgData name="Arseniy Buzyan (extern)" userId="S::arseniy.buzyan@edu.stockholm.se::f92a01cd-049f-4602-b292-09b82d2ea4e3" providerId="AD" clId="Web-{F9F19EEC-3EAE-25F5-0650-4FDF58BDF999}" dt="2026-08-07T07:32:16.721" v="182" actId="1076"/>
          <ac:spMkLst>
            <pc:docMk/>
            <pc:sldMk cId="4123520657" sldId="260"/>
            <ac:spMk id="2" creationId="{DD3663FE-E6E7-4338-9B5A-4DFCA94A4C6E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7:32:23.737" v="187" actId="20577"/>
          <ac:spMkLst>
            <pc:docMk/>
            <pc:sldMk cId="4123520657" sldId="260"/>
            <ac:spMk id="3" creationId="{52A3168C-C713-BD0E-DE56-D60416EC2233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30:54.564" v="147"/>
          <ac:spMkLst>
            <pc:docMk/>
            <pc:sldMk cId="4123520657" sldId="260"/>
            <ac:spMk id="8" creationId="{C9A36457-A5F4-4103-A443-02581C09185B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30:54.564" v="147"/>
          <ac:spMkLst>
            <pc:docMk/>
            <pc:sldMk cId="4123520657" sldId="260"/>
            <ac:spMk id="10" creationId="{AA5CF486-D9E5-4A66-898A-F3D62B81B15E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31:09.048" v="149"/>
          <ac:spMkLst>
            <pc:docMk/>
            <pc:sldMk cId="4123520657" sldId="260"/>
            <ac:spMk id="12" creationId="{00A0D747-F38B-4A99-9985-62CE8C24765F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31:09.048" v="149"/>
          <ac:spMkLst>
            <pc:docMk/>
            <pc:sldMk cId="4123520657" sldId="260"/>
            <ac:spMk id="13" creationId="{3D1BF32B-6CA3-4695-8A0C-1AC789B58D94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31:09.048" v="150"/>
          <ac:spMkLst>
            <pc:docMk/>
            <pc:sldMk cId="4123520657" sldId="260"/>
            <ac:spMk id="15" creationId="{2515456E-B1B1-48C1-8164-7E567F5D40D4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31:09.048" v="150"/>
          <ac:spMkLst>
            <pc:docMk/>
            <pc:sldMk cId="4123520657" sldId="260"/>
            <ac:spMk id="16" creationId="{EA8CF0DC-D23A-4CA2-8463-27F89928349F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31:09.048" v="150"/>
          <ac:spMkLst>
            <pc:docMk/>
            <pc:sldMk cId="4123520657" sldId="260"/>
            <ac:spMk id="17" creationId="{B8A381C4-0C0D-491F-90D8-63CF760B459B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7:36:29.599" v="311" actId="20577"/>
        <pc:sldMkLst>
          <pc:docMk/>
          <pc:sldMk cId="2942614783" sldId="261"/>
        </pc:sldMkLst>
        <pc:spChg chg="mod">
          <ac:chgData name="Arseniy Buzyan (extern)" userId="S::arseniy.buzyan@edu.stockholm.se::f92a01cd-049f-4602-b292-09b82d2ea4e3" providerId="AD" clId="Web-{F9F19EEC-3EAE-25F5-0650-4FDF58BDF999}" dt="2026-08-07T07:36:05.083" v="309" actId="14100"/>
          <ac:spMkLst>
            <pc:docMk/>
            <pc:sldMk cId="2942614783" sldId="261"/>
            <ac:spMk id="2" creationId="{B0B0BCB6-14FD-A0A1-0437-01B252E6FFDF}"/>
          </ac:spMkLst>
        </pc:spChg>
        <pc:spChg chg="add del mod">
          <ac:chgData name="Arseniy Buzyan (extern)" userId="S::arseniy.buzyan@edu.stockholm.se::f92a01cd-049f-4602-b292-09b82d2ea4e3" providerId="AD" clId="Web-{F9F19EEC-3EAE-25F5-0650-4FDF58BDF999}" dt="2026-08-07T07:36:29.599" v="311" actId="20577"/>
          <ac:spMkLst>
            <pc:docMk/>
            <pc:sldMk cId="2942614783" sldId="261"/>
            <ac:spMk id="3" creationId="{5F4C570A-DD15-4EEA-CD38-0871BEAC959E}"/>
          </ac:spMkLst>
        </pc:spChg>
        <pc:spChg chg="add del mod">
          <ac:chgData name="Arseniy Buzyan (extern)" userId="S::arseniy.buzyan@edu.stockholm.se::f92a01cd-049f-4602-b292-09b82d2ea4e3" providerId="AD" clId="Web-{F9F19EEC-3EAE-25F5-0650-4FDF58BDF999}" dt="2026-08-07T07:32:46.440" v="194"/>
          <ac:spMkLst>
            <pc:docMk/>
            <pc:sldMk cId="2942614783" sldId="261"/>
            <ac:spMk id="6" creationId="{93927A33-9BE8-567C-55C1-D969FE17A095}"/>
          </ac:spMkLst>
        </pc:spChg>
        <pc:spChg chg="add mod">
          <ac:chgData name="Arseniy Buzyan (extern)" userId="S::arseniy.buzyan@edu.stockholm.se::f92a01cd-049f-4602-b292-09b82d2ea4e3" providerId="AD" clId="Web-{F9F19EEC-3EAE-25F5-0650-4FDF58BDF999}" dt="2026-08-07T07:33:26.941" v="213" actId="20577"/>
          <ac:spMkLst>
            <pc:docMk/>
            <pc:sldMk cId="2942614783" sldId="261"/>
            <ac:spMk id="8" creationId="{2515456E-B1B1-48C1-8164-7E567F5D40D4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33:07.456" v="204"/>
          <ac:spMkLst>
            <pc:docMk/>
            <pc:sldMk cId="2942614783" sldId="261"/>
            <ac:spMk id="10" creationId="{EA8CF0DC-D23A-4CA2-8463-27F89928349F}"/>
          </ac:spMkLst>
        </pc:spChg>
        <pc:spChg chg="add mod">
          <ac:chgData name="Arseniy Buzyan (extern)" userId="S::arseniy.buzyan@edu.stockholm.se::f92a01cd-049f-4602-b292-09b82d2ea4e3" providerId="AD" clId="Web-{F9F19EEC-3EAE-25F5-0650-4FDF58BDF999}" dt="2026-08-07T07:36:02.849" v="308" actId="1076"/>
          <ac:spMkLst>
            <pc:docMk/>
            <pc:sldMk cId="2942614783" sldId="261"/>
            <ac:spMk id="11" creationId="{24076191-CCAC-1CA5-4B51-BE76FF7A2B99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33:07.456" v="204"/>
          <ac:spMkLst>
            <pc:docMk/>
            <pc:sldMk cId="2942614783" sldId="261"/>
            <ac:spMk id="12" creationId="{B8A381C4-0C0D-491F-90D8-63CF760B459B}"/>
          </ac:spMkLst>
        </pc:spChg>
        <pc:graphicFrameChg chg="add del mod ord modGraphic">
          <ac:chgData name="Arseniy Buzyan (extern)" userId="S::arseniy.buzyan@edu.stockholm.se::f92a01cd-049f-4602-b292-09b82d2ea4e3" providerId="AD" clId="Web-{F9F19EEC-3EAE-25F5-0650-4FDF58BDF999}" dt="2026-08-07T07:32:46.440" v="195"/>
          <ac:graphicFrameMkLst>
            <pc:docMk/>
            <pc:sldMk cId="2942614783" sldId="261"/>
            <ac:graphicFrameMk id="5" creationId="{D9844FBB-3D7C-87F4-4951-831D0A7E84A0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F9F19EEC-3EAE-25F5-0650-4FDF58BDF999}" dt="2026-08-07T07:35:28.176" v="299"/>
          <ac:graphicFrameMkLst>
            <pc:docMk/>
            <pc:sldMk cId="2942614783" sldId="261"/>
            <ac:graphicFrameMk id="9" creationId="{143C17B9-5CEC-EE5C-C0E1-680BC85E351E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F9F19EEC-3EAE-25F5-0650-4FDF58BDF999}" dt="2026-08-07T07:38:29.538" v="352" actId="20577"/>
        <pc:sldMkLst>
          <pc:docMk/>
          <pc:sldMk cId="800740872" sldId="262"/>
        </pc:sldMkLst>
        <pc:spChg chg="mod">
          <ac:chgData name="Arseniy Buzyan (extern)" userId="S::arseniy.buzyan@edu.stockholm.se::f92a01cd-049f-4602-b292-09b82d2ea4e3" providerId="AD" clId="Web-{F9F19EEC-3EAE-25F5-0650-4FDF58BDF999}" dt="2026-08-07T07:37:58.131" v="347" actId="1076"/>
          <ac:spMkLst>
            <pc:docMk/>
            <pc:sldMk cId="800740872" sldId="262"/>
            <ac:spMk id="2" creationId="{E774211A-C272-8DFE-D47C-1B0C141333A9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7:38:29.538" v="352" actId="20577"/>
          <ac:spMkLst>
            <pc:docMk/>
            <pc:sldMk cId="800740872" sldId="262"/>
            <ac:spMk id="3" creationId="{DD078261-53F1-417B-3340-2147E352AF46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37:16.006" v="324"/>
          <ac:spMkLst>
            <pc:docMk/>
            <pc:sldMk cId="800740872" sldId="262"/>
            <ac:spMk id="8" creationId="{0741393E-C764-4C6F-8886-35CFF2E48351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37:16.006" v="324"/>
          <ac:spMkLst>
            <pc:docMk/>
            <pc:sldMk cId="800740872" sldId="262"/>
            <ac:spMk id="10" creationId="{390890DC-37FF-4B49-BD4C-FE4232F69B37}"/>
          </ac:spMkLst>
        </pc:spChg>
      </pc:sldChg>
      <pc:sldChg chg="delSp modSp new del">
        <pc:chgData name="Arseniy Buzyan (extern)" userId="S::arseniy.buzyan@edu.stockholm.se::f92a01cd-049f-4602-b292-09b82d2ea4e3" providerId="AD" clId="Web-{F9F19EEC-3EAE-25F5-0650-4FDF58BDF999}" dt="2026-08-07T07:36:37.724" v="312"/>
        <pc:sldMkLst>
          <pc:docMk/>
          <pc:sldMk cId="3690850111" sldId="262"/>
        </pc:sldMkLst>
        <pc:spChg chg="del mod">
          <ac:chgData name="Arseniy Buzyan (extern)" userId="S::arseniy.buzyan@edu.stockholm.se::f92a01cd-049f-4602-b292-09b82d2ea4e3" providerId="AD" clId="Web-{F9F19EEC-3EAE-25F5-0650-4FDF58BDF999}" dt="2026-08-07T07:34:13.004" v="234"/>
          <ac:spMkLst>
            <pc:docMk/>
            <pc:sldMk cId="3690850111" sldId="262"/>
            <ac:spMk id="2" creationId="{B7421ED5-793B-08B0-F979-B807FFEE1DEC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7:41:14.977" v="410" actId="14100"/>
        <pc:sldMkLst>
          <pc:docMk/>
          <pc:sldMk cId="23331002" sldId="263"/>
        </pc:sldMkLst>
        <pc:spChg chg="mod">
          <ac:chgData name="Arseniy Buzyan (extern)" userId="S::arseniy.buzyan@edu.stockholm.se::f92a01cd-049f-4602-b292-09b82d2ea4e3" providerId="AD" clId="Web-{F9F19EEC-3EAE-25F5-0650-4FDF58BDF999}" dt="2026-08-07T07:41:10.665" v="408" actId="1076"/>
          <ac:spMkLst>
            <pc:docMk/>
            <pc:sldMk cId="23331002" sldId="263"/>
            <ac:spMk id="2" creationId="{33DA2603-85BC-65E3-1084-03C33B9895A5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7:41:14.977" v="410" actId="14100"/>
          <ac:spMkLst>
            <pc:docMk/>
            <pc:sldMk cId="23331002" sldId="263"/>
            <ac:spMk id="3" creationId="{AD5FD0A4-7628-75B2-754E-96F208BFC44B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40:54.493" v="403"/>
          <ac:spMkLst>
            <pc:docMk/>
            <pc:sldMk cId="23331002" sldId="263"/>
            <ac:spMk id="10" creationId="{55F7ABCA-A68A-47DD-B732-76FF34C6FB7D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0:54.493" v="403"/>
          <ac:spMkLst>
            <pc:docMk/>
            <pc:sldMk cId="23331002" sldId="263"/>
            <ac:spMk id="15" creationId="{B86AA2DA-281A-4806-8977-D617AEAC830F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0:54.493" v="403"/>
          <ac:spMkLst>
            <pc:docMk/>
            <pc:sldMk cId="23331002" sldId="263"/>
            <ac:spMk id="17" creationId="{64185774-6FC0-4B8D-A8DB-A8854688960B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0:54.493" v="403"/>
          <ac:spMkLst>
            <pc:docMk/>
            <pc:sldMk cId="23331002" sldId="263"/>
            <ac:spMk id="19" creationId="{B7D3B4FC-79F4-47D2-9D79-DA876E6AD813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0:54.493" v="403"/>
          <ac:spMkLst>
            <pc:docMk/>
            <pc:sldMk cId="23331002" sldId="263"/>
            <ac:spMk id="21" creationId="{2775D660-3127-4688-9782-F7C4639B1691}"/>
          </ac:spMkLst>
        </pc:spChg>
        <pc:picChg chg="add mod ord">
          <ac:chgData name="Arseniy Buzyan (extern)" userId="S::arseniy.buzyan@edu.stockholm.se::f92a01cd-049f-4602-b292-09b82d2ea4e3" providerId="AD" clId="Web-{F9F19EEC-3EAE-25F5-0650-4FDF58BDF999}" dt="2026-08-07T07:40:54.493" v="403"/>
          <ac:picMkLst>
            <pc:docMk/>
            <pc:sldMk cId="23331002" sldId="263"/>
            <ac:picMk id="7" creationId="{66A145E6-9973-53E5-763A-9FFB117AB795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F9F19EEC-3EAE-25F5-0650-4FDF58BDF999}" dt="2026-08-07T07:43:04.385" v="435" actId="1076"/>
        <pc:sldMkLst>
          <pc:docMk/>
          <pc:sldMk cId="2941909367" sldId="264"/>
        </pc:sldMkLst>
        <pc:spChg chg="mod">
          <ac:chgData name="Arseniy Buzyan (extern)" userId="S::arseniy.buzyan@edu.stockholm.se::f92a01cd-049f-4602-b292-09b82d2ea4e3" providerId="AD" clId="Web-{F9F19EEC-3EAE-25F5-0650-4FDF58BDF999}" dt="2026-08-07T07:43:04.385" v="435" actId="1076"/>
          <ac:spMkLst>
            <pc:docMk/>
            <pc:sldMk cId="2941909367" sldId="264"/>
            <ac:spMk id="2" creationId="{4762361F-231D-DDCD-36E4-7A228C9A4C91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7:43:01.650" v="434" actId="20577"/>
          <ac:spMkLst>
            <pc:docMk/>
            <pc:sldMk cId="2941909367" sldId="264"/>
            <ac:spMk id="3" creationId="{9C0D489A-A04C-B83B-EE02-7FD1044F8D50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1:47.103" v="418"/>
          <ac:spMkLst>
            <pc:docMk/>
            <pc:sldMk cId="2941909367" sldId="264"/>
            <ac:spMk id="10" creationId="{B86AA2DA-281A-4806-8977-D617AEAC830F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1:47.103" v="418"/>
          <ac:spMkLst>
            <pc:docMk/>
            <pc:sldMk cId="2941909367" sldId="264"/>
            <ac:spMk id="12" creationId="{64185774-6FC0-4B8D-A8DB-A8854688960B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1:47.103" v="418"/>
          <ac:spMkLst>
            <pc:docMk/>
            <pc:sldMk cId="2941909367" sldId="264"/>
            <ac:spMk id="14" creationId="{B7D3B4FC-79F4-47D2-9D79-DA876E6AD813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1:47.103" v="418"/>
          <ac:spMkLst>
            <pc:docMk/>
            <pc:sldMk cId="2941909367" sldId="264"/>
            <ac:spMk id="16" creationId="{2775D660-3127-4688-9782-F7C4639B1691}"/>
          </ac:spMkLst>
        </pc:spChg>
        <pc:picChg chg="add">
          <ac:chgData name="Arseniy Buzyan (extern)" userId="S::arseniy.buzyan@edu.stockholm.se::f92a01cd-049f-4602-b292-09b82d2ea4e3" providerId="AD" clId="Web-{F9F19EEC-3EAE-25F5-0650-4FDF58BDF999}" dt="2026-08-07T07:41:47.103" v="418"/>
          <ac:picMkLst>
            <pc:docMk/>
            <pc:sldMk cId="2941909367" sldId="264"/>
            <ac:picMk id="7" creationId="{6298E82D-D914-D72C-C812-A3EE7CEBC225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F9F19EEC-3EAE-25F5-0650-4FDF58BDF999}" dt="2026-08-07T07:45:21.293" v="473" actId="20577"/>
        <pc:sldMkLst>
          <pc:docMk/>
          <pc:sldMk cId="522796995" sldId="265"/>
        </pc:sldMkLst>
        <pc:spChg chg="mod">
          <ac:chgData name="Arseniy Buzyan (extern)" userId="S::arseniy.buzyan@edu.stockholm.se::f92a01cd-049f-4602-b292-09b82d2ea4e3" providerId="AD" clId="Web-{F9F19EEC-3EAE-25F5-0650-4FDF58BDF999}" dt="2026-08-07T07:44:31.480" v="460" actId="1076"/>
          <ac:spMkLst>
            <pc:docMk/>
            <pc:sldMk cId="522796995" sldId="265"/>
            <ac:spMk id="2" creationId="{01B52CF8-9EDE-1E18-D7A4-D4FDAC930E9E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7:45:21.293" v="473" actId="20577"/>
          <ac:spMkLst>
            <pc:docMk/>
            <pc:sldMk cId="522796995" sldId="265"/>
            <ac:spMk id="3" creationId="{FF47F197-212A-F576-14F7-CE22DCC939F0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4:14.589" v="448"/>
          <ac:spMkLst>
            <pc:docMk/>
            <pc:sldMk cId="522796995" sldId="265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4:14.589" v="448"/>
          <ac:spMkLst>
            <pc:docMk/>
            <pc:sldMk cId="522796995" sldId="265"/>
            <ac:spMk id="10" creationId="{FBD77573-9EF2-4C35-8285-A1CF6FBB0EA5}"/>
          </ac:spMkLst>
        </pc:spChg>
      </pc:sldChg>
      <pc:sldChg chg="addSp modSp new mod setBg">
        <pc:chgData name="Arseniy Buzyan (extern)" userId="S::arseniy.buzyan@edu.stockholm.se::f92a01cd-049f-4602-b292-09b82d2ea4e3" providerId="AD" clId="Web-{F9F19EEC-3EAE-25F5-0650-4FDF58BDF999}" dt="2026-08-07T07:47:40.560" v="505" actId="20577"/>
        <pc:sldMkLst>
          <pc:docMk/>
          <pc:sldMk cId="3401441717" sldId="266"/>
        </pc:sldMkLst>
        <pc:spChg chg="mod">
          <ac:chgData name="Arseniy Buzyan (extern)" userId="S::arseniy.buzyan@edu.stockholm.se::f92a01cd-049f-4602-b292-09b82d2ea4e3" providerId="AD" clId="Web-{F9F19EEC-3EAE-25F5-0650-4FDF58BDF999}" dt="2026-08-07T07:46:42.512" v="496" actId="1076"/>
          <ac:spMkLst>
            <pc:docMk/>
            <pc:sldMk cId="3401441717" sldId="266"/>
            <ac:spMk id="2" creationId="{D011EE39-0042-FD2E-45D1-ED142493A445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7:47:40.560" v="505" actId="20577"/>
          <ac:spMkLst>
            <pc:docMk/>
            <pc:sldMk cId="3401441717" sldId="266"/>
            <ac:spMk id="3" creationId="{5FD44A40-BCAC-EEAD-1070-C8F607C639A5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6:09.153" v="489"/>
          <ac:spMkLst>
            <pc:docMk/>
            <pc:sldMk cId="3401441717" sldId="266"/>
            <ac:spMk id="8" creationId="{2515456E-B1B1-48C1-8164-7E567F5D40D4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6:09.153" v="489"/>
          <ac:spMkLst>
            <pc:docMk/>
            <pc:sldMk cId="3401441717" sldId="266"/>
            <ac:spMk id="10" creationId="{EA8CF0DC-D23A-4CA2-8463-27F89928349F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6:09.153" v="489"/>
          <ac:spMkLst>
            <pc:docMk/>
            <pc:sldMk cId="3401441717" sldId="266"/>
            <ac:spMk id="12" creationId="{B8A381C4-0C0D-491F-90D8-63CF760B459B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8:55:39.594" v="1025" actId="1076"/>
        <pc:sldMkLst>
          <pc:docMk/>
          <pc:sldMk cId="290529115" sldId="267"/>
        </pc:sldMkLst>
        <pc:spChg chg="mod">
          <ac:chgData name="Arseniy Buzyan (extern)" userId="S::arseniy.buzyan@edu.stockholm.se::f92a01cd-049f-4602-b292-09b82d2ea4e3" providerId="AD" clId="Web-{F9F19EEC-3EAE-25F5-0650-4FDF58BDF999}" dt="2026-08-07T08:55:39.594" v="1025" actId="1076"/>
          <ac:spMkLst>
            <pc:docMk/>
            <pc:sldMk cId="290529115" sldId="267"/>
            <ac:spMk id="2" creationId="{072755CD-43C1-0390-36FE-064C5241B15B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7:50:53.984" v="547" actId="20577"/>
          <ac:spMkLst>
            <pc:docMk/>
            <pc:sldMk cId="290529115" sldId="267"/>
            <ac:spMk id="3" creationId="{3F3BEA4D-06D9-0EE4-1DD5-D0D3105DF702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48:50.717" v="516"/>
          <ac:spMkLst>
            <pc:docMk/>
            <pc:sldMk cId="290529115" sldId="267"/>
            <ac:spMk id="10" creationId="{B86AA2DA-281A-4806-8977-D617AEAC830F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48:50.717" v="516"/>
          <ac:spMkLst>
            <pc:docMk/>
            <pc:sldMk cId="290529115" sldId="267"/>
            <ac:spMk id="12" creationId="{64185774-6FC0-4B8D-A8DB-A8854688960B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48:50.717" v="516"/>
          <ac:spMkLst>
            <pc:docMk/>
            <pc:sldMk cId="290529115" sldId="267"/>
            <ac:spMk id="14" creationId="{B7D3B4FC-79F4-47D2-9D79-DA876E6AD813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48:50.717" v="516"/>
          <ac:spMkLst>
            <pc:docMk/>
            <pc:sldMk cId="290529115" sldId="267"/>
            <ac:spMk id="16" creationId="{2775D660-3127-4688-9782-F7C4639B1691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48:58.545" v="517"/>
          <ac:spMkLst>
            <pc:docMk/>
            <pc:sldMk cId="290529115" sldId="267"/>
            <ac:spMk id="21" creationId="{B86AA2DA-281A-4806-8977-D617AEAC830F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48:58.545" v="517"/>
          <ac:spMkLst>
            <pc:docMk/>
            <pc:sldMk cId="290529115" sldId="267"/>
            <ac:spMk id="23" creationId="{64185774-6FC0-4B8D-A8DB-A8854688960B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48:58.545" v="517"/>
          <ac:spMkLst>
            <pc:docMk/>
            <pc:sldMk cId="290529115" sldId="267"/>
            <ac:spMk id="25" creationId="{B7D3B4FC-79F4-47D2-9D79-DA876E6AD813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7:48:58.545" v="517"/>
          <ac:spMkLst>
            <pc:docMk/>
            <pc:sldMk cId="290529115" sldId="267"/>
            <ac:spMk id="27" creationId="{2775D660-3127-4688-9782-F7C4639B1691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8:58.545" v="517"/>
          <ac:spMkLst>
            <pc:docMk/>
            <pc:sldMk cId="290529115" sldId="267"/>
            <ac:spMk id="32" creationId="{B86AA2DA-281A-4806-8977-D617AEAC830F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8:58.545" v="517"/>
          <ac:spMkLst>
            <pc:docMk/>
            <pc:sldMk cId="290529115" sldId="267"/>
            <ac:spMk id="34" creationId="{64185774-6FC0-4B8D-A8DB-A8854688960B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8:58.545" v="517"/>
          <ac:spMkLst>
            <pc:docMk/>
            <pc:sldMk cId="290529115" sldId="267"/>
            <ac:spMk id="36" creationId="{B7D3B4FC-79F4-47D2-9D79-DA876E6AD813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48:58.545" v="517"/>
          <ac:spMkLst>
            <pc:docMk/>
            <pc:sldMk cId="290529115" sldId="267"/>
            <ac:spMk id="38" creationId="{2775D660-3127-4688-9782-F7C4639B1691}"/>
          </ac:spMkLst>
        </pc:spChg>
        <pc:picChg chg="add">
          <ac:chgData name="Arseniy Buzyan (extern)" userId="S::arseniy.buzyan@edu.stockholm.se::f92a01cd-049f-4602-b292-09b82d2ea4e3" providerId="AD" clId="Web-{F9F19EEC-3EAE-25F5-0650-4FDF58BDF999}" dt="2026-08-07T07:48:38.342" v="515"/>
          <ac:picMkLst>
            <pc:docMk/>
            <pc:sldMk cId="290529115" sldId="267"/>
            <ac:picMk id="7" creationId="{8CD1F06C-D273-1FC0-1992-E915182679A0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F9F19EEC-3EAE-25F5-0650-4FDF58BDF999}" dt="2026-08-07T07:53:23.798" v="600" actId="20577"/>
        <pc:sldMkLst>
          <pc:docMk/>
          <pc:sldMk cId="1065902845" sldId="268"/>
        </pc:sldMkLst>
        <pc:spChg chg="mod">
          <ac:chgData name="Arseniy Buzyan (extern)" userId="S::arseniy.buzyan@edu.stockholm.se::f92a01cd-049f-4602-b292-09b82d2ea4e3" providerId="AD" clId="Web-{F9F19EEC-3EAE-25F5-0650-4FDF58BDF999}" dt="2026-08-07T07:52:55.017" v="592" actId="1076"/>
          <ac:spMkLst>
            <pc:docMk/>
            <pc:sldMk cId="1065902845" sldId="268"/>
            <ac:spMk id="2" creationId="{405E49BD-C291-6C9C-4875-0C90C02D0571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7:53:23.798" v="600" actId="20577"/>
          <ac:spMkLst>
            <pc:docMk/>
            <pc:sldMk cId="1065902845" sldId="268"/>
            <ac:spMk id="3" creationId="{79376411-EE1D-F8B4-A5C8-C60EC621F8A5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52:11.938" v="574"/>
          <ac:spMkLst>
            <pc:docMk/>
            <pc:sldMk cId="1065902845" sldId="268"/>
            <ac:spMk id="8" creationId="{2515456E-B1B1-48C1-8164-7E567F5D40D4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52:11.938" v="574"/>
          <ac:spMkLst>
            <pc:docMk/>
            <pc:sldMk cId="1065902845" sldId="268"/>
            <ac:spMk id="10" creationId="{EA8CF0DC-D23A-4CA2-8463-27F89928349F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52:11.938" v="574"/>
          <ac:spMkLst>
            <pc:docMk/>
            <pc:sldMk cId="1065902845" sldId="268"/>
            <ac:spMk id="12" creationId="{B8A381C4-0C0D-491F-90D8-63CF760B459B}"/>
          </ac:spMkLst>
        </pc:spChg>
      </pc:sldChg>
      <pc:sldChg chg="addSp modSp new mod setBg">
        <pc:chgData name="Arseniy Buzyan (extern)" userId="S::arseniy.buzyan@edu.stockholm.se::f92a01cd-049f-4602-b292-09b82d2ea4e3" providerId="AD" clId="Web-{F9F19EEC-3EAE-25F5-0650-4FDF58BDF999}" dt="2026-08-07T07:55:16.637" v="632" actId="20577"/>
        <pc:sldMkLst>
          <pc:docMk/>
          <pc:sldMk cId="2321676371" sldId="269"/>
        </pc:sldMkLst>
        <pc:spChg chg="mod">
          <ac:chgData name="Arseniy Buzyan (extern)" userId="S::arseniy.buzyan@edu.stockholm.se::f92a01cd-049f-4602-b292-09b82d2ea4e3" providerId="AD" clId="Web-{F9F19EEC-3EAE-25F5-0650-4FDF58BDF999}" dt="2026-08-07T07:54:00.799" v="606"/>
          <ac:spMkLst>
            <pc:docMk/>
            <pc:sldMk cId="2321676371" sldId="269"/>
            <ac:spMk id="2" creationId="{1EA82CA8-7950-795F-A88C-A448E669B65E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7:54:00.799" v="606"/>
          <ac:spMkLst>
            <pc:docMk/>
            <pc:sldMk cId="2321676371" sldId="269"/>
            <ac:spMk id="3" creationId="{961C4811-DE75-23B5-4FE1-7EEAA087846A}"/>
          </ac:spMkLst>
        </pc:spChg>
        <pc:spChg chg="add mod">
          <ac:chgData name="Arseniy Buzyan (extern)" userId="S::arseniy.buzyan@edu.stockholm.se::f92a01cd-049f-4602-b292-09b82d2ea4e3" providerId="AD" clId="Web-{F9F19EEC-3EAE-25F5-0650-4FDF58BDF999}" dt="2026-08-07T07:55:16.637" v="632" actId="20577"/>
          <ac:spMkLst>
            <pc:docMk/>
            <pc:sldMk cId="2321676371" sldId="269"/>
            <ac:spMk id="5" creationId="{638D143D-9990-8895-1DAA-6B399B941D42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54:00.799" v="606"/>
          <ac:spMkLst>
            <pc:docMk/>
            <pc:sldMk cId="2321676371" sldId="269"/>
            <ac:spMk id="9" creationId="{F0DCC097-1DB8-4B6D-85D0-6FBA0E1CA4BA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54:00.799" v="606"/>
          <ac:spMkLst>
            <pc:docMk/>
            <pc:sldMk cId="2321676371" sldId="269"/>
            <ac:spMk id="11" creationId="{E0B58608-23C8-4441-994D-C6823EEE1DB7}"/>
          </ac:spMkLst>
        </pc:spChg>
        <pc:picChg chg="add mod">
          <ac:chgData name="Arseniy Buzyan (extern)" userId="S::arseniy.buzyan@edu.stockholm.se::f92a01cd-049f-4602-b292-09b82d2ea4e3" providerId="AD" clId="Web-{F9F19EEC-3EAE-25F5-0650-4FDF58BDF999}" dt="2026-08-07T07:54:17.971" v="610" actId="1076"/>
          <ac:picMkLst>
            <pc:docMk/>
            <pc:sldMk cId="2321676371" sldId="269"/>
            <ac:picMk id="4" creationId="{3D0FB43F-2BD5-F880-47F2-3C1DA78A00E9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F9F19EEC-3EAE-25F5-0650-4FDF58BDF999}" dt="2026-08-07T09:04:16.377" v="1112" actId="1076"/>
        <pc:sldMkLst>
          <pc:docMk/>
          <pc:sldMk cId="4154541984" sldId="270"/>
        </pc:sldMkLst>
        <pc:spChg chg="mod">
          <ac:chgData name="Arseniy Buzyan (extern)" userId="S::arseniy.buzyan@edu.stockholm.se::f92a01cd-049f-4602-b292-09b82d2ea4e3" providerId="AD" clId="Web-{F9F19EEC-3EAE-25F5-0650-4FDF58BDF999}" dt="2026-08-07T07:56:29.935" v="709" actId="1076"/>
          <ac:spMkLst>
            <pc:docMk/>
            <pc:sldMk cId="4154541984" sldId="270"/>
            <ac:spMk id="2" creationId="{4915C15B-B941-E1D3-A3CE-B8CC149D73B0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7:56:21.731" v="706" actId="14100"/>
          <ac:spMkLst>
            <pc:docMk/>
            <pc:sldMk cId="4154541984" sldId="270"/>
            <ac:spMk id="3" creationId="{F194F163-38FA-EE04-2D27-DDED51753D80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55:53.106" v="639"/>
          <ac:spMkLst>
            <pc:docMk/>
            <pc:sldMk cId="4154541984" sldId="270"/>
            <ac:spMk id="8" creationId="{2515456E-B1B1-48C1-8164-7E567F5D40D4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55:53.106" v="639"/>
          <ac:spMkLst>
            <pc:docMk/>
            <pc:sldMk cId="4154541984" sldId="270"/>
            <ac:spMk id="10" creationId="{EA8CF0DC-D23A-4CA2-8463-27F89928349F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7:55:53.106" v="639"/>
          <ac:spMkLst>
            <pc:docMk/>
            <pc:sldMk cId="4154541984" sldId="270"/>
            <ac:spMk id="12" creationId="{B8A381C4-0C0D-491F-90D8-63CF760B459B}"/>
          </ac:spMkLst>
        </pc:spChg>
        <pc:graphicFrameChg chg="add mod modGraphic">
          <ac:chgData name="Arseniy Buzyan (extern)" userId="S::arseniy.buzyan@edu.stockholm.se::f92a01cd-049f-4602-b292-09b82d2ea4e3" providerId="AD" clId="Web-{F9F19EEC-3EAE-25F5-0650-4FDF58BDF999}" dt="2026-08-07T09:04:10.533" v="1111" actId="1076"/>
          <ac:graphicFrameMkLst>
            <pc:docMk/>
            <pc:sldMk cId="4154541984" sldId="270"/>
            <ac:graphicFrameMk id="5" creationId="{502AC779-5AD9-5E3A-E22E-EA50FD7784A1}"/>
          </ac:graphicFrameMkLst>
        </pc:graphicFrameChg>
        <pc:picChg chg="add mod modCrop">
          <ac:chgData name="Arseniy Buzyan (extern)" userId="S::arseniy.buzyan@edu.stockholm.se::f92a01cd-049f-4602-b292-09b82d2ea4e3" providerId="AD" clId="Web-{F9F19EEC-3EAE-25F5-0650-4FDF58BDF999}" dt="2026-08-07T09:04:16.377" v="1112" actId="1076"/>
          <ac:picMkLst>
            <pc:docMk/>
            <pc:sldMk cId="4154541984" sldId="270"/>
            <ac:picMk id="4" creationId="{702326E2-54FD-39C8-6AFE-8E4AFB2D69A5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8:10:24.588" v="757" actId="14100"/>
        <pc:sldMkLst>
          <pc:docMk/>
          <pc:sldMk cId="2208825680" sldId="271"/>
        </pc:sldMkLst>
        <pc:spChg chg="mod">
          <ac:chgData name="Arseniy Buzyan (extern)" userId="S::arseniy.buzyan@edu.stockholm.se::f92a01cd-049f-4602-b292-09b82d2ea4e3" providerId="AD" clId="Web-{F9F19EEC-3EAE-25F5-0650-4FDF58BDF999}" dt="2026-08-07T08:10:03.119" v="750" actId="14100"/>
          <ac:spMkLst>
            <pc:docMk/>
            <pc:sldMk cId="2208825680" sldId="271"/>
            <ac:spMk id="2" creationId="{1D35CFCB-D276-7FCA-4937-3FC8D11DCECD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8:10:24.588" v="757" actId="14100"/>
          <ac:spMkLst>
            <pc:docMk/>
            <pc:sldMk cId="2208825680" sldId="271"/>
            <ac:spMk id="3" creationId="{E401E2D6-86EF-1007-AB88-7D71E6DCF3EF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8:09:25.743" v="743"/>
          <ac:spMkLst>
            <pc:docMk/>
            <pc:sldMk cId="2208825680" sldId="271"/>
            <ac:spMk id="10" creationId="{B86AA2DA-281A-4806-8977-D617AEAC830F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8:09:25.743" v="743"/>
          <ac:spMkLst>
            <pc:docMk/>
            <pc:sldMk cId="2208825680" sldId="271"/>
            <ac:spMk id="12" creationId="{64185774-6FC0-4B8D-A8DB-A8854688960B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8:09:25.743" v="743"/>
          <ac:spMkLst>
            <pc:docMk/>
            <pc:sldMk cId="2208825680" sldId="271"/>
            <ac:spMk id="14" creationId="{B7D3B4FC-79F4-47D2-9D79-DA876E6AD813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8:09:25.743" v="743"/>
          <ac:spMkLst>
            <pc:docMk/>
            <pc:sldMk cId="2208825680" sldId="271"/>
            <ac:spMk id="16" creationId="{2775D660-3127-4688-9782-F7C4639B1691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09:25.743" v="743"/>
          <ac:spMkLst>
            <pc:docMk/>
            <pc:sldMk cId="2208825680" sldId="271"/>
            <ac:spMk id="21" creationId="{B86AA2DA-281A-4806-8977-D617AEAC830F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09:25.743" v="743"/>
          <ac:spMkLst>
            <pc:docMk/>
            <pc:sldMk cId="2208825680" sldId="271"/>
            <ac:spMk id="23" creationId="{64185774-6FC0-4B8D-A8DB-A8854688960B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09:25.743" v="743"/>
          <ac:spMkLst>
            <pc:docMk/>
            <pc:sldMk cId="2208825680" sldId="271"/>
            <ac:spMk id="25" creationId="{B7D3B4FC-79F4-47D2-9D79-DA876E6AD813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09:25.743" v="743"/>
          <ac:spMkLst>
            <pc:docMk/>
            <pc:sldMk cId="2208825680" sldId="271"/>
            <ac:spMk id="27" creationId="{2775D660-3127-4688-9782-F7C4639B1691}"/>
          </ac:spMkLst>
        </pc:spChg>
        <pc:picChg chg="add">
          <ac:chgData name="Arseniy Buzyan (extern)" userId="S::arseniy.buzyan@edu.stockholm.se::f92a01cd-049f-4602-b292-09b82d2ea4e3" providerId="AD" clId="Web-{F9F19EEC-3EAE-25F5-0650-4FDF58BDF999}" dt="2026-08-07T08:08:56.274" v="740"/>
          <ac:picMkLst>
            <pc:docMk/>
            <pc:sldMk cId="2208825680" sldId="271"/>
            <ac:picMk id="7" creationId="{369B6DD2-4F59-E042-613A-E82A64DB2762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8:11:55.323" v="785" actId="20577"/>
        <pc:sldMkLst>
          <pc:docMk/>
          <pc:sldMk cId="1725429597" sldId="272"/>
        </pc:sldMkLst>
        <pc:spChg chg="mod">
          <ac:chgData name="Arseniy Buzyan (extern)" userId="S::arseniy.buzyan@edu.stockholm.se::f92a01cd-049f-4602-b292-09b82d2ea4e3" providerId="AD" clId="Web-{F9F19EEC-3EAE-25F5-0650-4FDF58BDF999}" dt="2026-08-07T08:11:48.073" v="782" actId="1076"/>
          <ac:spMkLst>
            <pc:docMk/>
            <pc:sldMk cId="1725429597" sldId="272"/>
            <ac:spMk id="2" creationId="{761B8A23-5341-C206-742A-0711763B662D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8:11:55.323" v="785" actId="20577"/>
          <ac:spMkLst>
            <pc:docMk/>
            <pc:sldMk cId="1725429597" sldId="272"/>
            <ac:spMk id="3" creationId="{10859C76-5813-E5BF-3ECD-C43438332099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8:11:38.432" v="778"/>
          <ac:spMkLst>
            <pc:docMk/>
            <pc:sldMk cId="1725429597" sldId="272"/>
            <ac:spMk id="8" creationId="{2515456E-B1B1-48C1-8164-7E567F5D40D4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8:11:38.432" v="778"/>
          <ac:spMkLst>
            <pc:docMk/>
            <pc:sldMk cId="1725429597" sldId="272"/>
            <ac:spMk id="10" creationId="{EA8CF0DC-D23A-4CA2-8463-27F89928349F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8:11:38.432" v="778"/>
          <ac:spMkLst>
            <pc:docMk/>
            <pc:sldMk cId="1725429597" sldId="272"/>
            <ac:spMk id="12" creationId="{B8A381C4-0C0D-491F-90D8-63CF760B459B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11:38.432" v="779"/>
          <ac:spMkLst>
            <pc:docMk/>
            <pc:sldMk cId="1725429597" sldId="272"/>
            <ac:spMk id="14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11:38.432" v="779"/>
          <ac:spMkLst>
            <pc:docMk/>
            <pc:sldMk cId="1725429597" sldId="272"/>
            <ac:spMk id="15" creationId="{FBD77573-9EF2-4C35-8285-A1CF6FBB0EA5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8:13:58.106" v="822" actId="14100"/>
        <pc:sldMkLst>
          <pc:docMk/>
          <pc:sldMk cId="26049906" sldId="273"/>
        </pc:sldMkLst>
        <pc:spChg chg="mod">
          <ac:chgData name="Arseniy Buzyan (extern)" userId="S::arseniy.buzyan@edu.stockholm.se::f92a01cd-049f-4602-b292-09b82d2ea4e3" providerId="AD" clId="Web-{F9F19EEC-3EAE-25F5-0650-4FDF58BDF999}" dt="2026-08-07T08:13:58.106" v="822" actId="14100"/>
          <ac:spMkLst>
            <pc:docMk/>
            <pc:sldMk cId="26049906" sldId="273"/>
            <ac:spMk id="2" creationId="{8F2DD873-9348-8FFF-8F3C-34816CFA244B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8:13:49.325" v="817" actId="14100"/>
          <ac:spMkLst>
            <pc:docMk/>
            <pc:sldMk cId="26049906" sldId="273"/>
            <ac:spMk id="3" creationId="{665F030E-3978-5569-B820-9EC8F4CA3373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8:12:43.527" v="795"/>
          <ac:spMkLst>
            <pc:docMk/>
            <pc:sldMk cId="26049906" sldId="273"/>
            <ac:spMk id="8" creationId="{17718681-A12E-49D6-9925-DD7C68176D61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8:12:43.527" v="795"/>
          <ac:spMkLst>
            <pc:docMk/>
            <pc:sldMk cId="26049906" sldId="273"/>
            <ac:spMk id="10" creationId="{FBD77573-9EF2-4C35-8285-A1CF6FBB0EA5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12:43.542" v="796"/>
          <ac:spMkLst>
            <pc:docMk/>
            <pc:sldMk cId="26049906" sldId="273"/>
            <ac:spMk id="12" creationId="{00A0D747-F38B-4A99-9985-62CE8C24765F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12:43.542" v="796"/>
          <ac:spMkLst>
            <pc:docMk/>
            <pc:sldMk cId="26049906" sldId="273"/>
            <ac:spMk id="13" creationId="{3D1BF32B-6CA3-4695-8A0C-1AC789B58D94}"/>
          </ac:spMkLst>
        </pc:spChg>
      </pc:sldChg>
      <pc:sldChg chg="addSp modSp new mod setBg">
        <pc:chgData name="Arseniy Buzyan (extern)" userId="S::arseniy.buzyan@edu.stockholm.se::f92a01cd-049f-4602-b292-09b82d2ea4e3" providerId="AD" clId="Web-{F9F19EEC-3EAE-25F5-0650-4FDF58BDF999}" dt="2026-08-07T09:06:41.940" v="1124" actId="14100"/>
        <pc:sldMkLst>
          <pc:docMk/>
          <pc:sldMk cId="3096568968" sldId="274"/>
        </pc:sldMkLst>
        <pc:spChg chg="mod">
          <ac:chgData name="Arseniy Buzyan (extern)" userId="S::arseniy.buzyan@edu.stockholm.se::f92a01cd-049f-4602-b292-09b82d2ea4e3" providerId="AD" clId="Web-{F9F19EEC-3EAE-25F5-0650-4FDF58BDF999}" dt="2026-08-07T09:06:40.112" v="1123" actId="14100"/>
          <ac:spMkLst>
            <pc:docMk/>
            <pc:sldMk cId="3096568968" sldId="274"/>
            <ac:spMk id="2" creationId="{F44F0C74-ED00-E7D5-2DFB-8635A4C57330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9:06:41.940" v="1124" actId="14100"/>
          <ac:spMkLst>
            <pc:docMk/>
            <pc:sldMk cId="3096568968" sldId="274"/>
            <ac:spMk id="3" creationId="{57F5331A-A70A-0E6C-76E9-2FED20F28A79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14:30.388" v="831"/>
          <ac:spMkLst>
            <pc:docMk/>
            <pc:sldMk cId="3096568968" sldId="274"/>
            <ac:spMk id="8" creationId="{00A0D747-F38B-4A99-9985-62CE8C24765F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14:30.388" v="831"/>
          <ac:spMkLst>
            <pc:docMk/>
            <pc:sldMk cId="3096568968" sldId="274"/>
            <ac:spMk id="10" creationId="{3D1BF32B-6CA3-4695-8A0C-1AC789B58D94}"/>
          </ac:spMkLst>
        </pc:spChg>
      </pc:sldChg>
      <pc:sldChg chg="addSp modSp new mod setBg">
        <pc:chgData name="Arseniy Buzyan (extern)" userId="S::arseniy.buzyan@edu.stockholm.se::f92a01cd-049f-4602-b292-09b82d2ea4e3" providerId="AD" clId="Web-{F9F19EEC-3EAE-25F5-0650-4FDF58BDF999}" dt="2026-08-07T08:17:09.468" v="884" actId="20577"/>
        <pc:sldMkLst>
          <pc:docMk/>
          <pc:sldMk cId="1142106014" sldId="275"/>
        </pc:sldMkLst>
        <pc:spChg chg="mod">
          <ac:chgData name="Arseniy Buzyan (extern)" userId="S::arseniy.buzyan@edu.stockholm.se::f92a01cd-049f-4602-b292-09b82d2ea4e3" providerId="AD" clId="Web-{F9F19EEC-3EAE-25F5-0650-4FDF58BDF999}" dt="2026-08-07T08:17:09.468" v="884" actId="20577"/>
          <ac:spMkLst>
            <pc:docMk/>
            <pc:sldMk cId="1142106014" sldId="275"/>
            <ac:spMk id="2" creationId="{ED013C6E-C4FC-BEE3-6D1E-BDBF869A0B77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8:17:04.077" v="880" actId="20577"/>
          <ac:spMkLst>
            <pc:docMk/>
            <pc:sldMk cId="1142106014" sldId="275"/>
            <ac:spMk id="3" creationId="{43133F60-CB6C-FBED-70B1-FC8754E33CE2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16:47.108" v="876"/>
          <ac:spMkLst>
            <pc:docMk/>
            <pc:sldMk cId="1142106014" sldId="275"/>
            <ac:spMk id="8" creationId="{84697CDA-BDB7-4883-B48B-1D4EDB2F0E93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16:47.108" v="876"/>
          <ac:spMkLst>
            <pc:docMk/>
            <pc:sldMk cId="1142106014" sldId="275"/>
            <ac:spMk id="10" creationId="{7E9FF7ED-C67F-4E8D-8157-6BB83D644C93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16:47.108" v="876"/>
          <ac:spMkLst>
            <pc:docMk/>
            <pc:sldMk cId="1142106014" sldId="275"/>
            <ac:spMk id="12" creationId="{9A36BEEB-EAB3-44BC-BC82-10039F230F20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8:21:15.346" v="948"/>
        <pc:sldMkLst>
          <pc:docMk/>
          <pc:sldMk cId="128470020" sldId="276"/>
        </pc:sldMkLst>
        <pc:spChg chg="mod">
          <ac:chgData name="Arseniy Buzyan (extern)" userId="S::arseniy.buzyan@edu.stockholm.se::f92a01cd-049f-4602-b292-09b82d2ea4e3" providerId="AD" clId="Web-{F9F19EEC-3EAE-25F5-0650-4FDF58BDF999}" dt="2026-08-07T08:21:15.346" v="948"/>
          <ac:spMkLst>
            <pc:docMk/>
            <pc:sldMk cId="128470020" sldId="276"/>
            <ac:spMk id="2" creationId="{DE03A092-E076-DE46-FC27-2596998B0515}"/>
          </ac:spMkLst>
        </pc:spChg>
        <pc:spChg chg="add del mod">
          <ac:chgData name="Arseniy Buzyan (extern)" userId="S::arseniy.buzyan@edu.stockholm.se::f92a01cd-049f-4602-b292-09b82d2ea4e3" providerId="AD" clId="Web-{F9F19EEC-3EAE-25F5-0650-4FDF58BDF999}" dt="2026-08-07T08:21:15.346" v="948"/>
          <ac:spMkLst>
            <pc:docMk/>
            <pc:sldMk cId="128470020" sldId="276"/>
            <ac:spMk id="3" creationId="{401DE5AA-BA7A-84AF-0A02-536225FBB279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8:21:15.346" v="948"/>
          <ac:spMkLst>
            <pc:docMk/>
            <pc:sldMk cId="128470020" sldId="276"/>
            <ac:spMk id="8" creationId="{6128F3BD-7564-4310-B528-888E64F87576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8:21:15.346" v="948"/>
          <ac:spMkLst>
            <pc:docMk/>
            <pc:sldMk cId="128470020" sldId="276"/>
            <ac:spMk id="10" creationId="{82AA3C4E-019E-440F-87AB-67EFA9BE6C81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8:21:15.346" v="948"/>
          <ac:spMkLst>
            <pc:docMk/>
            <pc:sldMk cId="128470020" sldId="276"/>
            <ac:spMk id="17" creationId="{B50AB553-2A96-4A92-96F2-93548E096954}"/>
          </ac:spMkLst>
        </pc:spChg>
        <pc:graphicFrameChg chg="add del">
          <ac:chgData name="Arseniy Buzyan (extern)" userId="S::arseniy.buzyan@edu.stockholm.se::f92a01cd-049f-4602-b292-09b82d2ea4e3" providerId="AD" clId="Web-{F9F19EEC-3EAE-25F5-0650-4FDF58BDF999}" dt="2026-08-07T08:21:15.346" v="948"/>
          <ac:graphicFrameMkLst>
            <pc:docMk/>
            <pc:sldMk cId="128470020" sldId="276"/>
            <ac:graphicFrameMk id="12" creationId="{CF28B5BF-AB8E-3154-4CB4-BC1532AF4632}"/>
          </ac:graphicFrameMkLst>
        </pc:graphicFrameChg>
        <pc:picChg chg="add del">
          <ac:chgData name="Arseniy Buzyan (extern)" userId="S::arseniy.buzyan@edu.stockholm.se::f92a01cd-049f-4602-b292-09b82d2ea4e3" providerId="AD" clId="Web-{F9F19EEC-3EAE-25F5-0650-4FDF58BDF999}" dt="2026-08-07T08:21:15.346" v="948"/>
          <ac:picMkLst>
            <pc:docMk/>
            <pc:sldMk cId="128470020" sldId="276"/>
            <ac:picMk id="13" creationId="{D3D75D63-A9EA-14E3-BB26-13C3B43F56ED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F9F19EEC-3EAE-25F5-0650-4FDF58BDF999}" dt="2026-08-07T08:40:59.615" v="974" actId="14100"/>
        <pc:sldMkLst>
          <pc:docMk/>
          <pc:sldMk cId="1823800676" sldId="277"/>
        </pc:sldMkLst>
        <pc:spChg chg="mod">
          <ac:chgData name="Arseniy Buzyan (extern)" userId="S::arseniy.buzyan@edu.stockholm.se::f92a01cd-049f-4602-b292-09b82d2ea4e3" providerId="AD" clId="Web-{F9F19EEC-3EAE-25F5-0650-4FDF58BDF999}" dt="2026-08-07T08:40:59.615" v="974" actId="14100"/>
          <ac:spMkLst>
            <pc:docMk/>
            <pc:sldMk cId="1823800676" sldId="277"/>
            <ac:spMk id="2" creationId="{3D45F347-1E38-CCE4-4DF7-0A55BDBEC1E3}"/>
          </ac:spMkLst>
        </pc:spChg>
        <pc:spChg chg="mod">
          <ac:chgData name="Arseniy Buzyan (extern)" userId="S::arseniy.buzyan@edu.stockholm.se::f92a01cd-049f-4602-b292-09b82d2ea4e3" providerId="AD" clId="Web-{F9F19EEC-3EAE-25F5-0650-4FDF58BDF999}" dt="2026-08-07T08:40:26.756" v="967" actId="20577"/>
          <ac:spMkLst>
            <pc:docMk/>
            <pc:sldMk cId="1823800676" sldId="277"/>
            <ac:spMk id="3" creationId="{48CE873B-3F3E-CF5C-5AE2-69EB58571997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40:11.756" v="959"/>
          <ac:spMkLst>
            <pc:docMk/>
            <pc:sldMk cId="1823800676" sldId="277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40:11.756" v="959"/>
          <ac:spMkLst>
            <pc:docMk/>
            <pc:sldMk cId="1823800676" sldId="277"/>
            <ac:spMk id="10" creationId="{FBD77573-9EF2-4C35-8285-A1CF6FBB0EA5}"/>
          </ac:spMkLst>
        </pc:spChg>
      </pc:sldChg>
      <pc:sldChg chg="addSp delSp modSp new mod ord setBg">
        <pc:chgData name="Arseniy Buzyan (extern)" userId="S::arseniy.buzyan@edu.stockholm.se::f92a01cd-049f-4602-b292-09b82d2ea4e3" providerId="AD" clId="Web-{F9F19EEC-3EAE-25F5-0650-4FDF58BDF999}" dt="2026-08-07T08:47:38.796" v="990"/>
        <pc:sldMkLst>
          <pc:docMk/>
          <pc:sldMk cId="3175292822" sldId="278"/>
        </pc:sldMkLst>
        <pc:spChg chg="del">
          <ac:chgData name="Arseniy Buzyan (extern)" userId="S::arseniy.buzyan@edu.stockholm.se::f92a01cd-049f-4602-b292-09b82d2ea4e3" providerId="AD" clId="Web-{F9F19EEC-3EAE-25F5-0650-4FDF58BDF999}" dt="2026-08-07T08:46:11.793" v="977"/>
          <ac:spMkLst>
            <pc:docMk/>
            <pc:sldMk cId="3175292822" sldId="278"/>
            <ac:spMk id="2" creationId="{3D3B6731-361A-86ED-E941-4418FDFFD090}"/>
          </ac:spMkLst>
        </pc:spChg>
        <pc:spChg chg="del">
          <ac:chgData name="Arseniy Buzyan (extern)" userId="S::arseniy.buzyan@edu.stockholm.se::f92a01cd-049f-4602-b292-09b82d2ea4e3" providerId="AD" clId="Web-{F9F19EEC-3EAE-25F5-0650-4FDF58BDF999}" dt="2026-08-07T08:46:11.793" v="976"/>
          <ac:spMkLst>
            <pc:docMk/>
            <pc:sldMk cId="3175292822" sldId="278"/>
            <ac:spMk id="3" creationId="{A7892F60-FA47-E91A-6084-12D37D09CFD5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46:16.121" v="979"/>
          <ac:spMkLst>
            <pc:docMk/>
            <pc:sldMk cId="3175292822" sldId="278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F9F19EEC-3EAE-25F5-0650-4FDF58BDF999}" dt="2026-08-07T08:47:11.780" v="988" actId="1076"/>
          <ac:picMkLst>
            <pc:docMk/>
            <pc:sldMk cId="3175292822" sldId="278"/>
            <ac:picMk id="4" creationId="{92CD4482-A751-9DE1-3FE0-4C9EC143E9A1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8:50:31.280" v="1010" actId="1076"/>
        <pc:sldMkLst>
          <pc:docMk/>
          <pc:sldMk cId="2197749416" sldId="279"/>
        </pc:sldMkLst>
        <pc:spChg chg="del">
          <ac:chgData name="Arseniy Buzyan (extern)" userId="S::arseniy.buzyan@edu.stockholm.se::f92a01cd-049f-4602-b292-09b82d2ea4e3" providerId="AD" clId="Web-{F9F19EEC-3EAE-25F5-0650-4FDF58BDF999}" dt="2026-08-07T08:49:18.061" v="993"/>
          <ac:spMkLst>
            <pc:docMk/>
            <pc:sldMk cId="2197749416" sldId="279"/>
            <ac:spMk id="2" creationId="{AF2FE868-070D-53D7-FD5C-94BC7BE35EF8}"/>
          </ac:spMkLst>
        </pc:spChg>
        <pc:spChg chg="del">
          <ac:chgData name="Arseniy Buzyan (extern)" userId="S::arseniy.buzyan@edu.stockholm.se::f92a01cd-049f-4602-b292-09b82d2ea4e3" providerId="AD" clId="Web-{F9F19EEC-3EAE-25F5-0650-4FDF58BDF999}" dt="2026-08-07T08:49:18.061" v="992"/>
          <ac:spMkLst>
            <pc:docMk/>
            <pc:sldMk cId="2197749416" sldId="279"/>
            <ac:spMk id="3" creationId="{4893EC9C-6A97-BB78-011F-3ABA2D3FBED5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49:23.327" v="995"/>
          <ac:spMkLst>
            <pc:docMk/>
            <pc:sldMk cId="2197749416" sldId="279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F9F19EEC-3EAE-25F5-0650-4FDF58BDF999}" dt="2026-08-07T08:50:31.280" v="1010" actId="1076"/>
          <ac:picMkLst>
            <pc:docMk/>
            <pc:sldMk cId="2197749416" sldId="279"/>
            <ac:picMk id="4" creationId="{5F5A35B1-5816-E1A6-FD7A-E89FDBD54ED3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8:53:22.500" v="1024" actId="1076"/>
        <pc:sldMkLst>
          <pc:docMk/>
          <pc:sldMk cId="2440461276" sldId="280"/>
        </pc:sldMkLst>
        <pc:spChg chg="del">
          <ac:chgData name="Arseniy Buzyan (extern)" userId="S::arseniy.buzyan@edu.stockholm.se::f92a01cd-049f-4602-b292-09b82d2ea4e3" providerId="AD" clId="Web-{F9F19EEC-3EAE-25F5-0650-4FDF58BDF999}" dt="2026-08-07T08:52:27.047" v="1013"/>
          <ac:spMkLst>
            <pc:docMk/>
            <pc:sldMk cId="2440461276" sldId="280"/>
            <ac:spMk id="2" creationId="{E5BA0591-292D-5A7B-4D23-1DCCCD9836E8}"/>
          </ac:spMkLst>
        </pc:spChg>
        <pc:spChg chg="del">
          <ac:chgData name="Arseniy Buzyan (extern)" userId="S::arseniy.buzyan@edu.stockholm.se::f92a01cd-049f-4602-b292-09b82d2ea4e3" providerId="AD" clId="Web-{F9F19EEC-3EAE-25F5-0650-4FDF58BDF999}" dt="2026-08-07T08:52:27.047" v="1012"/>
          <ac:spMkLst>
            <pc:docMk/>
            <pc:sldMk cId="2440461276" sldId="280"/>
            <ac:spMk id="3" creationId="{423EDAEE-F9F6-4588-DA99-3671D02FFCA4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52:33" v="1015"/>
          <ac:spMkLst>
            <pc:docMk/>
            <pc:sldMk cId="2440461276" sldId="280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F9F19EEC-3EAE-25F5-0650-4FDF58BDF999}" dt="2026-08-07T08:53:22.500" v="1024" actId="1076"/>
          <ac:picMkLst>
            <pc:docMk/>
            <pc:sldMk cId="2440461276" sldId="280"/>
            <ac:picMk id="4" creationId="{BC3D3C83-8B6D-98D4-F280-82FAC4B03742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8:57:17.876" v="1041" actId="1076"/>
        <pc:sldMkLst>
          <pc:docMk/>
          <pc:sldMk cId="3282018095" sldId="281"/>
        </pc:sldMkLst>
        <pc:spChg chg="del">
          <ac:chgData name="Arseniy Buzyan (extern)" userId="S::arseniy.buzyan@edu.stockholm.se::f92a01cd-049f-4602-b292-09b82d2ea4e3" providerId="AD" clId="Web-{F9F19EEC-3EAE-25F5-0650-4FDF58BDF999}" dt="2026-08-07T08:56:20.672" v="1028"/>
          <ac:spMkLst>
            <pc:docMk/>
            <pc:sldMk cId="3282018095" sldId="281"/>
            <ac:spMk id="2" creationId="{E5114897-501B-86CB-E441-6DE4A348C712}"/>
          </ac:spMkLst>
        </pc:spChg>
        <pc:spChg chg="del">
          <ac:chgData name="Arseniy Buzyan (extern)" userId="S::arseniy.buzyan@edu.stockholm.se::f92a01cd-049f-4602-b292-09b82d2ea4e3" providerId="AD" clId="Web-{F9F19EEC-3EAE-25F5-0650-4FDF58BDF999}" dt="2026-08-07T08:56:20.672" v="1027"/>
          <ac:spMkLst>
            <pc:docMk/>
            <pc:sldMk cId="3282018095" sldId="281"/>
            <ac:spMk id="3" creationId="{C07D082D-1149-2945-CAD3-862317D24EDE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56:25.891" v="1030"/>
          <ac:spMkLst>
            <pc:docMk/>
            <pc:sldMk cId="3282018095" sldId="281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F9F19EEC-3EAE-25F5-0650-4FDF58BDF999}" dt="2026-08-07T08:57:17.876" v="1041" actId="1076"/>
          <ac:picMkLst>
            <pc:docMk/>
            <pc:sldMk cId="3282018095" sldId="281"/>
            <ac:picMk id="4" creationId="{A44285C1-5B33-9F80-4C7B-2601EE2F82C9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8:58:27.985" v="1053" actId="1076"/>
        <pc:sldMkLst>
          <pc:docMk/>
          <pc:sldMk cId="1643771162" sldId="282"/>
        </pc:sldMkLst>
        <pc:spChg chg="del">
          <ac:chgData name="Arseniy Buzyan (extern)" userId="S::arseniy.buzyan@edu.stockholm.se::f92a01cd-049f-4602-b292-09b82d2ea4e3" providerId="AD" clId="Web-{F9F19EEC-3EAE-25F5-0650-4FDF58BDF999}" dt="2026-08-07T08:57:49.641" v="1044"/>
          <ac:spMkLst>
            <pc:docMk/>
            <pc:sldMk cId="1643771162" sldId="282"/>
            <ac:spMk id="2" creationId="{F8C173C8-ED75-8CDA-899E-BC4AAE54FE6A}"/>
          </ac:spMkLst>
        </pc:spChg>
        <pc:spChg chg="del">
          <ac:chgData name="Arseniy Buzyan (extern)" userId="S::arseniy.buzyan@edu.stockholm.se::f92a01cd-049f-4602-b292-09b82d2ea4e3" providerId="AD" clId="Web-{F9F19EEC-3EAE-25F5-0650-4FDF58BDF999}" dt="2026-08-07T08:57:49.641" v="1043"/>
          <ac:spMkLst>
            <pc:docMk/>
            <pc:sldMk cId="1643771162" sldId="282"/>
            <ac:spMk id="3" creationId="{9B9C30D0-A1D9-08F4-F73B-904DE03B4AF9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8:57:54.673" v="1046"/>
          <ac:spMkLst>
            <pc:docMk/>
            <pc:sldMk cId="1643771162" sldId="282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F9F19EEC-3EAE-25F5-0650-4FDF58BDF999}" dt="2026-08-07T08:58:27.985" v="1053" actId="1076"/>
          <ac:picMkLst>
            <pc:docMk/>
            <pc:sldMk cId="1643771162" sldId="282"/>
            <ac:picMk id="4" creationId="{C879D498-A05E-5226-A764-FF447DDC6F74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9:00:33.205" v="1064" actId="1076"/>
        <pc:sldMkLst>
          <pc:docMk/>
          <pc:sldMk cId="2194610705" sldId="283"/>
        </pc:sldMkLst>
        <pc:spChg chg="del">
          <ac:chgData name="Arseniy Buzyan (extern)" userId="S::arseniy.buzyan@edu.stockholm.se::f92a01cd-049f-4602-b292-09b82d2ea4e3" providerId="AD" clId="Web-{F9F19EEC-3EAE-25F5-0650-4FDF58BDF999}" dt="2026-08-07T09:00:04.783" v="1056"/>
          <ac:spMkLst>
            <pc:docMk/>
            <pc:sldMk cId="2194610705" sldId="283"/>
            <ac:spMk id="2" creationId="{591DFCFF-4C2C-B6A4-700B-D397C104C7A6}"/>
          </ac:spMkLst>
        </pc:spChg>
        <pc:spChg chg="del">
          <ac:chgData name="Arseniy Buzyan (extern)" userId="S::arseniy.buzyan@edu.stockholm.se::f92a01cd-049f-4602-b292-09b82d2ea4e3" providerId="AD" clId="Web-{F9F19EEC-3EAE-25F5-0650-4FDF58BDF999}" dt="2026-08-07T09:00:04.783" v="1055"/>
          <ac:spMkLst>
            <pc:docMk/>
            <pc:sldMk cId="2194610705" sldId="283"/>
            <ac:spMk id="3" creationId="{052B3793-E8F0-DB7C-2409-7B769B6C10E4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9:00:11.798" v="1059"/>
          <ac:spMkLst>
            <pc:docMk/>
            <pc:sldMk cId="2194610705" sldId="283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F9F19EEC-3EAE-25F5-0650-4FDF58BDF999}" dt="2026-08-07T09:00:33.205" v="1064" actId="1076"/>
          <ac:picMkLst>
            <pc:docMk/>
            <pc:sldMk cId="2194610705" sldId="283"/>
            <ac:picMk id="4" creationId="{716A4B6C-F426-1A00-8F0C-82E47A589C62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9:02:53.518" v="1081" actId="1076"/>
        <pc:sldMkLst>
          <pc:docMk/>
          <pc:sldMk cId="35303458" sldId="284"/>
        </pc:sldMkLst>
        <pc:spChg chg="del">
          <ac:chgData name="Arseniy Buzyan (extern)" userId="S::arseniy.buzyan@edu.stockholm.se::f92a01cd-049f-4602-b292-09b82d2ea4e3" providerId="AD" clId="Web-{F9F19EEC-3EAE-25F5-0650-4FDF58BDF999}" dt="2026-08-07T09:01:55.799" v="1067"/>
          <ac:spMkLst>
            <pc:docMk/>
            <pc:sldMk cId="35303458" sldId="284"/>
            <ac:spMk id="2" creationId="{757DAF81-99BA-30E0-91EB-9556F162E5CA}"/>
          </ac:spMkLst>
        </pc:spChg>
        <pc:spChg chg="del">
          <ac:chgData name="Arseniy Buzyan (extern)" userId="S::arseniy.buzyan@edu.stockholm.se::f92a01cd-049f-4602-b292-09b82d2ea4e3" providerId="AD" clId="Web-{F9F19EEC-3EAE-25F5-0650-4FDF58BDF999}" dt="2026-08-07T09:01:55.799" v="1066"/>
          <ac:spMkLst>
            <pc:docMk/>
            <pc:sldMk cId="35303458" sldId="284"/>
            <ac:spMk id="3" creationId="{AD858216-F125-B62A-0C6B-558B5EEE5548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9:02:01.283" v="1069"/>
          <ac:spMkLst>
            <pc:docMk/>
            <pc:sldMk cId="35303458" sldId="284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F9F19EEC-3EAE-25F5-0650-4FDF58BDF999}" dt="2026-08-07T09:02:53.518" v="1081" actId="1076"/>
          <ac:picMkLst>
            <pc:docMk/>
            <pc:sldMk cId="35303458" sldId="284"/>
            <ac:picMk id="4" creationId="{E5037433-873A-D084-39E6-1ACAAB46F3D7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9:06:27.003" v="1122" actId="1076"/>
        <pc:sldMkLst>
          <pc:docMk/>
          <pc:sldMk cId="2842390101" sldId="285"/>
        </pc:sldMkLst>
        <pc:spChg chg="del">
          <ac:chgData name="Arseniy Buzyan (extern)" userId="S::arseniy.buzyan@edu.stockholm.se::f92a01cd-049f-4602-b292-09b82d2ea4e3" providerId="AD" clId="Web-{F9F19EEC-3EAE-25F5-0650-4FDF58BDF999}" dt="2026-08-07T09:05:49.909" v="1115"/>
          <ac:spMkLst>
            <pc:docMk/>
            <pc:sldMk cId="2842390101" sldId="285"/>
            <ac:spMk id="2" creationId="{89AE52EB-B561-00CE-77F7-958973EEA601}"/>
          </ac:spMkLst>
        </pc:spChg>
        <pc:spChg chg="del">
          <ac:chgData name="Arseniy Buzyan (extern)" userId="S::arseniy.buzyan@edu.stockholm.se::f92a01cd-049f-4602-b292-09b82d2ea4e3" providerId="AD" clId="Web-{F9F19EEC-3EAE-25F5-0650-4FDF58BDF999}" dt="2026-08-07T09:05:49.909" v="1114"/>
          <ac:spMkLst>
            <pc:docMk/>
            <pc:sldMk cId="2842390101" sldId="285"/>
            <ac:spMk id="3" creationId="{7B98B6AE-83B1-3920-91C6-5FC9B4CA9FDE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9:05:55.128" v="1117"/>
          <ac:spMkLst>
            <pc:docMk/>
            <pc:sldMk cId="2842390101" sldId="285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F9F19EEC-3EAE-25F5-0650-4FDF58BDF999}" dt="2026-08-07T09:06:27.003" v="1122" actId="1076"/>
          <ac:picMkLst>
            <pc:docMk/>
            <pc:sldMk cId="2842390101" sldId="285"/>
            <ac:picMk id="4" creationId="{9B292F5A-8447-7082-04B5-C8F34A474898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9:09:42.832" v="1138" actId="1076"/>
        <pc:sldMkLst>
          <pc:docMk/>
          <pc:sldMk cId="2063843478" sldId="286"/>
        </pc:sldMkLst>
        <pc:spChg chg="del">
          <ac:chgData name="Arseniy Buzyan (extern)" userId="S::arseniy.buzyan@edu.stockholm.se::f92a01cd-049f-4602-b292-09b82d2ea4e3" providerId="AD" clId="Web-{F9F19EEC-3EAE-25F5-0650-4FDF58BDF999}" dt="2026-08-07T09:09:00.316" v="1127"/>
          <ac:spMkLst>
            <pc:docMk/>
            <pc:sldMk cId="2063843478" sldId="286"/>
            <ac:spMk id="2" creationId="{CB7967DA-9B21-6696-EC9A-6ECF0A848AAF}"/>
          </ac:spMkLst>
        </pc:spChg>
        <pc:spChg chg="del">
          <ac:chgData name="Arseniy Buzyan (extern)" userId="S::arseniy.buzyan@edu.stockholm.se::f92a01cd-049f-4602-b292-09b82d2ea4e3" providerId="AD" clId="Web-{F9F19EEC-3EAE-25F5-0650-4FDF58BDF999}" dt="2026-08-07T09:09:00.316" v="1126"/>
          <ac:spMkLst>
            <pc:docMk/>
            <pc:sldMk cId="2063843478" sldId="286"/>
            <ac:spMk id="3" creationId="{B9AE8718-FDA5-305F-593C-D51F6EB7C380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9:09:05.675" v="1129"/>
          <ac:spMkLst>
            <pc:docMk/>
            <pc:sldMk cId="2063843478" sldId="286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F9F19EEC-3EAE-25F5-0650-4FDF58BDF999}" dt="2026-08-07T09:09:42.832" v="1138" actId="1076"/>
          <ac:picMkLst>
            <pc:docMk/>
            <pc:sldMk cId="2063843478" sldId="286"/>
            <ac:picMk id="4" creationId="{338D1DBC-F840-DA13-17FF-02371AF55E33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9:11:28.410" v="1151" actId="14100"/>
        <pc:sldMkLst>
          <pc:docMk/>
          <pc:sldMk cId="3820553675" sldId="287"/>
        </pc:sldMkLst>
        <pc:spChg chg="del">
          <ac:chgData name="Arseniy Buzyan (extern)" userId="S::arseniy.buzyan@edu.stockholm.se::f92a01cd-049f-4602-b292-09b82d2ea4e3" providerId="AD" clId="Web-{F9F19EEC-3EAE-25F5-0650-4FDF58BDF999}" dt="2026-08-07T09:10:29.769" v="1141"/>
          <ac:spMkLst>
            <pc:docMk/>
            <pc:sldMk cId="3820553675" sldId="287"/>
            <ac:spMk id="2" creationId="{5AE0CB47-C9D1-794D-955A-323DF9B80D9B}"/>
          </ac:spMkLst>
        </pc:spChg>
        <pc:spChg chg="del">
          <ac:chgData name="Arseniy Buzyan (extern)" userId="S::arseniy.buzyan@edu.stockholm.se::f92a01cd-049f-4602-b292-09b82d2ea4e3" providerId="AD" clId="Web-{F9F19EEC-3EAE-25F5-0650-4FDF58BDF999}" dt="2026-08-07T09:10:29.769" v="1140"/>
          <ac:spMkLst>
            <pc:docMk/>
            <pc:sldMk cId="3820553675" sldId="287"/>
            <ac:spMk id="3" creationId="{5524CA1B-D194-6BB5-BE70-2A85703BDDCB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9:11:08.644" v="1148"/>
          <ac:spMkLst>
            <pc:docMk/>
            <pc:sldMk cId="3820553675" sldId="287"/>
            <ac:spMk id="9" creationId="{42A4FC2C-047E-45A5-965D-8E1E3BF09BC6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9:11:08.644" v="1148"/>
          <ac:spMkLst>
            <pc:docMk/>
            <pc:sldMk cId="3820553675" sldId="287"/>
            <ac:spMk id="14" creationId="{92CC4BDB-5B81-4023-B967-7DF04BC13389}"/>
          </ac:spMkLst>
        </pc:spChg>
        <pc:picChg chg="add mod modCrop">
          <ac:chgData name="Arseniy Buzyan (extern)" userId="S::arseniy.buzyan@edu.stockholm.se::f92a01cd-049f-4602-b292-09b82d2ea4e3" providerId="AD" clId="Web-{F9F19EEC-3EAE-25F5-0650-4FDF58BDF999}" dt="2026-08-07T09:11:28.410" v="1151" actId="14100"/>
          <ac:picMkLst>
            <pc:docMk/>
            <pc:sldMk cId="3820553675" sldId="287"/>
            <ac:picMk id="4" creationId="{C5413BE2-1588-428D-DC52-70208E06003B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F9F19EEC-3EAE-25F5-0650-4FDF58BDF999}" dt="2026-08-07T09:12:40.801" v="1168"/>
        <pc:sldMkLst>
          <pc:docMk/>
          <pc:sldMk cId="3502206740" sldId="288"/>
        </pc:sldMkLst>
        <pc:spChg chg="del">
          <ac:chgData name="Arseniy Buzyan (extern)" userId="S::arseniy.buzyan@edu.stockholm.se::f92a01cd-049f-4602-b292-09b82d2ea4e3" providerId="AD" clId="Web-{F9F19EEC-3EAE-25F5-0650-4FDF58BDF999}" dt="2026-08-07T09:11:53.645" v="1154"/>
          <ac:spMkLst>
            <pc:docMk/>
            <pc:sldMk cId="3502206740" sldId="288"/>
            <ac:spMk id="2" creationId="{E44B7BAA-6C87-0F53-A0AA-CFDC3DAD0E19}"/>
          </ac:spMkLst>
        </pc:spChg>
        <pc:spChg chg="del">
          <ac:chgData name="Arseniy Buzyan (extern)" userId="S::arseniy.buzyan@edu.stockholm.se::f92a01cd-049f-4602-b292-09b82d2ea4e3" providerId="AD" clId="Web-{F9F19EEC-3EAE-25F5-0650-4FDF58BDF999}" dt="2026-08-07T09:11:53.645" v="1153"/>
          <ac:spMkLst>
            <pc:docMk/>
            <pc:sldMk cId="3502206740" sldId="288"/>
            <ac:spMk id="3" creationId="{1B05B310-07C5-76E4-E866-95B9DE73B0D2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9:12:09.660" v="1157"/>
          <ac:spMkLst>
            <pc:docMk/>
            <pc:sldMk cId="3502206740" sldId="288"/>
            <ac:spMk id="9" creationId="{42A4FC2C-047E-45A5-965D-8E1E3BF09BC6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9:12:12.567" v="1159"/>
          <ac:spMkLst>
            <pc:docMk/>
            <pc:sldMk cId="3502206740" sldId="288"/>
            <ac:spMk id="11" creationId="{CB44330D-EA18-4254-AA95-EB49948539B8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9:12:12.567" v="1159"/>
          <ac:spMkLst>
            <pc:docMk/>
            <pc:sldMk cId="3502206740" sldId="288"/>
            <ac:spMk id="12" creationId="{32BC26D8-82FB-445E-AA49-62A77D7C1EE0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9:12:22.707" v="1161"/>
          <ac:spMkLst>
            <pc:docMk/>
            <pc:sldMk cId="3502206740" sldId="288"/>
            <ac:spMk id="13" creationId="{2633B3B5-CC90-43F0-8714-D31D1F3F0209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9:12:22.707" v="1161"/>
          <ac:spMkLst>
            <pc:docMk/>
            <pc:sldMk cId="3502206740" sldId="288"/>
            <ac:spMk id="14" creationId="{AB8C311F-7253-4AED-9701-7FC0708C41C7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9:12:22.707" v="1161"/>
          <ac:spMkLst>
            <pc:docMk/>
            <pc:sldMk cId="3502206740" sldId="288"/>
            <ac:spMk id="15" creationId="{A8D57A06-A426-446D-B02C-A2DC6B62E45E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9:12:22.707" v="1161"/>
          <ac:spMkLst>
            <pc:docMk/>
            <pc:sldMk cId="3502206740" sldId="288"/>
            <ac:spMk id="16" creationId="{E2384209-CB15-4CDF-9D31-C44FD9A3F20D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9:12:25.426" v="1163"/>
          <ac:spMkLst>
            <pc:docMk/>
            <pc:sldMk cId="3502206740" sldId="288"/>
            <ac:spMk id="18" creationId="{32BC26D8-82FB-445E-AA49-62A77D7C1EE0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9:12:25.426" v="1163"/>
          <ac:spMkLst>
            <pc:docMk/>
            <pc:sldMk cId="3502206740" sldId="288"/>
            <ac:spMk id="19" creationId="{CB44330D-EA18-4254-AA95-EB49948539B8}"/>
          </ac:spMkLst>
        </pc:spChg>
        <pc:spChg chg="add del">
          <ac:chgData name="Arseniy Buzyan (extern)" userId="S::arseniy.buzyan@edu.stockholm.se::f92a01cd-049f-4602-b292-09b82d2ea4e3" providerId="AD" clId="Web-{F9F19EEC-3EAE-25F5-0650-4FDF58BDF999}" dt="2026-08-07T09:12:29.910" v="1165"/>
          <ac:spMkLst>
            <pc:docMk/>
            <pc:sldMk cId="3502206740" sldId="288"/>
            <ac:spMk id="21" creationId="{5D9FC6AC-4A12-4825-8ABE-0732B8EF4D16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9:12:29.910" v="1166"/>
          <ac:spMkLst>
            <pc:docMk/>
            <pc:sldMk cId="3502206740" sldId="288"/>
            <ac:spMk id="23" creationId="{AB8C311F-7253-4AED-9701-7FC0708C41C7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9:12:29.910" v="1166"/>
          <ac:spMkLst>
            <pc:docMk/>
            <pc:sldMk cId="3502206740" sldId="288"/>
            <ac:spMk id="24" creationId="{E2384209-CB15-4CDF-9D31-C44FD9A3F20D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9:12:29.910" v="1166"/>
          <ac:spMkLst>
            <pc:docMk/>
            <pc:sldMk cId="3502206740" sldId="288"/>
            <ac:spMk id="25" creationId="{2633B3B5-CC90-43F0-8714-D31D1F3F0209}"/>
          </ac:spMkLst>
        </pc:spChg>
        <pc:spChg chg="add">
          <ac:chgData name="Arseniy Buzyan (extern)" userId="S::arseniy.buzyan@edu.stockholm.se::f92a01cd-049f-4602-b292-09b82d2ea4e3" providerId="AD" clId="Web-{F9F19EEC-3EAE-25F5-0650-4FDF58BDF999}" dt="2026-08-07T09:12:29.910" v="1166"/>
          <ac:spMkLst>
            <pc:docMk/>
            <pc:sldMk cId="3502206740" sldId="288"/>
            <ac:spMk id="26" creationId="{A8D57A06-A426-446D-B02C-A2DC6B62E45E}"/>
          </ac:spMkLst>
        </pc:spChg>
        <pc:picChg chg="add mod modCrop">
          <ac:chgData name="Arseniy Buzyan (extern)" userId="S::arseniy.buzyan@edu.stockholm.se::f92a01cd-049f-4602-b292-09b82d2ea4e3" providerId="AD" clId="Web-{F9F19EEC-3EAE-25F5-0650-4FDF58BDF999}" dt="2026-08-07T09:12:40.801" v="1168"/>
          <ac:picMkLst>
            <pc:docMk/>
            <pc:sldMk cId="3502206740" sldId="288"/>
            <ac:picMk id="4" creationId="{CEE95592-E224-F1E9-EBE4-C74AC1223B55}"/>
          </ac:picMkLst>
        </pc:picChg>
      </pc:sldChg>
    </pc:docChg>
  </pc:docChgLst>
  <pc:docChgLst>
    <pc:chgData clId="Web-{F9F19EEC-3EAE-25F5-0650-4FDF58BDF999}"/>
    <pc:docChg chg="modSld">
      <pc:chgData name="" userId="" providerId="" clId="Web-{F9F19EEC-3EAE-25F5-0650-4FDF58BDF999}" dt="2026-08-07T06:58:05.853" v="0" actId="20577"/>
      <pc:docMkLst>
        <pc:docMk/>
      </pc:docMkLst>
      <pc:sldChg chg="modSp">
        <pc:chgData name="" userId="" providerId="" clId="Web-{F9F19EEC-3EAE-25F5-0650-4FDF58BDF999}" dt="2026-08-07T06:58:05.853" v="0" actId="20577"/>
        <pc:sldMkLst>
          <pc:docMk/>
          <pc:sldMk cId="3194377694" sldId="256"/>
        </pc:sldMkLst>
        <pc:spChg chg="mod">
          <ac:chgData name="" userId="" providerId="" clId="Web-{F9F19EEC-3EAE-25F5-0650-4FDF58BDF999}" dt="2026-08-07T06:58:05.853" v="0" actId="20577"/>
          <ac:spMkLst>
            <pc:docMk/>
            <pc:sldMk cId="3194377694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2026-08-07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42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2026-08-07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72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2026-08-07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67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2026-08-07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36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2026-08-07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7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2026-08-07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66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2026-08-07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10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2026-08-07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9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2026-08-07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145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2026-08-07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371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2026-08-07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6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0A13A-DB3F-4AD5-B6AF-BDA0278A0A39}" type="datetimeFigureOut">
              <a:rPr lang="sv-SE" smtClean="0"/>
              <a:t>2026-08-07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72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xVPydaHyv3B8SkmZ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7">
            <a:extLst>
              <a:ext uri="{FF2B5EF4-FFF2-40B4-BE49-F238E27FC236}">
                <a16:creationId xmlns:a16="http://schemas.microsoft.com/office/drawing/2014/main" id="{FEC7823C-FDD6-429C-986C-063FDEBF9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9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11">
            <a:extLst>
              <a:ext uri="{FF2B5EF4-FFF2-40B4-BE49-F238E27FC236}">
                <a16:creationId xmlns:a16="http://schemas.microsoft.com/office/drawing/2014/main" id="{B0651F5E-0457-4065-ACB2-8B81590C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50098" flipH="1" flipV="1">
            <a:off x="-160709" y="3977842"/>
            <a:ext cx="7507400" cy="3166385"/>
          </a:xfrm>
          <a:custGeom>
            <a:avLst/>
            <a:gdLst>
              <a:gd name="connsiteX0" fmla="*/ 5497485 w 7507400"/>
              <a:gd name="connsiteY0" fmla="*/ 2912009 h 3166385"/>
              <a:gd name="connsiteX1" fmla="*/ 7034681 w 7507400"/>
              <a:gd name="connsiteY1" fmla="*/ 3151263 h 3166385"/>
              <a:gd name="connsiteX2" fmla="*/ 7137723 w 7507400"/>
              <a:gd name="connsiteY2" fmla="*/ 3166385 h 3166385"/>
              <a:gd name="connsiteX3" fmla="*/ 7507400 w 7507400"/>
              <a:gd name="connsiteY3" fmla="*/ 875071 h 3166385"/>
              <a:gd name="connsiteX4" fmla="*/ 2083578 w 7507400"/>
              <a:gd name="connsiteY4" fmla="*/ 0 h 3166385"/>
              <a:gd name="connsiteX5" fmla="*/ 2023081 w 7507400"/>
              <a:gd name="connsiteY5" fmla="*/ 5468 h 3166385"/>
              <a:gd name="connsiteX6" fmla="*/ 1865374 w 7507400"/>
              <a:gd name="connsiteY6" fmla="*/ 76313 h 3166385"/>
              <a:gd name="connsiteX7" fmla="*/ 1634010 w 7507400"/>
              <a:gd name="connsiteY7" fmla="*/ 119359 h 3166385"/>
              <a:gd name="connsiteX8" fmla="*/ 1388186 w 7507400"/>
              <a:gd name="connsiteY8" fmla="*/ 130121 h 3166385"/>
              <a:gd name="connsiteX9" fmla="*/ 1330344 w 7507400"/>
              <a:gd name="connsiteY9" fmla="*/ 198275 h 3166385"/>
              <a:gd name="connsiteX10" fmla="*/ 1406262 w 7507400"/>
              <a:gd name="connsiteY10" fmla="*/ 270018 h 3166385"/>
              <a:gd name="connsiteX11" fmla="*/ 1521942 w 7507400"/>
              <a:gd name="connsiteY11" fmla="*/ 277191 h 3166385"/>
              <a:gd name="connsiteX12" fmla="*/ 2212420 w 7507400"/>
              <a:gd name="connsiteY12" fmla="*/ 295128 h 3166385"/>
              <a:gd name="connsiteX13" fmla="*/ 0 w 7507400"/>
              <a:gd name="connsiteY13" fmla="*/ 452960 h 3166385"/>
              <a:gd name="connsiteX14" fmla="*/ 300051 w 7507400"/>
              <a:gd name="connsiteY14" fmla="*/ 549813 h 3166385"/>
              <a:gd name="connsiteX15" fmla="*/ 401272 w 7507400"/>
              <a:gd name="connsiteY15" fmla="*/ 815258 h 3166385"/>
              <a:gd name="connsiteX16" fmla="*/ 770008 w 7507400"/>
              <a:gd name="connsiteY16" fmla="*/ 965917 h 3166385"/>
              <a:gd name="connsiteX17" fmla="*/ 1008605 w 7507400"/>
              <a:gd name="connsiteY17" fmla="*/ 1019724 h 3166385"/>
              <a:gd name="connsiteX18" fmla="*/ 1554478 w 7507400"/>
              <a:gd name="connsiteY18" fmla="*/ 1098641 h 3166385"/>
              <a:gd name="connsiteX19" fmla="*/ 1634010 w 7507400"/>
              <a:gd name="connsiteY19" fmla="*/ 1227777 h 3166385"/>
              <a:gd name="connsiteX20" fmla="*/ 1702696 w 7507400"/>
              <a:gd name="connsiteY20" fmla="*/ 1371261 h 3166385"/>
              <a:gd name="connsiteX21" fmla="*/ 1847299 w 7507400"/>
              <a:gd name="connsiteY21" fmla="*/ 1464526 h 3166385"/>
              <a:gd name="connsiteX22" fmla="*/ 723015 w 7507400"/>
              <a:gd name="connsiteY22" fmla="*/ 1450177 h 3166385"/>
              <a:gd name="connsiteX23" fmla="*/ 1991901 w 7507400"/>
              <a:gd name="connsiteY23" fmla="*/ 1751495 h 3166385"/>
              <a:gd name="connsiteX24" fmla="*/ 1879835 w 7507400"/>
              <a:gd name="connsiteY24" fmla="*/ 1869870 h 3166385"/>
              <a:gd name="connsiteX25" fmla="*/ 2573927 w 7507400"/>
              <a:gd name="connsiteY25" fmla="*/ 2031290 h 3166385"/>
              <a:gd name="connsiteX26" fmla="*/ 2201575 w 7507400"/>
              <a:gd name="connsiteY26" fmla="*/ 2049225 h 3166385"/>
              <a:gd name="connsiteX27" fmla="*/ 4367000 w 7507400"/>
              <a:gd name="connsiteY27" fmla="*/ 2723602 h 3166385"/>
              <a:gd name="connsiteX28" fmla="*/ 5497485 w 7507400"/>
              <a:gd name="connsiteY28" fmla="*/ 2912009 h 31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507400" h="3166385">
                <a:moveTo>
                  <a:pt x="5497485" y="2912009"/>
                </a:moveTo>
                <a:cubicBezTo>
                  <a:pt x="6033497" y="2998226"/>
                  <a:pt x="6619155" y="3089592"/>
                  <a:pt x="7034681" y="3151263"/>
                </a:cubicBezTo>
                <a:lnTo>
                  <a:pt x="7137723" y="3166385"/>
                </a:lnTo>
                <a:lnTo>
                  <a:pt x="7507400" y="875071"/>
                </a:lnTo>
                <a:lnTo>
                  <a:pt x="2083578" y="0"/>
                </a:lnTo>
                <a:lnTo>
                  <a:pt x="2023081" y="5468"/>
                </a:lnTo>
                <a:cubicBezTo>
                  <a:pt x="1965692" y="12642"/>
                  <a:pt x="1910562" y="27887"/>
                  <a:pt x="1865374" y="76313"/>
                </a:cubicBezTo>
                <a:cubicBezTo>
                  <a:pt x="1796688" y="151642"/>
                  <a:pt x="1724387" y="162404"/>
                  <a:pt x="1634010" y="119359"/>
                </a:cubicBezTo>
                <a:cubicBezTo>
                  <a:pt x="1554478" y="79900"/>
                  <a:pt x="1467718" y="90662"/>
                  <a:pt x="1388186" y="130121"/>
                </a:cubicBezTo>
                <a:cubicBezTo>
                  <a:pt x="1359266" y="144469"/>
                  <a:pt x="1330344" y="162404"/>
                  <a:pt x="1330344" y="198275"/>
                </a:cubicBezTo>
                <a:cubicBezTo>
                  <a:pt x="1330344" y="248495"/>
                  <a:pt x="1366496" y="262843"/>
                  <a:pt x="1406262" y="270018"/>
                </a:cubicBezTo>
                <a:cubicBezTo>
                  <a:pt x="1442412" y="277191"/>
                  <a:pt x="1485792" y="284366"/>
                  <a:pt x="1521942" y="277191"/>
                </a:cubicBezTo>
                <a:cubicBezTo>
                  <a:pt x="1753307" y="237734"/>
                  <a:pt x="1981057" y="302301"/>
                  <a:pt x="2212420" y="295128"/>
                </a:cubicBezTo>
                <a:cubicBezTo>
                  <a:pt x="1485792" y="449373"/>
                  <a:pt x="751934" y="399154"/>
                  <a:pt x="0" y="452960"/>
                </a:cubicBezTo>
                <a:cubicBezTo>
                  <a:pt x="97608" y="560573"/>
                  <a:pt x="224135" y="470896"/>
                  <a:pt x="300051" y="549813"/>
                </a:cubicBezTo>
                <a:cubicBezTo>
                  <a:pt x="227750" y="714820"/>
                  <a:pt x="256671" y="804497"/>
                  <a:pt x="401272" y="815258"/>
                </a:cubicBezTo>
                <a:cubicBezTo>
                  <a:pt x="542261" y="826019"/>
                  <a:pt x="694093" y="768625"/>
                  <a:pt x="770008" y="965917"/>
                </a:cubicBezTo>
                <a:cubicBezTo>
                  <a:pt x="791699" y="1026898"/>
                  <a:pt x="925458" y="1008963"/>
                  <a:pt x="1008605" y="1019724"/>
                </a:cubicBezTo>
                <a:cubicBezTo>
                  <a:pt x="1189357" y="1044833"/>
                  <a:pt x="1380957" y="1019724"/>
                  <a:pt x="1554478" y="1098641"/>
                </a:cubicBezTo>
                <a:cubicBezTo>
                  <a:pt x="1623165" y="1127337"/>
                  <a:pt x="1670160" y="1148860"/>
                  <a:pt x="1634010" y="1227777"/>
                </a:cubicBezTo>
                <a:cubicBezTo>
                  <a:pt x="1597859" y="1310280"/>
                  <a:pt x="1644855" y="1338976"/>
                  <a:pt x="1702696" y="1371261"/>
                </a:cubicBezTo>
                <a:cubicBezTo>
                  <a:pt x="1746077" y="1396370"/>
                  <a:pt x="1811148" y="1389197"/>
                  <a:pt x="1847299" y="1464526"/>
                </a:cubicBezTo>
                <a:cubicBezTo>
                  <a:pt x="1467717" y="1453764"/>
                  <a:pt x="1098981" y="1392783"/>
                  <a:pt x="723015" y="1450177"/>
                </a:cubicBezTo>
                <a:cubicBezTo>
                  <a:pt x="1135131" y="1593662"/>
                  <a:pt x="1587014" y="1586487"/>
                  <a:pt x="1991901" y="1751495"/>
                </a:cubicBezTo>
                <a:cubicBezTo>
                  <a:pt x="1977441" y="1808889"/>
                  <a:pt x="1883449" y="1783778"/>
                  <a:pt x="1879835" y="1869870"/>
                </a:cubicBezTo>
                <a:cubicBezTo>
                  <a:pt x="2093123" y="1959548"/>
                  <a:pt x="2349794" y="1898566"/>
                  <a:pt x="2573927" y="2031290"/>
                </a:cubicBezTo>
                <a:cubicBezTo>
                  <a:pt x="2443785" y="2092271"/>
                  <a:pt x="2324488" y="1991831"/>
                  <a:pt x="2201575" y="2049225"/>
                </a:cubicBezTo>
                <a:cubicBezTo>
                  <a:pt x="2241342" y="2135316"/>
                  <a:pt x="4041644" y="2666208"/>
                  <a:pt x="4367000" y="2723602"/>
                </a:cubicBezTo>
                <a:cubicBezTo>
                  <a:pt x="4615085" y="2767993"/>
                  <a:pt x="5038048" y="2838109"/>
                  <a:pt x="5497485" y="2912009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751094" y="1058780"/>
            <a:ext cx="5602705" cy="3092116"/>
          </a:xfrm>
        </p:spPr>
        <p:txBody>
          <a:bodyPr anchor="ctr">
            <a:normAutofit/>
          </a:bodyPr>
          <a:lstStyle/>
          <a:p>
            <a:pPr algn="l"/>
            <a:r>
              <a:rPr lang="sv-SE" sz="5200">
                <a:ea typeface="+mj-lt"/>
                <a:cs typeface="+mj-lt"/>
              </a:rPr>
              <a:t>PowerShell Fortsättning</a:t>
            </a:r>
            <a:endParaRPr lang="sv-SE" sz="520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838200" y="5041616"/>
            <a:ext cx="3781926" cy="12464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sv-SE"/>
              <a:t>Arseniy Buzyan</a:t>
            </a:r>
          </a:p>
        </p:txBody>
      </p:sp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FF0503E-D8D1-3450-F7E1-E713C2455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Varför Fortsättning?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0D39C32-FFED-8FEE-935A-8D532197B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sv-SE" sz="2000" b="1">
                <a:ea typeface="+mn-lt"/>
                <a:cs typeface="+mn-lt"/>
              </a:rPr>
              <a:t>Nu kan du grunderna – men professionella skript kräver MER:</a:t>
            </a:r>
            <a:endParaRPr lang="sv-SE" sz="2000" b="1"/>
          </a:p>
          <a:p>
            <a:r>
              <a:rPr lang="sv-SE" sz="2000">
                <a:ea typeface="+mn-lt"/>
                <a:cs typeface="+mn-lt"/>
              </a:rPr>
              <a:t>Hantera fel utan att skriptet kraschar</a:t>
            </a:r>
            <a:endParaRPr lang="sv-SE" sz="2000"/>
          </a:p>
          <a:p>
            <a:r>
              <a:rPr lang="sv-SE" sz="2000">
                <a:ea typeface="+mn-lt"/>
                <a:cs typeface="+mn-lt"/>
              </a:rPr>
              <a:t>Logga ALLT som händer</a:t>
            </a:r>
            <a:endParaRPr lang="sv-SE" sz="2000"/>
          </a:p>
          <a:p>
            <a:r>
              <a:rPr lang="sv-SE" sz="2000">
                <a:ea typeface="+mn-lt"/>
                <a:cs typeface="+mn-lt"/>
              </a:rPr>
              <a:t>Köra tunga uppgifter i bakgrunden</a:t>
            </a:r>
            <a:endParaRPr lang="sv-SE" sz="2000"/>
          </a:p>
          <a:p>
            <a:r>
              <a:rPr lang="sv-SE" sz="2000">
                <a:ea typeface="+mn-lt"/>
                <a:cs typeface="+mn-lt"/>
              </a:rPr>
              <a:t>Felsöka smart och effektivt</a:t>
            </a:r>
            <a:endParaRPr lang="sv-SE" sz="200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CDC1356C-C549-41FD-7E51-E0C1D4872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124" y="904328"/>
            <a:ext cx="6917140" cy="5030751"/>
          </a:xfrm>
          <a:prstGeom prst="rect">
            <a:avLst/>
          </a:prstGeom>
        </p:spPr>
      </p:pic>
      <p:sp>
        <p:nvSpPr>
          <p:cNvPr id="5" name="textruta 4">
            <a:extLst>
              <a:ext uri="{FF2B5EF4-FFF2-40B4-BE49-F238E27FC236}">
                <a16:creationId xmlns:a16="http://schemas.microsoft.com/office/drawing/2014/main" id="{882C77C0-98E7-630A-D2A9-A8118FB7BF96}"/>
              </a:ext>
            </a:extLst>
          </p:cNvPr>
          <p:cNvSpPr txBox="1"/>
          <p:nvPr/>
        </p:nvSpPr>
        <p:spPr>
          <a:xfrm>
            <a:off x="0" y="6208889"/>
            <a:ext cx="121919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Varför </a:t>
            </a:r>
            <a:r>
              <a:rPr lang="en-US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är</a:t>
            </a:r>
            <a:r>
              <a:rPr lang="en-US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detta</a:t>
            </a:r>
            <a:r>
              <a:rPr lang="en-US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viktigt</a:t>
            </a:r>
            <a:r>
              <a:rPr lang="en-US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?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 Svenska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arbetsgivare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vill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ha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personer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som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kan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skriva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STABILA och ROBUSTA PowerShell-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skript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–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inte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bara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enkla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kommandon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635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92CD4482-A751-9DE1-3FE0-4C9EC143E9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47" t="13687" r="7897" b="2139"/>
          <a:stretch>
            <a:fillRect/>
          </a:stretch>
        </p:blipFill>
        <p:spPr>
          <a:xfrm>
            <a:off x="21" y="112954"/>
            <a:ext cx="12193874" cy="663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29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2">
            <a:extLst>
              <a:ext uri="{FF2B5EF4-FFF2-40B4-BE49-F238E27FC236}">
                <a16:creationId xmlns:a16="http://schemas.microsoft.com/office/drawing/2014/main" id="{6897DEB4-4A88-4293-A935-9B25506C1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14">
            <a:extLst>
              <a:ext uri="{FF2B5EF4-FFF2-40B4-BE49-F238E27FC236}">
                <a16:creationId xmlns:a16="http://schemas.microsoft.com/office/drawing/2014/main" id="{FBE42BC3-6707-4CBF-9386-048B994A4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886" y="0"/>
            <a:ext cx="7538114" cy="6858000"/>
          </a:xfrm>
          <a:custGeom>
            <a:avLst/>
            <a:gdLst>
              <a:gd name="connsiteX0" fmla="*/ 366246 w 7538114"/>
              <a:gd name="connsiteY0" fmla="*/ 0 h 6858000"/>
              <a:gd name="connsiteX1" fmla="*/ 2830292 w 7538114"/>
              <a:gd name="connsiteY1" fmla="*/ 0 h 6858000"/>
              <a:gd name="connsiteX2" fmla="*/ 3903260 w 7538114"/>
              <a:gd name="connsiteY2" fmla="*/ 0 h 6858000"/>
              <a:gd name="connsiteX3" fmla="*/ 4597266 w 7538114"/>
              <a:gd name="connsiteY3" fmla="*/ 0 h 6858000"/>
              <a:gd name="connsiteX4" fmla="*/ 7192370 w 7538114"/>
              <a:gd name="connsiteY4" fmla="*/ 0 h 6858000"/>
              <a:gd name="connsiteX5" fmla="*/ 7538114 w 7538114"/>
              <a:gd name="connsiteY5" fmla="*/ 0 h 6858000"/>
              <a:gd name="connsiteX6" fmla="*/ 7538114 w 7538114"/>
              <a:gd name="connsiteY6" fmla="*/ 6858000 h 6858000"/>
              <a:gd name="connsiteX7" fmla="*/ 7192370 w 7538114"/>
              <a:gd name="connsiteY7" fmla="*/ 6858000 h 6858000"/>
              <a:gd name="connsiteX8" fmla="*/ 4597266 w 7538114"/>
              <a:gd name="connsiteY8" fmla="*/ 6858000 h 6858000"/>
              <a:gd name="connsiteX9" fmla="*/ 3903260 w 7538114"/>
              <a:gd name="connsiteY9" fmla="*/ 6858000 h 6858000"/>
              <a:gd name="connsiteX10" fmla="*/ 2830292 w 7538114"/>
              <a:gd name="connsiteY10" fmla="*/ 6858000 h 6858000"/>
              <a:gd name="connsiteX11" fmla="*/ 170314 w 7538114"/>
              <a:gd name="connsiteY11" fmla="*/ 6858000 h 6858000"/>
              <a:gd name="connsiteX12" fmla="*/ 170341 w 7538114"/>
              <a:gd name="connsiteY12" fmla="*/ 6857759 h 6858000"/>
              <a:gd name="connsiteX13" fmla="*/ 173485 w 7538114"/>
              <a:gd name="connsiteY13" fmla="*/ 6852129 h 6858000"/>
              <a:gd name="connsiteX14" fmla="*/ 167544 w 7538114"/>
              <a:gd name="connsiteY14" fmla="*/ 6830335 h 6858000"/>
              <a:gd name="connsiteX15" fmla="*/ 163472 w 7538114"/>
              <a:gd name="connsiteY15" fmla="*/ 6796707 h 6858000"/>
              <a:gd name="connsiteX16" fmla="*/ 160535 w 7538114"/>
              <a:gd name="connsiteY16" fmla="*/ 6780725 h 6858000"/>
              <a:gd name="connsiteX17" fmla="*/ 162318 w 7538114"/>
              <a:gd name="connsiteY17" fmla="*/ 6767829 h 6858000"/>
              <a:gd name="connsiteX18" fmla="*/ 162771 w 7538114"/>
              <a:gd name="connsiteY18" fmla="*/ 6694444 h 6858000"/>
              <a:gd name="connsiteX19" fmla="*/ 165604 w 7538114"/>
              <a:gd name="connsiteY19" fmla="*/ 6677569 h 6858000"/>
              <a:gd name="connsiteX20" fmla="*/ 171255 w 7538114"/>
              <a:gd name="connsiteY20" fmla="*/ 6669571 h 6858000"/>
              <a:gd name="connsiteX21" fmla="*/ 169240 w 7538114"/>
              <a:gd name="connsiteY21" fmla="*/ 6663304 h 6858000"/>
              <a:gd name="connsiteX22" fmla="*/ 169039 w 7538114"/>
              <a:gd name="connsiteY22" fmla="*/ 6618916 h 6858000"/>
              <a:gd name="connsiteX23" fmla="*/ 168392 w 7538114"/>
              <a:gd name="connsiteY23" fmla="*/ 6589960 h 6858000"/>
              <a:gd name="connsiteX24" fmla="*/ 160636 w 7538114"/>
              <a:gd name="connsiteY24" fmla="*/ 6588200 h 6858000"/>
              <a:gd name="connsiteX25" fmla="*/ 157872 w 7538114"/>
              <a:gd name="connsiteY25" fmla="*/ 6562416 h 6858000"/>
              <a:gd name="connsiteX26" fmla="*/ 162851 w 7538114"/>
              <a:gd name="connsiteY26" fmla="*/ 6534939 h 6858000"/>
              <a:gd name="connsiteX27" fmla="*/ 162153 w 7538114"/>
              <a:gd name="connsiteY27" fmla="*/ 6502552 h 6858000"/>
              <a:gd name="connsiteX28" fmla="*/ 161821 w 7538114"/>
              <a:gd name="connsiteY28" fmla="*/ 6483172 h 6858000"/>
              <a:gd name="connsiteX29" fmla="*/ 154586 w 7538114"/>
              <a:gd name="connsiteY29" fmla="*/ 6432309 h 6858000"/>
              <a:gd name="connsiteX30" fmla="*/ 127078 w 7538114"/>
              <a:gd name="connsiteY30" fmla="*/ 6349783 h 6858000"/>
              <a:gd name="connsiteX31" fmla="*/ 123181 w 7538114"/>
              <a:gd name="connsiteY31" fmla="*/ 6323872 h 6858000"/>
              <a:gd name="connsiteX32" fmla="*/ 124767 w 7538114"/>
              <a:gd name="connsiteY32" fmla="*/ 6319343 h 6858000"/>
              <a:gd name="connsiteX33" fmla="*/ 108246 w 7538114"/>
              <a:gd name="connsiteY33" fmla="*/ 6190348 h 6858000"/>
              <a:gd name="connsiteX34" fmla="*/ 107279 w 7538114"/>
              <a:gd name="connsiteY34" fmla="*/ 6167269 h 6858000"/>
              <a:gd name="connsiteX35" fmla="*/ 107883 w 7538114"/>
              <a:gd name="connsiteY35" fmla="*/ 6149986 h 6858000"/>
              <a:gd name="connsiteX36" fmla="*/ 102380 w 7538114"/>
              <a:gd name="connsiteY36" fmla="*/ 6108622 h 6858000"/>
              <a:gd name="connsiteX37" fmla="*/ 90314 w 7538114"/>
              <a:gd name="connsiteY37" fmla="*/ 6041155 h 6858000"/>
              <a:gd name="connsiteX38" fmla="*/ 88409 w 7538114"/>
              <a:gd name="connsiteY38" fmla="*/ 6026587 h 6858000"/>
              <a:gd name="connsiteX39" fmla="*/ 89403 w 7538114"/>
              <a:gd name="connsiteY39" fmla="*/ 6013265 h 6858000"/>
              <a:gd name="connsiteX40" fmla="*/ 91927 w 7538114"/>
              <a:gd name="connsiteY40" fmla="*/ 6009478 h 6858000"/>
              <a:gd name="connsiteX41" fmla="*/ 91302 w 7538114"/>
              <a:gd name="connsiteY41" fmla="*/ 6001336 h 6858000"/>
              <a:gd name="connsiteX42" fmla="*/ 91687 w 7538114"/>
              <a:gd name="connsiteY42" fmla="*/ 5999003 h 6858000"/>
              <a:gd name="connsiteX43" fmla="*/ 93336 w 7538114"/>
              <a:gd name="connsiteY43" fmla="*/ 5985795 h 6858000"/>
              <a:gd name="connsiteX44" fmla="*/ 83190 w 7538114"/>
              <a:gd name="connsiteY44" fmla="*/ 5961758 h 6858000"/>
              <a:gd name="connsiteX45" fmla="*/ 81952 w 7538114"/>
              <a:gd name="connsiteY45" fmla="*/ 5928761 h 6858000"/>
              <a:gd name="connsiteX46" fmla="*/ 67420 w 7538114"/>
              <a:gd name="connsiteY46" fmla="*/ 5787247 h 6858000"/>
              <a:gd name="connsiteX47" fmla="*/ 50760 w 7538114"/>
              <a:gd name="connsiteY47" fmla="*/ 5710700 h 6858000"/>
              <a:gd name="connsiteX48" fmla="*/ 42956 w 7538114"/>
              <a:gd name="connsiteY48" fmla="*/ 5641754 h 6858000"/>
              <a:gd name="connsiteX49" fmla="*/ 29695 w 7538114"/>
              <a:gd name="connsiteY49" fmla="*/ 5602326 h 6858000"/>
              <a:gd name="connsiteX50" fmla="*/ 18841 w 7538114"/>
              <a:gd name="connsiteY50" fmla="*/ 5570885 h 6858000"/>
              <a:gd name="connsiteX51" fmla="*/ 9977 w 7538114"/>
              <a:gd name="connsiteY51" fmla="*/ 5543492 h 6858000"/>
              <a:gd name="connsiteX52" fmla="*/ 5255 w 7538114"/>
              <a:gd name="connsiteY52" fmla="*/ 5531024 h 6858000"/>
              <a:gd name="connsiteX53" fmla="*/ 5447 w 7538114"/>
              <a:gd name="connsiteY53" fmla="*/ 5527845 h 6858000"/>
              <a:gd name="connsiteX54" fmla="*/ 0 w 7538114"/>
              <a:gd name="connsiteY54" fmla="*/ 5507724 h 6858000"/>
              <a:gd name="connsiteX55" fmla="*/ 435 w 7538114"/>
              <a:gd name="connsiteY55" fmla="*/ 5507045 h 6858000"/>
              <a:gd name="connsiteX56" fmla="*/ 1128 w 7538114"/>
              <a:gd name="connsiteY56" fmla="*/ 5499619 h 6858000"/>
              <a:gd name="connsiteX57" fmla="*/ 1291 w 7538114"/>
              <a:gd name="connsiteY57" fmla="*/ 5486342 h 6858000"/>
              <a:gd name="connsiteX58" fmla="*/ 7976 w 7538114"/>
              <a:gd name="connsiteY58" fmla="*/ 5450755 h 6858000"/>
              <a:gd name="connsiteX59" fmla="*/ 2355 w 7538114"/>
              <a:gd name="connsiteY59" fmla="*/ 5429732 h 6858000"/>
              <a:gd name="connsiteX60" fmla="*/ 1499 w 7538114"/>
              <a:gd name="connsiteY60" fmla="*/ 5370432 h 6858000"/>
              <a:gd name="connsiteX61" fmla="*/ 11483 w 7538114"/>
              <a:gd name="connsiteY61" fmla="*/ 5308330 h 6858000"/>
              <a:gd name="connsiteX62" fmla="*/ 12793 w 7538114"/>
              <a:gd name="connsiteY62" fmla="*/ 5246026 h 6858000"/>
              <a:gd name="connsiteX63" fmla="*/ 12525 w 7538114"/>
              <a:gd name="connsiteY63" fmla="*/ 5223468 h 6858000"/>
              <a:gd name="connsiteX64" fmla="*/ 15322 w 7538114"/>
              <a:gd name="connsiteY64" fmla="*/ 5183258 h 6858000"/>
              <a:gd name="connsiteX65" fmla="*/ 18633 w 7538114"/>
              <a:gd name="connsiteY65" fmla="*/ 5164842 h 6858000"/>
              <a:gd name="connsiteX66" fmla="*/ 18428 w 7538114"/>
              <a:gd name="connsiteY66" fmla="*/ 5164034 h 6858000"/>
              <a:gd name="connsiteX67" fmla="*/ 19854 w 7538114"/>
              <a:gd name="connsiteY67" fmla="*/ 5162388 h 6858000"/>
              <a:gd name="connsiteX68" fmla="*/ 20514 w 7538114"/>
              <a:gd name="connsiteY68" fmla="*/ 5158981 h 6858000"/>
              <a:gd name="connsiteX69" fmla="*/ 20089 w 7538114"/>
              <a:gd name="connsiteY69" fmla="*/ 5149681 h 6858000"/>
              <a:gd name="connsiteX70" fmla="*/ 19561 w 7538114"/>
              <a:gd name="connsiteY70" fmla="*/ 5146183 h 6858000"/>
              <a:gd name="connsiteX71" fmla="*/ 19571 w 7538114"/>
              <a:gd name="connsiteY71" fmla="*/ 5141065 h 6858000"/>
              <a:gd name="connsiteX72" fmla="*/ 19690 w 7538114"/>
              <a:gd name="connsiteY72" fmla="*/ 5140937 h 6858000"/>
              <a:gd name="connsiteX73" fmla="*/ 19471 w 7538114"/>
              <a:gd name="connsiteY73" fmla="*/ 5136144 h 6858000"/>
              <a:gd name="connsiteX74" fmla="*/ 16918 w 7538114"/>
              <a:gd name="connsiteY74" fmla="*/ 5112689 h 6858000"/>
              <a:gd name="connsiteX75" fmla="*/ 28071 w 7538114"/>
              <a:gd name="connsiteY75" fmla="*/ 5081696 h 6858000"/>
              <a:gd name="connsiteX76" fmla="*/ 30005 w 7538114"/>
              <a:gd name="connsiteY76" fmla="*/ 5068879 h 6858000"/>
              <a:gd name="connsiteX77" fmla="*/ 31661 w 7538114"/>
              <a:gd name="connsiteY77" fmla="*/ 5062033 h 6858000"/>
              <a:gd name="connsiteX78" fmla="*/ 32169 w 7538114"/>
              <a:gd name="connsiteY78" fmla="*/ 5061608 h 6858000"/>
              <a:gd name="connsiteX79" fmla="*/ 27436 w 7538114"/>
              <a:gd name="connsiteY79" fmla="*/ 5021480 h 6858000"/>
              <a:gd name="connsiteX80" fmla="*/ 26614 w 7538114"/>
              <a:gd name="connsiteY80" fmla="*/ 5013906 h 6858000"/>
              <a:gd name="connsiteX81" fmla="*/ 25056 w 7538114"/>
              <a:gd name="connsiteY81" fmla="*/ 5011767 h 6858000"/>
              <a:gd name="connsiteX82" fmla="*/ 24513 w 7538114"/>
              <a:gd name="connsiteY82" fmla="*/ 5000592 h 6858000"/>
              <a:gd name="connsiteX83" fmla="*/ 24951 w 7538114"/>
              <a:gd name="connsiteY83" fmla="*/ 4999307 h 6858000"/>
              <a:gd name="connsiteX84" fmla="*/ 22644 w 7538114"/>
              <a:gd name="connsiteY84" fmla="*/ 4990090 h 6858000"/>
              <a:gd name="connsiteX85" fmla="*/ 18465 w 7538114"/>
              <a:gd name="connsiteY85" fmla="*/ 4982366 h 6858000"/>
              <a:gd name="connsiteX86" fmla="*/ 20888 w 7538114"/>
              <a:gd name="connsiteY86" fmla="*/ 4887310 h 6858000"/>
              <a:gd name="connsiteX87" fmla="*/ 15781 w 7538114"/>
              <a:gd name="connsiteY87" fmla="*/ 4807298 h 6858000"/>
              <a:gd name="connsiteX88" fmla="*/ 19649 w 7538114"/>
              <a:gd name="connsiteY88" fmla="*/ 4779990 h 6858000"/>
              <a:gd name="connsiteX89" fmla="*/ 21858 w 7538114"/>
              <a:gd name="connsiteY89" fmla="*/ 4664237 h 6858000"/>
              <a:gd name="connsiteX90" fmla="*/ 13583 w 7538114"/>
              <a:gd name="connsiteY90" fmla="*/ 4598607 h 6858000"/>
              <a:gd name="connsiteX91" fmla="*/ 7118 w 7538114"/>
              <a:gd name="connsiteY91" fmla="*/ 4546768 h 6858000"/>
              <a:gd name="connsiteX92" fmla="*/ 14555 w 7538114"/>
              <a:gd name="connsiteY92" fmla="*/ 4522182 h 6858000"/>
              <a:gd name="connsiteX93" fmla="*/ 17290 w 7538114"/>
              <a:gd name="connsiteY93" fmla="*/ 4509768 h 6858000"/>
              <a:gd name="connsiteX94" fmla="*/ 17421 w 7538114"/>
              <a:gd name="connsiteY94" fmla="*/ 4494586 h 6858000"/>
              <a:gd name="connsiteX95" fmla="*/ 18193 w 7538114"/>
              <a:gd name="connsiteY95" fmla="*/ 4440649 h 6858000"/>
              <a:gd name="connsiteX96" fmla="*/ 16616 w 7538114"/>
              <a:gd name="connsiteY96" fmla="*/ 4431853 h 6858000"/>
              <a:gd name="connsiteX97" fmla="*/ 19246 w 7538114"/>
              <a:gd name="connsiteY97" fmla="*/ 4403141 h 6858000"/>
              <a:gd name="connsiteX98" fmla="*/ 19623 w 7538114"/>
              <a:gd name="connsiteY98" fmla="*/ 4356631 h 6858000"/>
              <a:gd name="connsiteX99" fmla="*/ 20293 w 7538114"/>
              <a:gd name="connsiteY99" fmla="*/ 4339937 h 6858000"/>
              <a:gd name="connsiteX100" fmla="*/ 18752 w 7538114"/>
              <a:gd name="connsiteY100" fmla="*/ 4331435 h 6858000"/>
              <a:gd name="connsiteX101" fmla="*/ 24901 w 7538114"/>
              <a:gd name="connsiteY101" fmla="*/ 4320990 h 6858000"/>
              <a:gd name="connsiteX102" fmla="*/ 23734 w 7538114"/>
              <a:gd name="connsiteY102" fmla="*/ 4309111 h 6858000"/>
              <a:gd name="connsiteX103" fmla="*/ 29040 w 7538114"/>
              <a:gd name="connsiteY103" fmla="*/ 4263489 h 6858000"/>
              <a:gd name="connsiteX104" fmla="*/ 29429 w 7538114"/>
              <a:gd name="connsiteY104" fmla="*/ 4258775 h 6858000"/>
              <a:gd name="connsiteX105" fmla="*/ 33702 w 7538114"/>
              <a:gd name="connsiteY105" fmla="*/ 4248512 h 6858000"/>
              <a:gd name="connsiteX106" fmla="*/ 37356 w 7538114"/>
              <a:gd name="connsiteY106" fmla="*/ 4228644 h 6858000"/>
              <a:gd name="connsiteX107" fmla="*/ 50107 w 7538114"/>
              <a:gd name="connsiteY107" fmla="*/ 4193665 h 6858000"/>
              <a:gd name="connsiteX108" fmla="*/ 56192 w 7538114"/>
              <a:gd name="connsiteY108" fmla="*/ 4173105 h 6858000"/>
              <a:gd name="connsiteX109" fmla="*/ 61800 w 7538114"/>
              <a:gd name="connsiteY109" fmla="*/ 4159194 h 6858000"/>
              <a:gd name="connsiteX110" fmla="*/ 69720 w 7538114"/>
              <a:gd name="connsiteY110" fmla="*/ 4118135 h 6858000"/>
              <a:gd name="connsiteX111" fmla="*/ 80190 w 7538114"/>
              <a:gd name="connsiteY111" fmla="*/ 4047713 h 6858000"/>
              <a:gd name="connsiteX112" fmla="*/ 96666 w 7538114"/>
              <a:gd name="connsiteY112" fmla="*/ 3980780 h 6858000"/>
              <a:gd name="connsiteX113" fmla="*/ 107651 w 7538114"/>
              <a:gd name="connsiteY113" fmla="*/ 3941872 h 6858000"/>
              <a:gd name="connsiteX114" fmla="*/ 118444 w 7538114"/>
              <a:gd name="connsiteY114" fmla="*/ 3897465 h 6858000"/>
              <a:gd name="connsiteX115" fmla="*/ 134545 w 7538114"/>
              <a:gd name="connsiteY115" fmla="*/ 3811132 h 6858000"/>
              <a:gd name="connsiteX116" fmla="*/ 145381 w 7538114"/>
              <a:gd name="connsiteY116" fmla="*/ 3746540 h 6858000"/>
              <a:gd name="connsiteX117" fmla="*/ 146587 w 7538114"/>
              <a:gd name="connsiteY117" fmla="*/ 3670275 h 6858000"/>
              <a:gd name="connsiteX118" fmla="*/ 165690 w 7538114"/>
              <a:gd name="connsiteY118" fmla="*/ 3580981 h 6858000"/>
              <a:gd name="connsiteX119" fmla="*/ 163175 w 7538114"/>
              <a:gd name="connsiteY119" fmla="*/ 3570960 h 6858000"/>
              <a:gd name="connsiteX120" fmla="*/ 162665 w 7538114"/>
              <a:gd name="connsiteY120" fmla="*/ 3560693 h 6858000"/>
              <a:gd name="connsiteX121" fmla="*/ 163299 w 7538114"/>
              <a:gd name="connsiteY121" fmla="*/ 3559743 h 6858000"/>
              <a:gd name="connsiteX122" fmla="*/ 164777 w 7538114"/>
              <a:gd name="connsiteY122" fmla="*/ 3548721 h 6858000"/>
              <a:gd name="connsiteX123" fmla="*/ 163708 w 7538114"/>
              <a:gd name="connsiteY123" fmla="*/ 3545693 h 6858000"/>
              <a:gd name="connsiteX124" fmla="*/ 164286 w 7538114"/>
              <a:gd name="connsiteY124" fmla="*/ 3537938 h 6858000"/>
              <a:gd name="connsiteX125" fmla="*/ 164247 w 7538114"/>
              <a:gd name="connsiteY125" fmla="*/ 3522141 h 6858000"/>
              <a:gd name="connsiteX126" fmla="*/ 165343 w 7538114"/>
              <a:gd name="connsiteY126" fmla="*/ 3519672 h 6858000"/>
              <a:gd name="connsiteX127" fmla="*/ 167001 w 7538114"/>
              <a:gd name="connsiteY127" fmla="*/ 3496604 h 6858000"/>
              <a:gd name="connsiteX128" fmla="*/ 167547 w 7538114"/>
              <a:gd name="connsiteY128" fmla="*/ 3496517 h 6858000"/>
              <a:gd name="connsiteX129" fmla="*/ 170301 w 7538114"/>
              <a:gd name="connsiteY129" fmla="*/ 3491023 h 6858000"/>
              <a:gd name="connsiteX130" fmla="*/ 174371 w 7538114"/>
              <a:gd name="connsiteY130" fmla="*/ 3479998 h 6858000"/>
              <a:gd name="connsiteX131" fmla="*/ 190228 w 7538114"/>
              <a:gd name="connsiteY131" fmla="*/ 3457434 h 6858000"/>
              <a:gd name="connsiteX132" fmla="*/ 192016 w 7538114"/>
              <a:gd name="connsiteY132" fmla="*/ 3433411 h 6858000"/>
              <a:gd name="connsiteX133" fmla="*/ 192663 w 7538114"/>
              <a:gd name="connsiteY133" fmla="*/ 3428691 h 6858000"/>
              <a:gd name="connsiteX134" fmla="*/ 192793 w 7538114"/>
              <a:gd name="connsiteY134" fmla="*/ 3428643 h 6858000"/>
              <a:gd name="connsiteX135" fmla="*/ 193710 w 7538114"/>
              <a:gd name="connsiteY135" fmla="*/ 3423760 h 6858000"/>
              <a:gd name="connsiteX136" fmla="*/ 193839 w 7538114"/>
              <a:gd name="connsiteY136" fmla="*/ 3420085 h 6858000"/>
              <a:gd name="connsiteX137" fmla="*/ 195094 w 7538114"/>
              <a:gd name="connsiteY137" fmla="*/ 3410930 h 6858000"/>
              <a:gd name="connsiteX138" fmla="*/ 196311 w 7538114"/>
              <a:gd name="connsiteY138" fmla="*/ 3408092 h 6858000"/>
              <a:gd name="connsiteX139" fmla="*/ 197928 w 7538114"/>
              <a:gd name="connsiteY139" fmla="*/ 3407419 h 6858000"/>
              <a:gd name="connsiteX140" fmla="*/ 197881 w 7538114"/>
              <a:gd name="connsiteY140" fmla="*/ 3406520 h 6858000"/>
              <a:gd name="connsiteX141" fmla="*/ 204222 w 7538114"/>
              <a:gd name="connsiteY141" fmla="*/ 3391015 h 6858000"/>
              <a:gd name="connsiteX142" fmla="*/ 213950 w 7538114"/>
              <a:gd name="connsiteY142" fmla="*/ 3354361 h 6858000"/>
              <a:gd name="connsiteX143" fmla="*/ 217699 w 7538114"/>
              <a:gd name="connsiteY143" fmla="*/ 3332639 h 6858000"/>
              <a:gd name="connsiteX144" fmla="*/ 229963 w 7538114"/>
              <a:gd name="connsiteY144" fmla="*/ 3273935 h 6858000"/>
              <a:gd name="connsiteX145" fmla="*/ 243785 w 7538114"/>
              <a:gd name="connsiteY145" fmla="*/ 3215621 h 6858000"/>
              <a:gd name="connsiteX146" fmla="*/ 259175 w 7538114"/>
              <a:gd name="connsiteY146" fmla="*/ 3189909 h 6858000"/>
              <a:gd name="connsiteX147" fmla="*/ 259988 w 7538114"/>
              <a:gd name="connsiteY147" fmla="*/ 3186579 h 6858000"/>
              <a:gd name="connsiteX148" fmla="*/ 259980 w 7538114"/>
              <a:gd name="connsiteY148" fmla="*/ 3177264 h 6858000"/>
              <a:gd name="connsiteX149" fmla="*/ 259609 w 7538114"/>
              <a:gd name="connsiteY149" fmla="*/ 3173723 h 6858000"/>
              <a:gd name="connsiteX150" fmla="*/ 259848 w 7538114"/>
              <a:gd name="connsiteY150" fmla="*/ 3168622 h 6858000"/>
              <a:gd name="connsiteX151" fmla="*/ 259971 w 7538114"/>
              <a:gd name="connsiteY151" fmla="*/ 3168508 h 6858000"/>
              <a:gd name="connsiteX152" fmla="*/ 259966 w 7538114"/>
              <a:gd name="connsiteY152" fmla="*/ 3163706 h 6858000"/>
              <a:gd name="connsiteX153" fmla="*/ 258467 w 7538114"/>
              <a:gd name="connsiteY153" fmla="*/ 3140064 h 6858000"/>
              <a:gd name="connsiteX154" fmla="*/ 270990 w 7538114"/>
              <a:gd name="connsiteY154" fmla="*/ 3110288 h 6858000"/>
              <a:gd name="connsiteX155" fmla="*/ 273494 w 7538114"/>
              <a:gd name="connsiteY155" fmla="*/ 3097704 h 6858000"/>
              <a:gd name="connsiteX156" fmla="*/ 275456 w 7538114"/>
              <a:gd name="connsiteY156" fmla="*/ 3091047 h 6858000"/>
              <a:gd name="connsiteX157" fmla="*/ 275980 w 7538114"/>
              <a:gd name="connsiteY157" fmla="*/ 3090672 h 6858000"/>
              <a:gd name="connsiteX158" fmla="*/ 274486 w 7538114"/>
              <a:gd name="connsiteY158" fmla="*/ 3068004 h 6858000"/>
              <a:gd name="connsiteX159" fmla="*/ 275226 w 7538114"/>
              <a:gd name="connsiteY159" fmla="*/ 3065087 h 6858000"/>
              <a:gd name="connsiteX160" fmla="*/ 273050 w 7538114"/>
              <a:gd name="connsiteY160" fmla="*/ 3050191 h 6858000"/>
              <a:gd name="connsiteX161" fmla="*/ 272566 w 7538114"/>
              <a:gd name="connsiteY161" fmla="*/ 3042559 h 6858000"/>
              <a:gd name="connsiteX162" fmla="*/ 271107 w 7538114"/>
              <a:gd name="connsiteY162" fmla="*/ 3040271 h 6858000"/>
              <a:gd name="connsiteX163" fmla="*/ 271065 w 7538114"/>
              <a:gd name="connsiteY163" fmla="*/ 3029072 h 6858000"/>
              <a:gd name="connsiteX164" fmla="*/ 271558 w 7538114"/>
              <a:gd name="connsiteY164" fmla="*/ 3027835 h 6858000"/>
              <a:gd name="connsiteX165" fmla="*/ 268717 w 7538114"/>
              <a:gd name="connsiteY165" fmla="*/ 2964245 h 6858000"/>
              <a:gd name="connsiteX166" fmla="*/ 272511 w 7538114"/>
              <a:gd name="connsiteY166" fmla="*/ 2915772 h 6858000"/>
              <a:gd name="connsiteX167" fmla="*/ 270356 w 7538114"/>
              <a:gd name="connsiteY167" fmla="*/ 2825842 h 6858000"/>
              <a:gd name="connsiteX168" fmla="*/ 273897 w 7538114"/>
              <a:gd name="connsiteY168" fmla="*/ 2734957 h 6858000"/>
              <a:gd name="connsiteX169" fmla="*/ 274458 w 7538114"/>
              <a:gd name="connsiteY169" fmla="*/ 2636572 h 6858000"/>
              <a:gd name="connsiteX170" fmla="*/ 279157 w 7538114"/>
              <a:gd name="connsiteY170" fmla="*/ 2604260 h 6858000"/>
              <a:gd name="connsiteX171" fmla="*/ 288131 w 7538114"/>
              <a:gd name="connsiteY171" fmla="*/ 2582747 h 6858000"/>
              <a:gd name="connsiteX172" fmla="*/ 282516 w 7538114"/>
              <a:gd name="connsiteY172" fmla="*/ 2478755 h 6858000"/>
              <a:gd name="connsiteX173" fmla="*/ 287359 w 7538114"/>
              <a:gd name="connsiteY173" fmla="*/ 2451804 h 6858000"/>
              <a:gd name="connsiteX174" fmla="*/ 289577 w 7538114"/>
              <a:gd name="connsiteY174" fmla="*/ 2408801 h 6858000"/>
              <a:gd name="connsiteX175" fmla="*/ 293203 w 7538114"/>
              <a:gd name="connsiteY175" fmla="*/ 2392670 h 6858000"/>
              <a:gd name="connsiteX176" fmla="*/ 304183 w 7538114"/>
              <a:gd name="connsiteY176" fmla="*/ 2330165 h 6858000"/>
              <a:gd name="connsiteX177" fmla="*/ 310900 w 7538114"/>
              <a:gd name="connsiteY177" fmla="*/ 2276363 h 6858000"/>
              <a:gd name="connsiteX178" fmla="*/ 303909 w 7538114"/>
              <a:gd name="connsiteY178" fmla="*/ 2236310 h 6858000"/>
              <a:gd name="connsiteX179" fmla="*/ 306187 w 7538114"/>
              <a:gd name="connsiteY179" fmla="*/ 2232984 h 6858000"/>
              <a:gd name="connsiteX180" fmla="*/ 307158 w 7538114"/>
              <a:gd name="connsiteY180" fmla="*/ 2205763 h 6858000"/>
              <a:gd name="connsiteX181" fmla="*/ 304860 w 7538114"/>
              <a:gd name="connsiteY181" fmla="*/ 2145703 h 6858000"/>
              <a:gd name="connsiteX182" fmla="*/ 304273 w 7538114"/>
              <a:gd name="connsiteY182" fmla="*/ 2092533 h 6858000"/>
              <a:gd name="connsiteX183" fmla="*/ 301642 w 7538114"/>
              <a:gd name="connsiteY183" fmla="*/ 2057359 h 6858000"/>
              <a:gd name="connsiteX184" fmla="*/ 306736 w 7538114"/>
              <a:gd name="connsiteY184" fmla="*/ 2016105 h 6858000"/>
              <a:gd name="connsiteX185" fmla="*/ 316234 w 7538114"/>
              <a:gd name="connsiteY185" fmla="*/ 1983129 h 6858000"/>
              <a:gd name="connsiteX186" fmla="*/ 318238 w 7538114"/>
              <a:gd name="connsiteY186" fmla="*/ 1956745 h 6858000"/>
              <a:gd name="connsiteX187" fmla="*/ 311341 w 7538114"/>
              <a:gd name="connsiteY187" fmla="*/ 1950160 h 6858000"/>
              <a:gd name="connsiteX188" fmla="*/ 323556 w 7538114"/>
              <a:gd name="connsiteY188" fmla="*/ 1879546 h 6858000"/>
              <a:gd name="connsiteX189" fmla="*/ 326085 w 7538114"/>
              <a:gd name="connsiteY189" fmla="*/ 1854893 h 6858000"/>
              <a:gd name="connsiteX190" fmla="*/ 335058 w 7538114"/>
              <a:gd name="connsiteY190" fmla="*/ 1787684 h 6858000"/>
              <a:gd name="connsiteX191" fmla="*/ 345620 w 7538114"/>
              <a:gd name="connsiteY191" fmla="*/ 1720464 h 6858000"/>
              <a:gd name="connsiteX192" fmla="*/ 360760 w 7538114"/>
              <a:gd name="connsiteY192" fmla="*/ 1681196 h 6858000"/>
              <a:gd name="connsiteX193" fmla="*/ 368483 w 7538114"/>
              <a:gd name="connsiteY193" fmla="*/ 1625881 h 6858000"/>
              <a:gd name="connsiteX194" fmla="*/ 371077 w 7538114"/>
              <a:gd name="connsiteY194" fmla="*/ 1616704 h 6858000"/>
              <a:gd name="connsiteX195" fmla="*/ 383008 w 7538114"/>
              <a:gd name="connsiteY195" fmla="*/ 1551493 h 6858000"/>
              <a:gd name="connsiteX196" fmla="*/ 384834 w 7538114"/>
              <a:gd name="connsiteY196" fmla="*/ 1475233 h 6858000"/>
              <a:gd name="connsiteX197" fmla="*/ 418371 w 7538114"/>
              <a:gd name="connsiteY197" fmla="*/ 1380155 h 6858000"/>
              <a:gd name="connsiteX198" fmla="*/ 469641 w 7538114"/>
              <a:gd name="connsiteY198" fmla="*/ 1210871 h 6858000"/>
              <a:gd name="connsiteX199" fmla="*/ 489701 w 7538114"/>
              <a:gd name="connsiteY199" fmla="*/ 1028427 h 6858000"/>
              <a:gd name="connsiteX200" fmla="*/ 486354 w 7538114"/>
              <a:gd name="connsiteY200" fmla="*/ 980383 h 6858000"/>
              <a:gd name="connsiteX201" fmla="*/ 479762 w 7538114"/>
              <a:gd name="connsiteY201" fmla="*/ 839699 h 6858000"/>
              <a:gd name="connsiteX202" fmla="*/ 445664 w 7538114"/>
              <a:gd name="connsiteY202" fmla="*/ 696545 h 6858000"/>
              <a:gd name="connsiteX203" fmla="*/ 440047 w 7538114"/>
              <a:gd name="connsiteY203" fmla="*/ 606615 h 6858000"/>
              <a:gd name="connsiteX204" fmla="*/ 431225 w 7538114"/>
              <a:gd name="connsiteY204" fmla="*/ 563889 h 6858000"/>
              <a:gd name="connsiteX205" fmla="*/ 430803 w 7538114"/>
              <a:gd name="connsiteY205" fmla="*/ 534294 h 6858000"/>
              <a:gd name="connsiteX206" fmla="*/ 429777 w 7538114"/>
              <a:gd name="connsiteY206" fmla="*/ 516548 h 6858000"/>
              <a:gd name="connsiteX207" fmla="*/ 415090 w 7538114"/>
              <a:gd name="connsiteY207" fmla="*/ 485808 h 6858000"/>
              <a:gd name="connsiteX208" fmla="*/ 410499 w 7538114"/>
              <a:gd name="connsiteY208" fmla="*/ 369873 h 6858000"/>
              <a:gd name="connsiteX209" fmla="*/ 425314 w 7538114"/>
              <a:gd name="connsiteY209" fmla="*/ 259180 h 6858000"/>
              <a:gd name="connsiteX210" fmla="*/ 383240 w 7538114"/>
              <a:gd name="connsiteY210" fmla="*/ 94173 h 6858000"/>
              <a:gd name="connsiteX211" fmla="*/ 379938 w 7538114"/>
              <a:gd name="connsiteY211" fmla="*/ 77267 h 6858000"/>
              <a:gd name="connsiteX212" fmla="*/ 373430 w 7538114"/>
              <a:gd name="connsiteY212" fmla="*/ 388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538114" h="6858000">
                <a:moveTo>
                  <a:pt x="366246" y="0"/>
                </a:moveTo>
                <a:lnTo>
                  <a:pt x="2830292" y="0"/>
                </a:lnTo>
                <a:lnTo>
                  <a:pt x="3903260" y="0"/>
                </a:lnTo>
                <a:lnTo>
                  <a:pt x="4597266" y="0"/>
                </a:lnTo>
                <a:lnTo>
                  <a:pt x="7192370" y="0"/>
                </a:lnTo>
                <a:lnTo>
                  <a:pt x="7538114" y="0"/>
                </a:lnTo>
                <a:lnTo>
                  <a:pt x="7538114" y="6858000"/>
                </a:lnTo>
                <a:lnTo>
                  <a:pt x="7192370" y="6858000"/>
                </a:lnTo>
                <a:lnTo>
                  <a:pt x="4597266" y="6858000"/>
                </a:lnTo>
                <a:lnTo>
                  <a:pt x="3903260" y="6858000"/>
                </a:lnTo>
                <a:lnTo>
                  <a:pt x="2830292" y="6858000"/>
                </a:lnTo>
                <a:lnTo>
                  <a:pt x="170314" y="6858000"/>
                </a:lnTo>
                <a:cubicBezTo>
                  <a:pt x="170323" y="6857920"/>
                  <a:pt x="170332" y="6857839"/>
                  <a:pt x="170341" y="6857759"/>
                </a:cubicBezTo>
                <a:lnTo>
                  <a:pt x="173485" y="6852129"/>
                </a:lnTo>
                <a:lnTo>
                  <a:pt x="167544" y="6830335"/>
                </a:lnTo>
                <a:cubicBezTo>
                  <a:pt x="165474" y="6819600"/>
                  <a:pt x="164100" y="6808301"/>
                  <a:pt x="163472" y="6796707"/>
                </a:cubicBezTo>
                <a:cubicBezTo>
                  <a:pt x="167658" y="6794106"/>
                  <a:pt x="161711" y="6785006"/>
                  <a:pt x="160535" y="6780725"/>
                </a:cubicBezTo>
                <a:cubicBezTo>
                  <a:pt x="163268" y="6780680"/>
                  <a:pt x="164578" y="6771195"/>
                  <a:pt x="162318" y="6767829"/>
                </a:cubicBezTo>
                <a:cubicBezTo>
                  <a:pt x="152545" y="6697090"/>
                  <a:pt x="178083" y="6736894"/>
                  <a:pt x="162771" y="6694444"/>
                </a:cubicBezTo>
                <a:cubicBezTo>
                  <a:pt x="161971" y="6687342"/>
                  <a:pt x="163342" y="6682014"/>
                  <a:pt x="165604" y="6677569"/>
                </a:cubicBezTo>
                <a:lnTo>
                  <a:pt x="171255" y="6669571"/>
                </a:lnTo>
                <a:lnTo>
                  <a:pt x="169240" y="6663304"/>
                </a:lnTo>
                <a:cubicBezTo>
                  <a:pt x="169082" y="6639651"/>
                  <a:pt x="174873" y="6632678"/>
                  <a:pt x="169039" y="6618916"/>
                </a:cubicBezTo>
                <a:cubicBezTo>
                  <a:pt x="181164" y="6598580"/>
                  <a:pt x="170248" y="6605428"/>
                  <a:pt x="168392" y="6589960"/>
                </a:cubicBezTo>
                <a:cubicBezTo>
                  <a:pt x="165975" y="6577758"/>
                  <a:pt x="161323" y="6600160"/>
                  <a:pt x="160636" y="6588200"/>
                </a:cubicBezTo>
                <a:cubicBezTo>
                  <a:pt x="163766" y="6575263"/>
                  <a:pt x="154044" y="6575871"/>
                  <a:pt x="157872" y="6562416"/>
                </a:cubicBezTo>
                <a:cubicBezTo>
                  <a:pt x="165196" y="6565685"/>
                  <a:pt x="156453" y="6535866"/>
                  <a:pt x="162851" y="6534939"/>
                </a:cubicBezTo>
                <a:cubicBezTo>
                  <a:pt x="153702" y="6523511"/>
                  <a:pt x="164973" y="6517769"/>
                  <a:pt x="162153" y="6502552"/>
                </a:cubicBezTo>
                <a:cubicBezTo>
                  <a:pt x="158692" y="6495386"/>
                  <a:pt x="158098" y="6490216"/>
                  <a:pt x="161821" y="6483172"/>
                </a:cubicBezTo>
                <a:cubicBezTo>
                  <a:pt x="144969" y="6450162"/>
                  <a:pt x="161066" y="6463202"/>
                  <a:pt x="154586" y="6432309"/>
                </a:cubicBezTo>
                <a:cubicBezTo>
                  <a:pt x="147771" y="6405695"/>
                  <a:pt x="143349" y="6375524"/>
                  <a:pt x="127078" y="6349783"/>
                </a:cubicBezTo>
                <a:cubicBezTo>
                  <a:pt x="122468" y="6345058"/>
                  <a:pt x="120723" y="6333456"/>
                  <a:pt x="123181" y="6323872"/>
                </a:cubicBezTo>
                <a:cubicBezTo>
                  <a:pt x="123604" y="6322225"/>
                  <a:pt x="124138" y="6320698"/>
                  <a:pt x="124767" y="6319343"/>
                </a:cubicBezTo>
                <a:cubicBezTo>
                  <a:pt x="122278" y="6297089"/>
                  <a:pt x="111161" y="6215694"/>
                  <a:pt x="108246" y="6190348"/>
                </a:cubicBezTo>
                <a:cubicBezTo>
                  <a:pt x="114169" y="6188296"/>
                  <a:pt x="103482" y="6175479"/>
                  <a:pt x="107279" y="6167269"/>
                </a:cubicBezTo>
                <a:cubicBezTo>
                  <a:pt x="110610" y="6161389"/>
                  <a:pt x="108145" y="6156128"/>
                  <a:pt x="107883" y="6149986"/>
                </a:cubicBezTo>
                <a:cubicBezTo>
                  <a:pt x="110502" y="6141894"/>
                  <a:pt x="105773" y="6115502"/>
                  <a:pt x="102380" y="6108622"/>
                </a:cubicBezTo>
                <a:cubicBezTo>
                  <a:pt x="90593" y="6092179"/>
                  <a:pt x="99346" y="6054816"/>
                  <a:pt x="90314" y="6041155"/>
                </a:cubicBezTo>
                <a:cubicBezTo>
                  <a:pt x="88990" y="6036198"/>
                  <a:pt x="88454" y="6031348"/>
                  <a:pt x="88409" y="6026587"/>
                </a:cubicBezTo>
                <a:lnTo>
                  <a:pt x="89403" y="6013265"/>
                </a:lnTo>
                <a:lnTo>
                  <a:pt x="91927" y="6009478"/>
                </a:lnTo>
                <a:lnTo>
                  <a:pt x="91302" y="6001336"/>
                </a:lnTo>
                <a:cubicBezTo>
                  <a:pt x="91431" y="6000558"/>
                  <a:pt x="91559" y="5999781"/>
                  <a:pt x="91687" y="5999003"/>
                </a:cubicBezTo>
                <a:cubicBezTo>
                  <a:pt x="92431" y="5994547"/>
                  <a:pt x="93080" y="5990148"/>
                  <a:pt x="93336" y="5985795"/>
                </a:cubicBezTo>
                <a:cubicBezTo>
                  <a:pt x="80676" y="5991520"/>
                  <a:pt x="93430" y="5949705"/>
                  <a:pt x="83190" y="5961758"/>
                </a:cubicBezTo>
                <a:cubicBezTo>
                  <a:pt x="82399" y="5938832"/>
                  <a:pt x="72862" y="5956319"/>
                  <a:pt x="81952" y="5928761"/>
                </a:cubicBezTo>
                <a:cubicBezTo>
                  <a:pt x="79324" y="5899676"/>
                  <a:pt x="72619" y="5823590"/>
                  <a:pt x="67420" y="5787247"/>
                </a:cubicBezTo>
                <a:cubicBezTo>
                  <a:pt x="53530" y="5750058"/>
                  <a:pt x="57730" y="5736292"/>
                  <a:pt x="50760" y="5710700"/>
                </a:cubicBezTo>
                <a:cubicBezTo>
                  <a:pt x="47368" y="5660911"/>
                  <a:pt x="30723" y="5663675"/>
                  <a:pt x="42956" y="5641754"/>
                </a:cubicBezTo>
                <a:cubicBezTo>
                  <a:pt x="39970" y="5608358"/>
                  <a:pt x="24769" y="5637338"/>
                  <a:pt x="29695" y="5602326"/>
                </a:cubicBezTo>
                <a:cubicBezTo>
                  <a:pt x="27700" y="5601239"/>
                  <a:pt x="20274" y="5573144"/>
                  <a:pt x="18841" y="5570885"/>
                </a:cubicBezTo>
                <a:lnTo>
                  <a:pt x="9977" y="5543492"/>
                </a:lnTo>
                <a:lnTo>
                  <a:pt x="5255" y="5531024"/>
                </a:lnTo>
                <a:lnTo>
                  <a:pt x="5447" y="5527845"/>
                </a:lnTo>
                <a:lnTo>
                  <a:pt x="0" y="5507724"/>
                </a:lnTo>
                <a:lnTo>
                  <a:pt x="435" y="5507045"/>
                </a:lnTo>
                <a:cubicBezTo>
                  <a:pt x="1286" y="5505065"/>
                  <a:pt x="1681" y="5502734"/>
                  <a:pt x="1128" y="5499619"/>
                </a:cubicBezTo>
                <a:cubicBezTo>
                  <a:pt x="9450" y="5498516"/>
                  <a:pt x="3652" y="5495435"/>
                  <a:pt x="1291" y="5486342"/>
                </a:cubicBezTo>
                <a:cubicBezTo>
                  <a:pt x="13688" y="5482600"/>
                  <a:pt x="2464" y="5460320"/>
                  <a:pt x="7976" y="5450755"/>
                </a:cubicBezTo>
                <a:cubicBezTo>
                  <a:pt x="5962" y="5444157"/>
                  <a:pt x="4058" y="5437113"/>
                  <a:pt x="2355" y="5429732"/>
                </a:cubicBezTo>
                <a:lnTo>
                  <a:pt x="1499" y="5370432"/>
                </a:lnTo>
                <a:lnTo>
                  <a:pt x="11483" y="5308330"/>
                </a:lnTo>
                <a:cubicBezTo>
                  <a:pt x="11701" y="5285359"/>
                  <a:pt x="15408" y="5265468"/>
                  <a:pt x="12793" y="5246026"/>
                </a:cubicBezTo>
                <a:cubicBezTo>
                  <a:pt x="15678" y="5238129"/>
                  <a:pt x="16842" y="5230685"/>
                  <a:pt x="12525" y="5223468"/>
                </a:cubicBezTo>
                <a:cubicBezTo>
                  <a:pt x="13966" y="5202031"/>
                  <a:pt x="20131" y="5196842"/>
                  <a:pt x="15322" y="5183258"/>
                </a:cubicBezTo>
                <a:cubicBezTo>
                  <a:pt x="25294" y="5171214"/>
                  <a:pt x="21488" y="5170502"/>
                  <a:pt x="18633" y="5164842"/>
                </a:cubicBezTo>
                <a:cubicBezTo>
                  <a:pt x="18565" y="5164573"/>
                  <a:pt x="18496" y="5164303"/>
                  <a:pt x="18428" y="5164034"/>
                </a:cubicBezTo>
                <a:lnTo>
                  <a:pt x="19854" y="5162388"/>
                </a:lnTo>
                <a:lnTo>
                  <a:pt x="20514" y="5158981"/>
                </a:lnTo>
                <a:lnTo>
                  <a:pt x="20089" y="5149681"/>
                </a:lnTo>
                <a:lnTo>
                  <a:pt x="19561" y="5146183"/>
                </a:lnTo>
                <a:cubicBezTo>
                  <a:pt x="19336" y="5143774"/>
                  <a:pt x="19361" y="5142173"/>
                  <a:pt x="19571" y="5141065"/>
                </a:cubicBezTo>
                <a:lnTo>
                  <a:pt x="19690" y="5140937"/>
                </a:lnTo>
                <a:cubicBezTo>
                  <a:pt x="19617" y="5139339"/>
                  <a:pt x="19544" y="5137742"/>
                  <a:pt x="19471" y="5136144"/>
                </a:cubicBezTo>
                <a:cubicBezTo>
                  <a:pt x="18832" y="5128055"/>
                  <a:pt x="17958" y="5120182"/>
                  <a:pt x="16918" y="5112689"/>
                </a:cubicBezTo>
                <a:cubicBezTo>
                  <a:pt x="23464" y="5106353"/>
                  <a:pt x="15733" y="5078666"/>
                  <a:pt x="28071" y="5081696"/>
                </a:cubicBezTo>
                <a:cubicBezTo>
                  <a:pt x="27036" y="5071588"/>
                  <a:pt x="21912" y="5065475"/>
                  <a:pt x="30005" y="5068879"/>
                </a:cubicBezTo>
                <a:cubicBezTo>
                  <a:pt x="29897" y="5065551"/>
                  <a:pt x="30585" y="5063501"/>
                  <a:pt x="31661" y="5062033"/>
                </a:cubicBezTo>
                <a:lnTo>
                  <a:pt x="32169" y="5061608"/>
                </a:lnTo>
                <a:lnTo>
                  <a:pt x="27436" y="5021480"/>
                </a:lnTo>
                <a:lnTo>
                  <a:pt x="26614" y="5013906"/>
                </a:lnTo>
                <a:lnTo>
                  <a:pt x="25056" y="5011767"/>
                </a:lnTo>
                <a:cubicBezTo>
                  <a:pt x="24110" y="5009457"/>
                  <a:pt x="23701" y="5006147"/>
                  <a:pt x="24513" y="5000592"/>
                </a:cubicBezTo>
                <a:lnTo>
                  <a:pt x="24951" y="4999307"/>
                </a:lnTo>
                <a:lnTo>
                  <a:pt x="22644" y="4990090"/>
                </a:lnTo>
                <a:cubicBezTo>
                  <a:pt x="21579" y="4987122"/>
                  <a:pt x="20222" y="4984494"/>
                  <a:pt x="18465" y="4982366"/>
                </a:cubicBezTo>
                <a:cubicBezTo>
                  <a:pt x="27858" y="4950984"/>
                  <a:pt x="19264" y="4921373"/>
                  <a:pt x="20888" y="4887310"/>
                </a:cubicBezTo>
                <a:cubicBezTo>
                  <a:pt x="17563" y="4848813"/>
                  <a:pt x="18386" y="4829570"/>
                  <a:pt x="15781" y="4807298"/>
                </a:cubicBezTo>
                <a:cubicBezTo>
                  <a:pt x="15634" y="4803627"/>
                  <a:pt x="14440" y="4773874"/>
                  <a:pt x="19649" y="4779990"/>
                </a:cubicBezTo>
                <a:cubicBezTo>
                  <a:pt x="18744" y="4746827"/>
                  <a:pt x="22869" y="4698305"/>
                  <a:pt x="21858" y="4664237"/>
                </a:cubicBezTo>
                <a:cubicBezTo>
                  <a:pt x="34232" y="4642340"/>
                  <a:pt x="11268" y="4621318"/>
                  <a:pt x="13583" y="4598607"/>
                </a:cubicBezTo>
                <a:cubicBezTo>
                  <a:pt x="2193" y="4604819"/>
                  <a:pt x="19974" y="4548010"/>
                  <a:pt x="7118" y="4546768"/>
                </a:cubicBezTo>
                <a:lnTo>
                  <a:pt x="14555" y="4522182"/>
                </a:lnTo>
                <a:lnTo>
                  <a:pt x="17290" y="4509768"/>
                </a:lnTo>
                <a:cubicBezTo>
                  <a:pt x="17884" y="4505118"/>
                  <a:pt x="18021" y="4500115"/>
                  <a:pt x="17421" y="4494586"/>
                </a:cubicBezTo>
                <a:cubicBezTo>
                  <a:pt x="12327" y="4480984"/>
                  <a:pt x="18571" y="4459805"/>
                  <a:pt x="18193" y="4440649"/>
                </a:cubicBezTo>
                <a:lnTo>
                  <a:pt x="16616" y="4431853"/>
                </a:lnTo>
                <a:lnTo>
                  <a:pt x="19246" y="4403141"/>
                </a:lnTo>
                <a:cubicBezTo>
                  <a:pt x="19372" y="4387638"/>
                  <a:pt x="19497" y="4372134"/>
                  <a:pt x="19623" y="4356631"/>
                </a:cubicBezTo>
                <a:cubicBezTo>
                  <a:pt x="19508" y="4349062"/>
                  <a:pt x="15847" y="4339045"/>
                  <a:pt x="20293" y="4339937"/>
                </a:cubicBezTo>
                <a:lnTo>
                  <a:pt x="18752" y="4331435"/>
                </a:lnTo>
                <a:cubicBezTo>
                  <a:pt x="19520" y="4328277"/>
                  <a:pt x="24070" y="4324711"/>
                  <a:pt x="24901" y="4320990"/>
                </a:cubicBezTo>
                <a:lnTo>
                  <a:pt x="23734" y="4309111"/>
                </a:lnTo>
                <a:cubicBezTo>
                  <a:pt x="24423" y="4299527"/>
                  <a:pt x="28090" y="4271878"/>
                  <a:pt x="29040" y="4263489"/>
                </a:cubicBezTo>
                <a:cubicBezTo>
                  <a:pt x="29169" y="4261918"/>
                  <a:pt x="29300" y="4260346"/>
                  <a:pt x="29429" y="4258775"/>
                </a:cubicBezTo>
                <a:lnTo>
                  <a:pt x="33702" y="4248512"/>
                </a:lnTo>
                <a:cubicBezTo>
                  <a:pt x="36933" y="4241044"/>
                  <a:pt x="39109" y="4235167"/>
                  <a:pt x="37356" y="4228644"/>
                </a:cubicBezTo>
                <a:cubicBezTo>
                  <a:pt x="41530" y="4217526"/>
                  <a:pt x="53227" y="4209759"/>
                  <a:pt x="50107" y="4193665"/>
                </a:cubicBezTo>
                <a:cubicBezTo>
                  <a:pt x="55406" y="4198550"/>
                  <a:pt x="50749" y="4175793"/>
                  <a:pt x="56192" y="4173105"/>
                </a:cubicBezTo>
                <a:cubicBezTo>
                  <a:pt x="60575" y="4171863"/>
                  <a:pt x="60184" y="4164671"/>
                  <a:pt x="61800" y="4159194"/>
                </a:cubicBezTo>
                <a:cubicBezTo>
                  <a:pt x="66276" y="4155290"/>
                  <a:pt x="70363" y="4127730"/>
                  <a:pt x="69720" y="4118135"/>
                </a:cubicBezTo>
                <a:cubicBezTo>
                  <a:pt x="65265" y="4091091"/>
                  <a:pt x="83289" y="4069336"/>
                  <a:pt x="80190" y="4047713"/>
                </a:cubicBezTo>
                <a:cubicBezTo>
                  <a:pt x="84682" y="4020435"/>
                  <a:pt x="92089" y="3998420"/>
                  <a:pt x="96666" y="3980780"/>
                </a:cubicBezTo>
                <a:cubicBezTo>
                  <a:pt x="98580" y="3977851"/>
                  <a:pt x="106155" y="3945259"/>
                  <a:pt x="107651" y="3941872"/>
                </a:cubicBezTo>
                <a:cubicBezTo>
                  <a:pt x="111761" y="3922504"/>
                  <a:pt x="112043" y="3930219"/>
                  <a:pt x="118444" y="3897465"/>
                </a:cubicBezTo>
                <a:cubicBezTo>
                  <a:pt x="124996" y="3869981"/>
                  <a:pt x="127657" y="3841768"/>
                  <a:pt x="134545" y="3811132"/>
                </a:cubicBezTo>
                <a:cubicBezTo>
                  <a:pt x="143817" y="3778601"/>
                  <a:pt x="141464" y="3759343"/>
                  <a:pt x="145381" y="3746540"/>
                </a:cubicBezTo>
                <a:cubicBezTo>
                  <a:pt x="156739" y="3719637"/>
                  <a:pt x="147664" y="3711291"/>
                  <a:pt x="146587" y="3670275"/>
                </a:cubicBezTo>
                <a:cubicBezTo>
                  <a:pt x="154134" y="3638754"/>
                  <a:pt x="151397" y="3605028"/>
                  <a:pt x="165690" y="3580981"/>
                </a:cubicBezTo>
                <a:cubicBezTo>
                  <a:pt x="164433" y="3577837"/>
                  <a:pt x="163639" y="3574469"/>
                  <a:pt x="163175" y="3570960"/>
                </a:cubicBezTo>
                <a:lnTo>
                  <a:pt x="162665" y="3560693"/>
                </a:lnTo>
                <a:lnTo>
                  <a:pt x="163299" y="3559743"/>
                </a:lnTo>
                <a:cubicBezTo>
                  <a:pt x="165039" y="3554949"/>
                  <a:pt x="165246" y="3551528"/>
                  <a:pt x="164777" y="3548721"/>
                </a:cubicBezTo>
                <a:lnTo>
                  <a:pt x="163708" y="3545693"/>
                </a:lnTo>
                <a:lnTo>
                  <a:pt x="164286" y="3537938"/>
                </a:lnTo>
                <a:cubicBezTo>
                  <a:pt x="164273" y="3532672"/>
                  <a:pt x="164261" y="3527407"/>
                  <a:pt x="164247" y="3522141"/>
                </a:cubicBezTo>
                <a:lnTo>
                  <a:pt x="165343" y="3519672"/>
                </a:lnTo>
                <a:lnTo>
                  <a:pt x="167001" y="3496604"/>
                </a:lnTo>
                <a:lnTo>
                  <a:pt x="167547" y="3496517"/>
                </a:lnTo>
                <a:cubicBezTo>
                  <a:pt x="168811" y="3495796"/>
                  <a:pt x="169814" y="3494272"/>
                  <a:pt x="170301" y="3491023"/>
                </a:cubicBezTo>
                <a:cubicBezTo>
                  <a:pt x="177219" y="3499391"/>
                  <a:pt x="173541" y="3490314"/>
                  <a:pt x="174371" y="3479998"/>
                </a:cubicBezTo>
                <a:cubicBezTo>
                  <a:pt x="185299" y="3490692"/>
                  <a:pt x="183023" y="3459350"/>
                  <a:pt x="190228" y="3457434"/>
                </a:cubicBezTo>
                <a:cubicBezTo>
                  <a:pt x="190591" y="3449617"/>
                  <a:pt x="191174" y="3441542"/>
                  <a:pt x="192016" y="3433411"/>
                </a:cubicBezTo>
                <a:lnTo>
                  <a:pt x="192663" y="3428691"/>
                </a:lnTo>
                <a:cubicBezTo>
                  <a:pt x="192706" y="3428676"/>
                  <a:pt x="192750" y="3428659"/>
                  <a:pt x="192793" y="3428643"/>
                </a:cubicBezTo>
                <a:cubicBezTo>
                  <a:pt x="193186" y="3427720"/>
                  <a:pt x="193494" y="3426206"/>
                  <a:pt x="193710" y="3423760"/>
                </a:cubicBezTo>
                <a:cubicBezTo>
                  <a:pt x="193753" y="3422535"/>
                  <a:pt x="193797" y="3421310"/>
                  <a:pt x="193839" y="3420085"/>
                </a:cubicBezTo>
                <a:lnTo>
                  <a:pt x="195094" y="3410930"/>
                </a:lnTo>
                <a:lnTo>
                  <a:pt x="196311" y="3408092"/>
                </a:lnTo>
                <a:lnTo>
                  <a:pt x="197928" y="3407419"/>
                </a:lnTo>
                <a:cubicBezTo>
                  <a:pt x="197912" y="3407119"/>
                  <a:pt x="197897" y="3406820"/>
                  <a:pt x="197881" y="3406520"/>
                </a:cubicBezTo>
                <a:cubicBezTo>
                  <a:pt x="196231" y="3399306"/>
                  <a:pt x="192821" y="3396220"/>
                  <a:pt x="204222" y="3391015"/>
                </a:cubicBezTo>
                <a:cubicBezTo>
                  <a:pt x="202162" y="3374996"/>
                  <a:pt x="208811" y="3373934"/>
                  <a:pt x="213950" y="3354361"/>
                </a:cubicBezTo>
                <a:cubicBezTo>
                  <a:pt x="211218" y="3344737"/>
                  <a:pt x="213619" y="3338360"/>
                  <a:pt x="217699" y="3332639"/>
                </a:cubicBezTo>
                <a:cubicBezTo>
                  <a:pt x="218717" y="3312409"/>
                  <a:pt x="225688" y="3295747"/>
                  <a:pt x="229963" y="3273935"/>
                </a:cubicBezTo>
                <a:cubicBezTo>
                  <a:pt x="228293" y="3248488"/>
                  <a:pt x="239257" y="3238943"/>
                  <a:pt x="243785" y="3215621"/>
                </a:cubicBezTo>
                <a:cubicBezTo>
                  <a:pt x="237893" y="3192522"/>
                  <a:pt x="253940" y="3201000"/>
                  <a:pt x="259175" y="3189909"/>
                </a:cubicBezTo>
                <a:lnTo>
                  <a:pt x="259988" y="3186579"/>
                </a:lnTo>
                <a:lnTo>
                  <a:pt x="259980" y="3177264"/>
                </a:lnTo>
                <a:lnTo>
                  <a:pt x="259609" y="3173723"/>
                </a:lnTo>
                <a:cubicBezTo>
                  <a:pt x="259490" y="3171299"/>
                  <a:pt x="259588" y="3169704"/>
                  <a:pt x="259848" y="3168622"/>
                </a:cubicBezTo>
                <a:lnTo>
                  <a:pt x="259971" y="3168508"/>
                </a:lnTo>
                <a:cubicBezTo>
                  <a:pt x="259969" y="3166907"/>
                  <a:pt x="259968" y="3165307"/>
                  <a:pt x="259966" y="3163706"/>
                </a:cubicBezTo>
                <a:cubicBezTo>
                  <a:pt x="259691" y="3155577"/>
                  <a:pt x="259171" y="3147642"/>
                  <a:pt x="258467" y="3140064"/>
                </a:cubicBezTo>
                <a:cubicBezTo>
                  <a:pt x="265286" y="3134408"/>
                  <a:pt x="258805" y="3106027"/>
                  <a:pt x="270990" y="3110288"/>
                </a:cubicBezTo>
                <a:cubicBezTo>
                  <a:pt x="270407" y="3100106"/>
                  <a:pt x="265565" y="3093497"/>
                  <a:pt x="273494" y="3097704"/>
                </a:cubicBezTo>
                <a:cubicBezTo>
                  <a:pt x="273534" y="3094376"/>
                  <a:pt x="274313" y="3092401"/>
                  <a:pt x="275456" y="3091047"/>
                </a:cubicBezTo>
                <a:lnTo>
                  <a:pt x="275980" y="3090672"/>
                </a:lnTo>
                <a:lnTo>
                  <a:pt x="274486" y="3068004"/>
                </a:lnTo>
                <a:lnTo>
                  <a:pt x="275226" y="3065087"/>
                </a:lnTo>
                <a:lnTo>
                  <a:pt x="273050" y="3050191"/>
                </a:lnTo>
                <a:cubicBezTo>
                  <a:pt x="272889" y="3047647"/>
                  <a:pt x="272728" y="3045103"/>
                  <a:pt x="272566" y="3042559"/>
                </a:cubicBezTo>
                <a:lnTo>
                  <a:pt x="271107" y="3040271"/>
                </a:lnTo>
                <a:cubicBezTo>
                  <a:pt x="270265" y="3037872"/>
                  <a:pt x="270006" y="3034528"/>
                  <a:pt x="271065" y="3029072"/>
                </a:cubicBezTo>
                <a:lnTo>
                  <a:pt x="271558" y="3027835"/>
                </a:lnTo>
                <a:cubicBezTo>
                  <a:pt x="270688" y="3024705"/>
                  <a:pt x="268559" y="2982922"/>
                  <a:pt x="268717" y="2964245"/>
                </a:cubicBezTo>
                <a:cubicBezTo>
                  <a:pt x="279502" y="2933904"/>
                  <a:pt x="269365" y="2949568"/>
                  <a:pt x="272511" y="2915772"/>
                </a:cubicBezTo>
                <a:cubicBezTo>
                  <a:pt x="272017" y="2877552"/>
                  <a:pt x="270125" y="2850992"/>
                  <a:pt x="270356" y="2825842"/>
                </a:cubicBezTo>
                <a:cubicBezTo>
                  <a:pt x="269433" y="2814032"/>
                  <a:pt x="268938" y="2727859"/>
                  <a:pt x="273897" y="2734957"/>
                </a:cubicBezTo>
                <a:cubicBezTo>
                  <a:pt x="264242" y="2698391"/>
                  <a:pt x="277769" y="2677127"/>
                  <a:pt x="274458" y="2636572"/>
                </a:cubicBezTo>
                <a:cubicBezTo>
                  <a:pt x="287792" y="2615986"/>
                  <a:pt x="275829" y="2626668"/>
                  <a:pt x="279157" y="2604260"/>
                </a:cubicBezTo>
                <a:cubicBezTo>
                  <a:pt x="279270" y="2587221"/>
                  <a:pt x="288019" y="2599786"/>
                  <a:pt x="288131" y="2582747"/>
                </a:cubicBezTo>
                <a:cubicBezTo>
                  <a:pt x="260352" y="2545890"/>
                  <a:pt x="290145" y="2525479"/>
                  <a:pt x="282516" y="2478755"/>
                </a:cubicBezTo>
                <a:lnTo>
                  <a:pt x="287359" y="2451804"/>
                </a:lnTo>
                <a:cubicBezTo>
                  <a:pt x="285426" y="2443087"/>
                  <a:pt x="285710" y="2414879"/>
                  <a:pt x="289577" y="2408801"/>
                </a:cubicBezTo>
                <a:cubicBezTo>
                  <a:pt x="290424" y="2402768"/>
                  <a:pt x="289064" y="2396183"/>
                  <a:pt x="293203" y="2392670"/>
                </a:cubicBezTo>
                <a:cubicBezTo>
                  <a:pt x="295637" y="2379564"/>
                  <a:pt x="301233" y="2349549"/>
                  <a:pt x="304183" y="2330165"/>
                </a:cubicBezTo>
                <a:cubicBezTo>
                  <a:pt x="298973" y="2319718"/>
                  <a:pt x="309550" y="2303314"/>
                  <a:pt x="310900" y="2276363"/>
                </a:cubicBezTo>
                <a:cubicBezTo>
                  <a:pt x="304874" y="2264930"/>
                  <a:pt x="311891" y="2258198"/>
                  <a:pt x="303909" y="2236310"/>
                </a:cubicBezTo>
                <a:cubicBezTo>
                  <a:pt x="304734" y="2235412"/>
                  <a:pt x="305502" y="2234293"/>
                  <a:pt x="306187" y="2232984"/>
                </a:cubicBezTo>
                <a:cubicBezTo>
                  <a:pt x="310170" y="2225381"/>
                  <a:pt x="310605" y="2213194"/>
                  <a:pt x="307158" y="2205763"/>
                </a:cubicBezTo>
                <a:cubicBezTo>
                  <a:pt x="296601" y="2170883"/>
                  <a:pt x="306474" y="2175442"/>
                  <a:pt x="304860" y="2145703"/>
                </a:cubicBezTo>
                <a:cubicBezTo>
                  <a:pt x="304314" y="2112090"/>
                  <a:pt x="314083" y="2134724"/>
                  <a:pt x="304273" y="2092533"/>
                </a:cubicBezTo>
                <a:cubicBezTo>
                  <a:pt x="308983" y="2088154"/>
                  <a:pt x="303590" y="2066396"/>
                  <a:pt x="301642" y="2057359"/>
                </a:cubicBezTo>
                <a:cubicBezTo>
                  <a:pt x="301720" y="2041038"/>
                  <a:pt x="313213" y="2032807"/>
                  <a:pt x="306736" y="2016105"/>
                </a:cubicBezTo>
                <a:cubicBezTo>
                  <a:pt x="312847" y="2019262"/>
                  <a:pt x="310007" y="1975377"/>
                  <a:pt x="316234" y="1983129"/>
                </a:cubicBezTo>
                <a:cubicBezTo>
                  <a:pt x="322177" y="1972692"/>
                  <a:pt x="313034" y="1967129"/>
                  <a:pt x="318238" y="1956745"/>
                </a:cubicBezTo>
                <a:cubicBezTo>
                  <a:pt x="319718" y="1944884"/>
                  <a:pt x="311423" y="1963350"/>
                  <a:pt x="311341" y="1950160"/>
                </a:cubicBezTo>
                <a:lnTo>
                  <a:pt x="323556" y="1879546"/>
                </a:lnTo>
                <a:cubicBezTo>
                  <a:pt x="320263" y="1869846"/>
                  <a:pt x="322312" y="1862247"/>
                  <a:pt x="326085" y="1854893"/>
                </a:cubicBezTo>
                <a:cubicBezTo>
                  <a:pt x="325955" y="1832625"/>
                  <a:pt x="332007" y="1812578"/>
                  <a:pt x="335058" y="1787684"/>
                </a:cubicBezTo>
                <a:cubicBezTo>
                  <a:pt x="331933" y="1760490"/>
                  <a:pt x="342400" y="1747069"/>
                  <a:pt x="345620" y="1720464"/>
                </a:cubicBezTo>
                <a:cubicBezTo>
                  <a:pt x="337355" y="1693643"/>
                  <a:pt x="360215" y="1703686"/>
                  <a:pt x="360760" y="1681196"/>
                </a:cubicBezTo>
                <a:cubicBezTo>
                  <a:pt x="353923" y="1644243"/>
                  <a:pt x="368449" y="1682451"/>
                  <a:pt x="368483" y="1625881"/>
                </a:cubicBezTo>
                <a:cubicBezTo>
                  <a:pt x="367181" y="1622619"/>
                  <a:pt x="369088" y="1615868"/>
                  <a:pt x="371077" y="1616704"/>
                </a:cubicBezTo>
                <a:cubicBezTo>
                  <a:pt x="371005" y="1604306"/>
                  <a:pt x="384453" y="1569256"/>
                  <a:pt x="383008" y="1551493"/>
                </a:cubicBezTo>
                <a:cubicBezTo>
                  <a:pt x="390598" y="1517303"/>
                  <a:pt x="381821" y="1500132"/>
                  <a:pt x="384834" y="1475233"/>
                </a:cubicBezTo>
                <a:cubicBezTo>
                  <a:pt x="393221" y="1446677"/>
                  <a:pt x="400498" y="1430031"/>
                  <a:pt x="418371" y="1380155"/>
                </a:cubicBezTo>
                <a:lnTo>
                  <a:pt x="469641" y="1210871"/>
                </a:lnTo>
                <a:cubicBezTo>
                  <a:pt x="507460" y="1148093"/>
                  <a:pt x="486915" y="1066841"/>
                  <a:pt x="489701" y="1028427"/>
                </a:cubicBezTo>
                <a:cubicBezTo>
                  <a:pt x="478454" y="1012506"/>
                  <a:pt x="490925" y="999600"/>
                  <a:pt x="486354" y="980383"/>
                </a:cubicBezTo>
                <a:cubicBezTo>
                  <a:pt x="483880" y="937629"/>
                  <a:pt x="471099" y="895192"/>
                  <a:pt x="479762" y="839699"/>
                </a:cubicBezTo>
                <a:cubicBezTo>
                  <a:pt x="444550" y="814685"/>
                  <a:pt x="465776" y="749644"/>
                  <a:pt x="445664" y="696545"/>
                </a:cubicBezTo>
                <a:cubicBezTo>
                  <a:pt x="441558" y="665722"/>
                  <a:pt x="459046" y="617297"/>
                  <a:pt x="440047" y="606615"/>
                </a:cubicBezTo>
                <a:cubicBezTo>
                  <a:pt x="451675" y="592509"/>
                  <a:pt x="432892" y="579307"/>
                  <a:pt x="431225" y="563889"/>
                </a:cubicBezTo>
                <a:cubicBezTo>
                  <a:pt x="438618" y="551582"/>
                  <a:pt x="432225" y="545475"/>
                  <a:pt x="430803" y="534294"/>
                </a:cubicBezTo>
                <a:cubicBezTo>
                  <a:pt x="435364" y="529230"/>
                  <a:pt x="435126" y="519767"/>
                  <a:pt x="429777" y="516548"/>
                </a:cubicBezTo>
                <a:cubicBezTo>
                  <a:pt x="417444" y="521116"/>
                  <a:pt x="423596" y="488251"/>
                  <a:pt x="415090" y="485808"/>
                </a:cubicBezTo>
                <a:cubicBezTo>
                  <a:pt x="413316" y="466733"/>
                  <a:pt x="424116" y="383903"/>
                  <a:pt x="410499" y="369873"/>
                </a:cubicBezTo>
                <a:cubicBezTo>
                  <a:pt x="404034" y="331308"/>
                  <a:pt x="425696" y="275570"/>
                  <a:pt x="425314" y="259180"/>
                </a:cubicBezTo>
                <a:cubicBezTo>
                  <a:pt x="450188" y="242918"/>
                  <a:pt x="384634" y="163766"/>
                  <a:pt x="383240" y="94173"/>
                </a:cubicBezTo>
                <a:cubicBezTo>
                  <a:pt x="385641" y="84795"/>
                  <a:pt x="385609" y="79782"/>
                  <a:pt x="379938" y="77267"/>
                </a:cubicBezTo>
                <a:cubicBezTo>
                  <a:pt x="378301" y="68220"/>
                  <a:pt x="376144" y="54774"/>
                  <a:pt x="373430" y="3885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83E6C2B-B0F8-48AD-274C-3BA04D7FB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2956" y="2822"/>
            <a:ext cx="6904671" cy="1322887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Felhantering – </a:t>
            </a:r>
            <a:br>
              <a:rPr lang="sv-SE" dirty="0">
                <a:ea typeface="+mj-lt"/>
                <a:cs typeface="+mj-lt"/>
              </a:rPr>
            </a:br>
            <a:r>
              <a:rPr lang="sv-SE">
                <a:ea typeface="+mj-lt"/>
                <a:cs typeface="+mj-lt"/>
              </a:rPr>
              <a:t>Varför Behövs Det?</a:t>
            </a:r>
            <a:endParaRPr lang="sv-SE"/>
          </a:p>
        </p:txBody>
      </p:sp>
      <p:pic>
        <p:nvPicPr>
          <p:cNvPr id="8" name="Graphic 6" descr="Fel">
            <a:extLst>
              <a:ext uri="{FF2B5EF4-FFF2-40B4-BE49-F238E27FC236}">
                <a16:creationId xmlns:a16="http://schemas.microsoft.com/office/drawing/2014/main" id="{F5B1B289-6479-5E36-3023-0B9EE3739F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427" y="1573971"/>
            <a:ext cx="3720152" cy="3720152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9426002-DDDF-0574-3312-5F1A3FEF2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5597" y="1326684"/>
            <a:ext cx="7137918" cy="553800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2400">
                <a:solidFill>
                  <a:srgbClr val="000000"/>
                </a:solidFill>
                <a:ea typeface="+mn-lt"/>
                <a:cs typeface="+mn-lt"/>
              </a:rPr>
              <a:t>Utan felhantering: Ett enda fel = skriptet kraschar!</a:t>
            </a:r>
          </a:p>
          <a:p>
            <a:r>
              <a:rPr lang="sv-SE" sz="2400">
                <a:solidFill>
                  <a:srgbClr val="000000"/>
                </a:solidFill>
                <a:ea typeface="+mn-lt"/>
                <a:cs typeface="+mn-lt"/>
              </a:rPr>
              <a:t>Enligt Microsoft: Try/Catch/Finally är den mest kraftfulla metoden för att hantera fel i PowerShell.</a:t>
            </a:r>
          </a:p>
          <a:p>
            <a:pPr marL="0" indent="0">
              <a:buNone/>
            </a:pPr>
            <a:r>
              <a:rPr lang="sv-SE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Scenario – utan felhantering:</a:t>
            </a:r>
            <a:endParaRPr lang="sv-SE" sz="16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600"/>
          </a:p>
          <a:p>
            <a:pPr marL="0" indent="0">
              <a:buNone/>
            </a:pPr>
            <a:r>
              <a:rPr lang="sv-SE" sz="16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# Detta skript kraschar om filen inte finns!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$inneh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åll =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Get-Content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"C:\finnsInte.txt"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Write-Host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"Filen lästes!"</a:t>
            </a:r>
            <a:endParaRPr lang="sv-SE" sz="1600"/>
          </a:p>
          <a:p>
            <a:pPr marL="0" indent="0">
              <a:buNone/>
            </a:pPr>
            <a:r>
              <a:rPr lang="sv-SE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Scenario – med felhantering:</a:t>
            </a:r>
            <a:endParaRPr lang="sv-SE" sz="1600"/>
          </a:p>
          <a:p>
            <a:pPr marL="0" indent="0">
              <a:buNone/>
            </a:pP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600"/>
          </a:p>
          <a:p>
            <a:pPr marL="0" indent="0">
              <a:buNone/>
            </a:pPr>
            <a:r>
              <a:rPr lang="sv-SE" sz="1600">
                <a:solidFill>
                  <a:srgbClr val="A626A4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try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{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$inneh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åll =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Get-Content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"C:\finnsInte.txt"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Write-Host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"Filen lästes!"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}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600">
                <a:solidFill>
                  <a:srgbClr val="A626A4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catch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{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Write-Host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"❌ Kunde inte läsa filen!"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}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Write-Host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"Skriptet fortsätter..."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  </a:t>
            </a:r>
            <a:r>
              <a:rPr lang="sv-SE" sz="16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# Detta körs!</a:t>
            </a:r>
            <a:endParaRPr lang="sv-SE" sz="1600"/>
          </a:p>
        </p:txBody>
      </p:sp>
    </p:spTree>
    <p:extLst>
      <p:ext uri="{BB962C8B-B14F-4D97-AF65-F5344CB8AC3E}">
        <p14:creationId xmlns:p14="http://schemas.microsoft.com/office/powerpoint/2010/main" val="258346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6">
            <a:extLst>
              <a:ext uri="{FF2B5EF4-FFF2-40B4-BE49-F238E27FC236}">
                <a16:creationId xmlns:a16="http://schemas.microsoft.com/office/drawing/2014/main" id="{6897DEB4-4A88-4293-A935-9B25506C1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18">
            <a:extLst>
              <a:ext uri="{FF2B5EF4-FFF2-40B4-BE49-F238E27FC236}">
                <a16:creationId xmlns:a16="http://schemas.microsoft.com/office/drawing/2014/main" id="{FBE42BC3-6707-4CBF-9386-048B994A4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886" y="0"/>
            <a:ext cx="7538114" cy="6858000"/>
          </a:xfrm>
          <a:custGeom>
            <a:avLst/>
            <a:gdLst>
              <a:gd name="connsiteX0" fmla="*/ 366246 w 7538114"/>
              <a:gd name="connsiteY0" fmla="*/ 0 h 6858000"/>
              <a:gd name="connsiteX1" fmla="*/ 2830292 w 7538114"/>
              <a:gd name="connsiteY1" fmla="*/ 0 h 6858000"/>
              <a:gd name="connsiteX2" fmla="*/ 3903260 w 7538114"/>
              <a:gd name="connsiteY2" fmla="*/ 0 h 6858000"/>
              <a:gd name="connsiteX3" fmla="*/ 4597266 w 7538114"/>
              <a:gd name="connsiteY3" fmla="*/ 0 h 6858000"/>
              <a:gd name="connsiteX4" fmla="*/ 7192370 w 7538114"/>
              <a:gd name="connsiteY4" fmla="*/ 0 h 6858000"/>
              <a:gd name="connsiteX5" fmla="*/ 7538114 w 7538114"/>
              <a:gd name="connsiteY5" fmla="*/ 0 h 6858000"/>
              <a:gd name="connsiteX6" fmla="*/ 7538114 w 7538114"/>
              <a:gd name="connsiteY6" fmla="*/ 6858000 h 6858000"/>
              <a:gd name="connsiteX7" fmla="*/ 7192370 w 7538114"/>
              <a:gd name="connsiteY7" fmla="*/ 6858000 h 6858000"/>
              <a:gd name="connsiteX8" fmla="*/ 4597266 w 7538114"/>
              <a:gd name="connsiteY8" fmla="*/ 6858000 h 6858000"/>
              <a:gd name="connsiteX9" fmla="*/ 3903260 w 7538114"/>
              <a:gd name="connsiteY9" fmla="*/ 6858000 h 6858000"/>
              <a:gd name="connsiteX10" fmla="*/ 2830292 w 7538114"/>
              <a:gd name="connsiteY10" fmla="*/ 6858000 h 6858000"/>
              <a:gd name="connsiteX11" fmla="*/ 170314 w 7538114"/>
              <a:gd name="connsiteY11" fmla="*/ 6858000 h 6858000"/>
              <a:gd name="connsiteX12" fmla="*/ 170341 w 7538114"/>
              <a:gd name="connsiteY12" fmla="*/ 6857759 h 6858000"/>
              <a:gd name="connsiteX13" fmla="*/ 173485 w 7538114"/>
              <a:gd name="connsiteY13" fmla="*/ 6852129 h 6858000"/>
              <a:gd name="connsiteX14" fmla="*/ 167544 w 7538114"/>
              <a:gd name="connsiteY14" fmla="*/ 6830335 h 6858000"/>
              <a:gd name="connsiteX15" fmla="*/ 163472 w 7538114"/>
              <a:gd name="connsiteY15" fmla="*/ 6796707 h 6858000"/>
              <a:gd name="connsiteX16" fmla="*/ 160535 w 7538114"/>
              <a:gd name="connsiteY16" fmla="*/ 6780725 h 6858000"/>
              <a:gd name="connsiteX17" fmla="*/ 162318 w 7538114"/>
              <a:gd name="connsiteY17" fmla="*/ 6767829 h 6858000"/>
              <a:gd name="connsiteX18" fmla="*/ 162771 w 7538114"/>
              <a:gd name="connsiteY18" fmla="*/ 6694444 h 6858000"/>
              <a:gd name="connsiteX19" fmla="*/ 165604 w 7538114"/>
              <a:gd name="connsiteY19" fmla="*/ 6677569 h 6858000"/>
              <a:gd name="connsiteX20" fmla="*/ 171255 w 7538114"/>
              <a:gd name="connsiteY20" fmla="*/ 6669571 h 6858000"/>
              <a:gd name="connsiteX21" fmla="*/ 169240 w 7538114"/>
              <a:gd name="connsiteY21" fmla="*/ 6663304 h 6858000"/>
              <a:gd name="connsiteX22" fmla="*/ 169039 w 7538114"/>
              <a:gd name="connsiteY22" fmla="*/ 6618916 h 6858000"/>
              <a:gd name="connsiteX23" fmla="*/ 168392 w 7538114"/>
              <a:gd name="connsiteY23" fmla="*/ 6589960 h 6858000"/>
              <a:gd name="connsiteX24" fmla="*/ 160636 w 7538114"/>
              <a:gd name="connsiteY24" fmla="*/ 6588200 h 6858000"/>
              <a:gd name="connsiteX25" fmla="*/ 157872 w 7538114"/>
              <a:gd name="connsiteY25" fmla="*/ 6562416 h 6858000"/>
              <a:gd name="connsiteX26" fmla="*/ 162851 w 7538114"/>
              <a:gd name="connsiteY26" fmla="*/ 6534939 h 6858000"/>
              <a:gd name="connsiteX27" fmla="*/ 162153 w 7538114"/>
              <a:gd name="connsiteY27" fmla="*/ 6502552 h 6858000"/>
              <a:gd name="connsiteX28" fmla="*/ 161821 w 7538114"/>
              <a:gd name="connsiteY28" fmla="*/ 6483172 h 6858000"/>
              <a:gd name="connsiteX29" fmla="*/ 154586 w 7538114"/>
              <a:gd name="connsiteY29" fmla="*/ 6432309 h 6858000"/>
              <a:gd name="connsiteX30" fmla="*/ 127078 w 7538114"/>
              <a:gd name="connsiteY30" fmla="*/ 6349783 h 6858000"/>
              <a:gd name="connsiteX31" fmla="*/ 123181 w 7538114"/>
              <a:gd name="connsiteY31" fmla="*/ 6323872 h 6858000"/>
              <a:gd name="connsiteX32" fmla="*/ 124767 w 7538114"/>
              <a:gd name="connsiteY32" fmla="*/ 6319343 h 6858000"/>
              <a:gd name="connsiteX33" fmla="*/ 108246 w 7538114"/>
              <a:gd name="connsiteY33" fmla="*/ 6190348 h 6858000"/>
              <a:gd name="connsiteX34" fmla="*/ 107279 w 7538114"/>
              <a:gd name="connsiteY34" fmla="*/ 6167269 h 6858000"/>
              <a:gd name="connsiteX35" fmla="*/ 107883 w 7538114"/>
              <a:gd name="connsiteY35" fmla="*/ 6149986 h 6858000"/>
              <a:gd name="connsiteX36" fmla="*/ 102380 w 7538114"/>
              <a:gd name="connsiteY36" fmla="*/ 6108622 h 6858000"/>
              <a:gd name="connsiteX37" fmla="*/ 90314 w 7538114"/>
              <a:gd name="connsiteY37" fmla="*/ 6041155 h 6858000"/>
              <a:gd name="connsiteX38" fmla="*/ 88409 w 7538114"/>
              <a:gd name="connsiteY38" fmla="*/ 6026587 h 6858000"/>
              <a:gd name="connsiteX39" fmla="*/ 89403 w 7538114"/>
              <a:gd name="connsiteY39" fmla="*/ 6013265 h 6858000"/>
              <a:gd name="connsiteX40" fmla="*/ 91927 w 7538114"/>
              <a:gd name="connsiteY40" fmla="*/ 6009478 h 6858000"/>
              <a:gd name="connsiteX41" fmla="*/ 91302 w 7538114"/>
              <a:gd name="connsiteY41" fmla="*/ 6001336 h 6858000"/>
              <a:gd name="connsiteX42" fmla="*/ 91687 w 7538114"/>
              <a:gd name="connsiteY42" fmla="*/ 5999003 h 6858000"/>
              <a:gd name="connsiteX43" fmla="*/ 93336 w 7538114"/>
              <a:gd name="connsiteY43" fmla="*/ 5985795 h 6858000"/>
              <a:gd name="connsiteX44" fmla="*/ 83190 w 7538114"/>
              <a:gd name="connsiteY44" fmla="*/ 5961758 h 6858000"/>
              <a:gd name="connsiteX45" fmla="*/ 81952 w 7538114"/>
              <a:gd name="connsiteY45" fmla="*/ 5928761 h 6858000"/>
              <a:gd name="connsiteX46" fmla="*/ 67420 w 7538114"/>
              <a:gd name="connsiteY46" fmla="*/ 5787247 h 6858000"/>
              <a:gd name="connsiteX47" fmla="*/ 50760 w 7538114"/>
              <a:gd name="connsiteY47" fmla="*/ 5710700 h 6858000"/>
              <a:gd name="connsiteX48" fmla="*/ 42956 w 7538114"/>
              <a:gd name="connsiteY48" fmla="*/ 5641754 h 6858000"/>
              <a:gd name="connsiteX49" fmla="*/ 29695 w 7538114"/>
              <a:gd name="connsiteY49" fmla="*/ 5602326 h 6858000"/>
              <a:gd name="connsiteX50" fmla="*/ 18841 w 7538114"/>
              <a:gd name="connsiteY50" fmla="*/ 5570885 h 6858000"/>
              <a:gd name="connsiteX51" fmla="*/ 9977 w 7538114"/>
              <a:gd name="connsiteY51" fmla="*/ 5543492 h 6858000"/>
              <a:gd name="connsiteX52" fmla="*/ 5255 w 7538114"/>
              <a:gd name="connsiteY52" fmla="*/ 5531024 h 6858000"/>
              <a:gd name="connsiteX53" fmla="*/ 5447 w 7538114"/>
              <a:gd name="connsiteY53" fmla="*/ 5527845 h 6858000"/>
              <a:gd name="connsiteX54" fmla="*/ 0 w 7538114"/>
              <a:gd name="connsiteY54" fmla="*/ 5507724 h 6858000"/>
              <a:gd name="connsiteX55" fmla="*/ 435 w 7538114"/>
              <a:gd name="connsiteY55" fmla="*/ 5507045 h 6858000"/>
              <a:gd name="connsiteX56" fmla="*/ 1128 w 7538114"/>
              <a:gd name="connsiteY56" fmla="*/ 5499619 h 6858000"/>
              <a:gd name="connsiteX57" fmla="*/ 1291 w 7538114"/>
              <a:gd name="connsiteY57" fmla="*/ 5486342 h 6858000"/>
              <a:gd name="connsiteX58" fmla="*/ 7976 w 7538114"/>
              <a:gd name="connsiteY58" fmla="*/ 5450755 h 6858000"/>
              <a:gd name="connsiteX59" fmla="*/ 2355 w 7538114"/>
              <a:gd name="connsiteY59" fmla="*/ 5429732 h 6858000"/>
              <a:gd name="connsiteX60" fmla="*/ 1499 w 7538114"/>
              <a:gd name="connsiteY60" fmla="*/ 5370432 h 6858000"/>
              <a:gd name="connsiteX61" fmla="*/ 11483 w 7538114"/>
              <a:gd name="connsiteY61" fmla="*/ 5308330 h 6858000"/>
              <a:gd name="connsiteX62" fmla="*/ 12793 w 7538114"/>
              <a:gd name="connsiteY62" fmla="*/ 5246026 h 6858000"/>
              <a:gd name="connsiteX63" fmla="*/ 12525 w 7538114"/>
              <a:gd name="connsiteY63" fmla="*/ 5223468 h 6858000"/>
              <a:gd name="connsiteX64" fmla="*/ 15322 w 7538114"/>
              <a:gd name="connsiteY64" fmla="*/ 5183258 h 6858000"/>
              <a:gd name="connsiteX65" fmla="*/ 18633 w 7538114"/>
              <a:gd name="connsiteY65" fmla="*/ 5164842 h 6858000"/>
              <a:gd name="connsiteX66" fmla="*/ 18428 w 7538114"/>
              <a:gd name="connsiteY66" fmla="*/ 5164034 h 6858000"/>
              <a:gd name="connsiteX67" fmla="*/ 19854 w 7538114"/>
              <a:gd name="connsiteY67" fmla="*/ 5162388 h 6858000"/>
              <a:gd name="connsiteX68" fmla="*/ 20514 w 7538114"/>
              <a:gd name="connsiteY68" fmla="*/ 5158981 h 6858000"/>
              <a:gd name="connsiteX69" fmla="*/ 20089 w 7538114"/>
              <a:gd name="connsiteY69" fmla="*/ 5149681 h 6858000"/>
              <a:gd name="connsiteX70" fmla="*/ 19561 w 7538114"/>
              <a:gd name="connsiteY70" fmla="*/ 5146183 h 6858000"/>
              <a:gd name="connsiteX71" fmla="*/ 19571 w 7538114"/>
              <a:gd name="connsiteY71" fmla="*/ 5141065 h 6858000"/>
              <a:gd name="connsiteX72" fmla="*/ 19690 w 7538114"/>
              <a:gd name="connsiteY72" fmla="*/ 5140937 h 6858000"/>
              <a:gd name="connsiteX73" fmla="*/ 19471 w 7538114"/>
              <a:gd name="connsiteY73" fmla="*/ 5136144 h 6858000"/>
              <a:gd name="connsiteX74" fmla="*/ 16918 w 7538114"/>
              <a:gd name="connsiteY74" fmla="*/ 5112689 h 6858000"/>
              <a:gd name="connsiteX75" fmla="*/ 28071 w 7538114"/>
              <a:gd name="connsiteY75" fmla="*/ 5081696 h 6858000"/>
              <a:gd name="connsiteX76" fmla="*/ 30005 w 7538114"/>
              <a:gd name="connsiteY76" fmla="*/ 5068879 h 6858000"/>
              <a:gd name="connsiteX77" fmla="*/ 31661 w 7538114"/>
              <a:gd name="connsiteY77" fmla="*/ 5062033 h 6858000"/>
              <a:gd name="connsiteX78" fmla="*/ 32169 w 7538114"/>
              <a:gd name="connsiteY78" fmla="*/ 5061608 h 6858000"/>
              <a:gd name="connsiteX79" fmla="*/ 27436 w 7538114"/>
              <a:gd name="connsiteY79" fmla="*/ 5021480 h 6858000"/>
              <a:gd name="connsiteX80" fmla="*/ 26614 w 7538114"/>
              <a:gd name="connsiteY80" fmla="*/ 5013906 h 6858000"/>
              <a:gd name="connsiteX81" fmla="*/ 25056 w 7538114"/>
              <a:gd name="connsiteY81" fmla="*/ 5011767 h 6858000"/>
              <a:gd name="connsiteX82" fmla="*/ 24513 w 7538114"/>
              <a:gd name="connsiteY82" fmla="*/ 5000592 h 6858000"/>
              <a:gd name="connsiteX83" fmla="*/ 24951 w 7538114"/>
              <a:gd name="connsiteY83" fmla="*/ 4999307 h 6858000"/>
              <a:gd name="connsiteX84" fmla="*/ 22644 w 7538114"/>
              <a:gd name="connsiteY84" fmla="*/ 4990090 h 6858000"/>
              <a:gd name="connsiteX85" fmla="*/ 18465 w 7538114"/>
              <a:gd name="connsiteY85" fmla="*/ 4982366 h 6858000"/>
              <a:gd name="connsiteX86" fmla="*/ 20888 w 7538114"/>
              <a:gd name="connsiteY86" fmla="*/ 4887310 h 6858000"/>
              <a:gd name="connsiteX87" fmla="*/ 15781 w 7538114"/>
              <a:gd name="connsiteY87" fmla="*/ 4807298 h 6858000"/>
              <a:gd name="connsiteX88" fmla="*/ 19649 w 7538114"/>
              <a:gd name="connsiteY88" fmla="*/ 4779990 h 6858000"/>
              <a:gd name="connsiteX89" fmla="*/ 21858 w 7538114"/>
              <a:gd name="connsiteY89" fmla="*/ 4664237 h 6858000"/>
              <a:gd name="connsiteX90" fmla="*/ 13583 w 7538114"/>
              <a:gd name="connsiteY90" fmla="*/ 4598607 h 6858000"/>
              <a:gd name="connsiteX91" fmla="*/ 7118 w 7538114"/>
              <a:gd name="connsiteY91" fmla="*/ 4546768 h 6858000"/>
              <a:gd name="connsiteX92" fmla="*/ 14555 w 7538114"/>
              <a:gd name="connsiteY92" fmla="*/ 4522182 h 6858000"/>
              <a:gd name="connsiteX93" fmla="*/ 17290 w 7538114"/>
              <a:gd name="connsiteY93" fmla="*/ 4509768 h 6858000"/>
              <a:gd name="connsiteX94" fmla="*/ 17421 w 7538114"/>
              <a:gd name="connsiteY94" fmla="*/ 4494586 h 6858000"/>
              <a:gd name="connsiteX95" fmla="*/ 18193 w 7538114"/>
              <a:gd name="connsiteY95" fmla="*/ 4440649 h 6858000"/>
              <a:gd name="connsiteX96" fmla="*/ 16616 w 7538114"/>
              <a:gd name="connsiteY96" fmla="*/ 4431853 h 6858000"/>
              <a:gd name="connsiteX97" fmla="*/ 19246 w 7538114"/>
              <a:gd name="connsiteY97" fmla="*/ 4403141 h 6858000"/>
              <a:gd name="connsiteX98" fmla="*/ 19623 w 7538114"/>
              <a:gd name="connsiteY98" fmla="*/ 4356631 h 6858000"/>
              <a:gd name="connsiteX99" fmla="*/ 20293 w 7538114"/>
              <a:gd name="connsiteY99" fmla="*/ 4339937 h 6858000"/>
              <a:gd name="connsiteX100" fmla="*/ 18752 w 7538114"/>
              <a:gd name="connsiteY100" fmla="*/ 4331435 h 6858000"/>
              <a:gd name="connsiteX101" fmla="*/ 24901 w 7538114"/>
              <a:gd name="connsiteY101" fmla="*/ 4320990 h 6858000"/>
              <a:gd name="connsiteX102" fmla="*/ 23734 w 7538114"/>
              <a:gd name="connsiteY102" fmla="*/ 4309111 h 6858000"/>
              <a:gd name="connsiteX103" fmla="*/ 29040 w 7538114"/>
              <a:gd name="connsiteY103" fmla="*/ 4263489 h 6858000"/>
              <a:gd name="connsiteX104" fmla="*/ 29429 w 7538114"/>
              <a:gd name="connsiteY104" fmla="*/ 4258775 h 6858000"/>
              <a:gd name="connsiteX105" fmla="*/ 33702 w 7538114"/>
              <a:gd name="connsiteY105" fmla="*/ 4248512 h 6858000"/>
              <a:gd name="connsiteX106" fmla="*/ 37356 w 7538114"/>
              <a:gd name="connsiteY106" fmla="*/ 4228644 h 6858000"/>
              <a:gd name="connsiteX107" fmla="*/ 50107 w 7538114"/>
              <a:gd name="connsiteY107" fmla="*/ 4193665 h 6858000"/>
              <a:gd name="connsiteX108" fmla="*/ 56192 w 7538114"/>
              <a:gd name="connsiteY108" fmla="*/ 4173105 h 6858000"/>
              <a:gd name="connsiteX109" fmla="*/ 61800 w 7538114"/>
              <a:gd name="connsiteY109" fmla="*/ 4159194 h 6858000"/>
              <a:gd name="connsiteX110" fmla="*/ 69720 w 7538114"/>
              <a:gd name="connsiteY110" fmla="*/ 4118135 h 6858000"/>
              <a:gd name="connsiteX111" fmla="*/ 80190 w 7538114"/>
              <a:gd name="connsiteY111" fmla="*/ 4047713 h 6858000"/>
              <a:gd name="connsiteX112" fmla="*/ 96666 w 7538114"/>
              <a:gd name="connsiteY112" fmla="*/ 3980780 h 6858000"/>
              <a:gd name="connsiteX113" fmla="*/ 107651 w 7538114"/>
              <a:gd name="connsiteY113" fmla="*/ 3941872 h 6858000"/>
              <a:gd name="connsiteX114" fmla="*/ 118444 w 7538114"/>
              <a:gd name="connsiteY114" fmla="*/ 3897465 h 6858000"/>
              <a:gd name="connsiteX115" fmla="*/ 134545 w 7538114"/>
              <a:gd name="connsiteY115" fmla="*/ 3811132 h 6858000"/>
              <a:gd name="connsiteX116" fmla="*/ 145381 w 7538114"/>
              <a:gd name="connsiteY116" fmla="*/ 3746540 h 6858000"/>
              <a:gd name="connsiteX117" fmla="*/ 146587 w 7538114"/>
              <a:gd name="connsiteY117" fmla="*/ 3670275 h 6858000"/>
              <a:gd name="connsiteX118" fmla="*/ 165690 w 7538114"/>
              <a:gd name="connsiteY118" fmla="*/ 3580981 h 6858000"/>
              <a:gd name="connsiteX119" fmla="*/ 163175 w 7538114"/>
              <a:gd name="connsiteY119" fmla="*/ 3570960 h 6858000"/>
              <a:gd name="connsiteX120" fmla="*/ 162665 w 7538114"/>
              <a:gd name="connsiteY120" fmla="*/ 3560693 h 6858000"/>
              <a:gd name="connsiteX121" fmla="*/ 163299 w 7538114"/>
              <a:gd name="connsiteY121" fmla="*/ 3559743 h 6858000"/>
              <a:gd name="connsiteX122" fmla="*/ 164777 w 7538114"/>
              <a:gd name="connsiteY122" fmla="*/ 3548721 h 6858000"/>
              <a:gd name="connsiteX123" fmla="*/ 163708 w 7538114"/>
              <a:gd name="connsiteY123" fmla="*/ 3545693 h 6858000"/>
              <a:gd name="connsiteX124" fmla="*/ 164286 w 7538114"/>
              <a:gd name="connsiteY124" fmla="*/ 3537938 h 6858000"/>
              <a:gd name="connsiteX125" fmla="*/ 164247 w 7538114"/>
              <a:gd name="connsiteY125" fmla="*/ 3522141 h 6858000"/>
              <a:gd name="connsiteX126" fmla="*/ 165343 w 7538114"/>
              <a:gd name="connsiteY126" fmla="*/ 3519672 h 6858000"/>
              <a:gd name="connsiteX127" fmla="*/ 167001 w 7538114"/>
              <a:gd name="connsiteY127" fmla="*/ 3496604 h 6858000"/>
              <a:gd name="connsiteX128" fmla="*/ 167547 w 7538114"/>
              <a:gd name="connsiteY128" fmla="*/ 3496517 h 6858000"/>
              <a:gd name="connsiteX129" fmla="*/ 170301 w 7538114"/>
              <a:gd name="connsiteY129" fmla="*/ 3491023 h 6858000"/>
              <a:gd name="connsiteX130" fmla="*/ 174371 w 7538114"/>
              <a:gd name="connsiteY130" fmla="*/ 3479998 h 6858000"/>
              <a:gd name="connsiteX131" fmla="*/ 190228 w 7538114"/>
              <a:gd name="connsiteY131" fmla="*/ 3457434 h 6858000"/>
              <a:gd name="connsiteX132" fmla="*/ 192016 w 7538114"/>
              <a:gd name="connsiteY132" fmla="*/ 3433411 h 6858000"/>
              <a:gd name="connsiteX133" fmla="*/ 192663 w 7538114"/>
              <a:gd name="connsiteY133" fmla="*/ 3428691 h 6858000"/>
              <a:gd name="connsiteX134" fmla="*/ 192793 w 7538114"/>
              <a:gd name="connsiteY134" fmla="*/ 3428643 h 6858000"/>
              <a:gd name="connsiteX135" fmla="*/ 193710 w 7538114"/>
              <a:gd name="connsiteY135" fmla="*/ 3423760 h 6858000"/>
              <a:gd name="connsiteX136" fmla="*/ 193839 w 7538114"/>
              <a:gd name="connsiteY136" fmla="*/ 3420085 h 6858000"/>
              <a:gd name="connsiteX137" fmla="*/ 195094 w 7538114"/>
              <a:gd name="connsiteY137" fmla="*/ 3410930 h 6858000"/>
              <a:gd name="connsiteX138" fmla="*/ 196311 w 7538114"/>
              <a:gd name="connsiteY138" fmla="*/ 3408092 h 6858000"/>
              <a:gd name="connsiteX139" fmla="*/ 197928 w 7538114"/>
              <a:gd name="connsiteY139" fmla="*/ 3407419 h 6858000"/>
              <a:gd name="connsiteX140" fmla="*/ 197881 w 7538114"/>
              <a:gd name="connsiteY140" fmla="*/ 3406520 h 6858000"/>
              <a:gd name="connsiteX141" fmla="*/ 204222 w 7538114"/>
              <a:gd name="connsiteY141" fmla="*/ 3391015 h 6858000"/>
              <a:gd name="connsiteX142" fmla="*/ 213950 w 7538114"/>
              <a:gd name="connsiteY142" fmla="*/ 3354361 h 6858000"/>
              <a:gd name="connsiteX143" fmla="*/ 217699 w 7538114"/>
              <a:gd name="connsiteY143" fmla="*/ 3332639 h 6858000"/>
              <a:gd name="connsiteX144" fmla="*/ 229963 w 7538114"/>
              <a:gd name="connsiteY144" fmla="*/ 3273935 h 6858000"/>
              <a:gd name="connsiteX145" fmla="*/ 243785 w 7538114"/>
              <a:gd name="connsiteY145" fmla="*/ 3215621 h 6858000"/>
              <a:gd name="connsiteX146" fmla="*/ 259175 w 7538114"/>
              <a:gd name="connsiteY146" fmla="*/ 3189909 h 6858000"/>
              <a:gd name="connsiteX147" fmla="*/ 259988 w 7538114"/>
              <a:gd name="connsiteY147" fmla="*/ 3186579 h 6858000"/>
              <a:gd name="connsiteX148" fmla="*/ 259980 w 7538114"/>
              <a:gd name="connsiteY148" fmla="*/ 3177264 h 6858000"/>
              <a:gd name="connsiteX149" fmla="*/ 259609 w 7538114"/>
              <a:gd name="connsiteY149" fmla="*/ 3173723 h 6858000"/>
              <a:gd name="connsiteX150" fmla="*/ 259848 w 7538114"/>
              <a:gd name="connsiteY150" fmla="*/ 3168622 h 6858000"/>
              <a:gd name="connsiteX151" fmla="*/ 259971 w 7538114"/>
              <a:gd name="connsiteY151" fmla="*/ 3168508 h 6858000"/>
              <a:gd name="connsiteX152" fmla="*/ 259966 w 7538114"/>
              <a:gd name="connsiteY152" fmla="*/ 3163706 h 6858000"/>
              <a:gd name="connsiteX153" fmla="*/ 258467 w 7538114"/>
              <a:gd name="connsiteY153" fmla="*/ 3140064 h 6858000"/>
              <a:gd name="connsiteX154" fmla="*/ 270990 w 7538114"/>
              <a:gd name="connsiteY154" fmla="*/ 3110288 h 6858000"/>
              <a:gd name="connsiteX155" fmla="*/ 273494 w 7538114"/>
              <a:gd name="connsiteY155" fmla="*/ 3097704 h 6858000"/>
              <a:gd name="connsiteX156" fmla="*/ 275456 w 7538114"/>
              <a:gd name="connsiteY156" fmla="*/ 3091047 h 6858000"/>
              <a:gd name="connsiteX157" fmla="*/ 275980 w 7538114"/>
              <a:gd name="connsiteY157" fmla="*/ 3090672 h 6858000"/>
              <a:gd name="connsiteX158" fmla="*/ 274486 w 7538114"/>
              <a:gd name="connsiteY158" fmla="*/ 3068004 h 6858000"/>
              <a:gd name="connsiteX159" fmla="*/ 275226 w 7538114"/>
              <a:gd name="connsiteY159" fmla="*/ 3065087 h 6858000"/>
              <a:gd name="connsiteX160" fmla="*/ 273050 w 7538114"/>
              <a:gd name="connsiteY160" fmla="*/ 3050191 h 6858000"/>
              <a:gd name="connsiteX161" fmla="*/ 272566 w 7538114"/>
              <a:gd name="connsiteY161" fmla="*/ 3042559 h 6858000"/>
              <a:gd name="connsiteX162" fmla="*/ 271107 w 7538114"/>
              <a:gd name="connsiteY162" fmla="*/ 3040271 h 6858000"/>
              <a:gd name="connsiteX163" fmla="*/ 271065 w 7538114"/>
              <a:gd name="connsiteY163" fmla="*/ 3029072 h 6858000"/>
              <a:gd name="connsiteX164" fmla="*/ 271558 w 7538114"/>
              <a:gd name="connsiteY164" fmla="*/ 3027835 h 6858000"/>
              <a:gd name="connsiteX165" fmla="*/ 268717 w 7538114"/>
              <a:gd name="connsiteY165" fmla="*/ 2964245 h 6858000"/>
              <a:gd name="connsiteX166" fmla="*/ 272511 w 7538114"/>
              <a:gd name="connsiteY166" fmla="*/ 2915772 h 6858000"/>
              <a:gd name="connsiteX167" fmla="*/ 270356 w 7538114"/>
              <a:gd name="connsiteY167" fmla="*/ 2825842 h 6858000"/>
              <a:gd name="connsiteX168" fmla="*/ 273897 w 7538114"/>
              <a:gd name="connsiteY168" fmla="*/ 2734957 h 6858000"/>
              <a:gd name="connsiteX169" fmla="*/ 274458 w 7538114"/>
              <a:gd name="connsiteY169" fmla="*/ 2636572 h 6858000"/>
              <a:gd name="connsiteX170" fmla="*/ 279157 w 7538114"/>
              <a:gd name="connsiteY170" fmla="*/ 2604260 h 6858000"/>
              <a:gd name="connsiteX171" fmla="*/ 288131 w 7538114"/>
              <a:gd name="connsiteY171" fmla="*/ 2582747 h 6858000"/>
              <a:gd name="connsiteX172" fmla="*/ 282516 w 7538114"/>
              <a:gd name="connsiteY172" fmla="*/ 2478755 h 6858000"/>
              <a:gd name="connsiteX173" fmla="*/ 287359 w 7538114"/>
              <a:gd name="connsiteY173" fmla="*/ 2451804 h 6858000"/>
              <a:gd name="connsiteX174" fmla="*/ 289577 w 7538114"/>
              <a:gd name="connsiteY174" fmla="*/ 2408801 h 6858000"/>
              <a:gd name="connsiteX175" fmla="*/ 293203 w 7538114"/>
              <a:gd name="connsiteY175" fmla="*/ 2392670 h 6858000"/>
              <a:gd name="connsiteX176" fmla="*/ 304183 w 7538114"/>
              <a:gd name="connsiteY176" fmla="*/ 2330165 h 6858000"/>
              <a:gd name="connsiteX177" fmla="*/ 310900 w 7538114"/>
              <a:gd name="connsiteY177" fmla="*/ 2276363 h 6858000"/>
              <a:gd name="connsiteX178" fmla="*/ 303909 w 7538114"/>
              <a:gd name="connsiteY178" fmla="*/ 2236310 h 6858000"/>
              <a:gd name="connsiteX179" fmla="*/ 306187 w 7538114"/>
              <a:gd name="connsiteY179" fmla="*/ 2232984 h 6858000"/>
              <a:gd name="connsiteX180" fmla="*/ 307158 w 7538114"/>
              <a:gd name="connsiteY180" fmla="*/ 2205763 h 6858000"/>
              <a:gd name="connsiteX181" fmla="*/ 304860 w 7538114"/>
              <a:gd name="connsiteY181" fmla="*/ 2145703 h 6858000"/>
              <a:gd name="connsiteX182" fmla="*/ 304273 w 7538114"/>
              <a:gd name="connsiteY182" fmla="*/ 2092533 h 6858000"/>
              <a:gd name="connsiteX183" fmla="*/ 301642 w 7538114"/>
              <a:gd name="connsiteY183" fmla="*/ 2057359 h 6858000"/>
              <a:gd name="connsiteX184" fmla="*/ 306736 w 7538114"/>
              <a:gd name="connsiteY184" fmla="*/ 2016105 h 6858000"/>
              <a:gd name="connsiteX185" fmla="*/ 316234 w 7538114"/>
              <a:gd name="connsiteY185" fmla="*/ 1983129 h 6858000"/>
              <a:gd name="connsiteX186" fmla="*/ 318238 w 7538114"/>
              <a:gd name="connsiteY186" fmla="*/ 1956745 h 6858000"/>
              <a:gd name="connsiteX187" fmla="*/ 311341 w 7538114"/>
              <a:gd name="connsiteY187" fmla="*/ 1950160 h 6858000"/>
              <a:gd name="connsiteX188" fmla="*/ 323556 w 7538114"/>
              <a:gd name="connsiteY188" fmla="*/ 1879546 h 6858000"/>
              <a:gd name="connsiteX189" fmla="*/ 326085 w 7538114"/>
              <a:gd name="connsiteY189" fmla="*/ 1854893 h 6858000"/>
              <a:gd name="connsiteX190" fmla="*/ 335058 w 7538114"/>
              <a:gd name="connsiteY190" fmla="*/ 1787684 h 6858000"/>
              <a:gd name="connsiteX191" fmla="*/ 345620 w 7538114"/>
              <a:gd name="connsiteY191" fmla="*/ 1720464 h 6858000"/>
              <a:gd name="connsiteX192" fmla="*/ 360760 w 7538114"/>
              <a:gd name="connsiteY192" fmla="*/ 1681196 h 6858000"/>
              <a:gd name="connsiteX193" fmla="*/ 368483 w 7538114"/>
              <a:gd name="connsiteY193" fmla="*/ 1625881 h 6858000"/>
              <a:gd name="connsiteX194" fmla="*/ 371077 w 7538114"/>
              <a:gd name="connsiteY194" fmla="*/ 1616704 h 6858000"/>
              <a:gd name="connsiteX195" fmla="*/ 383008 w 7538114"/>
              <a:gd name="connsiteY195" fmla="*/ 1551493 h 6858000"/>
              <a:gd name="connsiteX196" fmla="*/ 384834 w 7538114"/>
              <a:gd name="connsiteY196" fmla="*/ 1475233 h 6858000"/>
              <a:gd name="connsiteX197" fmla="*/ 418371 w 7538114"/>
              <a:gd name="connsiteY197" fmla="*/ 1380155 h 6858000"/>
              <a:gd name="connsiteX198" fmla="*/ 469641 w 7538114"/>
              <a:gd name="connsiteY198" fmla="*/ 1210871 h 6858000"/>
              <a:gd name="connsiteX199" fmla="*/ 489701 w 7538114"/>
              <a:gd name="connsiteY199" fmla="*/ 1028427 h 6858000"/>
              <a:gd name="connsiteX200" fmla="*/ 486354 w 7538114"/>
              <a:gd name="connsiteY200" fmla="*/ 980383 h 6858000"/>
              <a:gd name="connsiteX201" fmla="*/ 479762 w 7538114"/>
              <a:gd name="connsiteY201" fmla="*/ 839699 h 6858000"/>
              <a:gd name="connsiteX202" fmla="*/ 445664 w 7538114"/>
              <a:gd name="connsiteY202" fmla="*/ 696545 h 6858000"/>
              <a:gd name="connsiteX203" fmla="*/ 440047 w 7538114"/>
              <a:gd name="connsiteY203" fmla="*/ 606615 h 6858000"/>
              <a:gd name="connsiteX204" fmla="*/ 431225 w 7538114"/>
              <a:gd name="connsiteY204" fmla="*/ 563889 h 6858000"/>
              <a:gd name="connsiteX205" fmla="*/ 430803 w 7538114"/>
              <a:gd name="connsiteY205" fmla="*/ 534294 h 6858000"/>
              <a:gd name="connsiteX206" fmla="*/ 429777 w 7538114"/>
              <a:gd name="connsiteY206" fmla="*/ 516548 h 6858000"/>
              <a:gd name="connsiteX207" fmla="*/ 415090 w 7538114"/>
              <a:gd name="connsiteY207" fmla="*/ 485808 h 6858000"/>
              <a:gd name="connsiteX208" fmla="*/ 410499 w 7538114"/>
              <a:gd name="connsiteY208" fmla="*/ 369873 h 6858000"/>
              <a:gd name="connsiteX209" fmla="*/ 425314 w 7538114"/>
              <a:gd name="connsiteY209" fmla="*/ 259180 h 6858000"/>
              <a:gd name="connsiteX210" fmla="*/ 383240 w 7538114"/>
              <a:gd name="connsiteY210" fmla="*/ 94173 h 6858000"/>
              <a:gd name="connsiteX211" fmla="*/ 379938 w 7538114"/>
              <a:gd name="connsiteY211" fmla="*/ 77267 h 6858000"/>
              <a:gd name="connsiteX212" fmla="*/ 373430 w 7538114"/>
              <a:gd name="connsiteY212" fmla="*/ 388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538114" h="6858000">
                <a:moveTo>
                  <a:pt x="366246" y="0"/>
                </a:moveTo>
                <a:lnTo>
                  <a:pt x="2830292" y="0"/>
                </a:lnTo>
                <a:lnTo>
                  <a:pt x="3903260" y="0"/>
                </a:lnTo>
                <a:lnTo>
                  <a:pt x="4597266" y="0"/>
                </a:lnTo>
                <a:lnTo>
                  <a:pt x="7192370" y="0"/>
                </a:lnTo>
                <a:lnTo>
                  <a:pt x="7538114" y="0"/>
                </a:lnTo>
                <a:lnTo>
                  <a:pt x="7538114" y="6858000"/>
                </a:lnTo>
                <a:lnTo>
                  <a:pt x="7192370" y="6858000"/>
                </a:lnTo>
                <a:lnTo>
                  <a:pt x="4597266" y="6858000"/>
                </a:lnTo>
                <a:lnTo>
                  <a:pt x="3903260" y="6858000"/>
                </a:lnTo>
                <a:lnTo>
                  <a:pt x="2830292" y="6858000"/>
                </a:lnTo>
                <a:lnTo>
                  <a:pt x="170314" y="6858000"/>
                </a:lnTo>
                <a:cubicBezTo>
                  <a:pt x="170323" y="6857920"/>
                  <a:pt x="170332" y="6857839"/>
                  <a:pt x="170341" y="6857759"/>
                </a:cubicBezTo>
                <a:lnTo>
                  <a:pt x="173485" y="6852129"/>
                </a:lnTo>
                <a:lnTo>
                  <a:pt x="167544" y="6830335"/>
                </a:lnTo>
                <a:cubicBezTo>
                  <a:pt x="165474" y="6819600"/>
                  <a:pt x="164100" y="6808301"/>
                  <a:pt x="163472" y="6796707"/>
                </a:cubicBezTo>
                <a:cubicBezTo>
                  <a:pt x="167658" y="6794106"/>
                  <a:pt x="161711" y="6785006"/>
                  <a:pt x="160535" y="6780725"/>
                </a:cubicBezTo>
                <a:cubicBezTo>
                  <a:pt x="163268" y="6780680"/>
                  <a:pt x="164578" y="6771195"/>
                  <a:pt x="162318" y="6767829"/>
                </a:cubicBezTo>
                <a:cubicBezTo>
                  <a:pt x="152545" y="6697090"/>
                  <a:pt x="178083" y="6736894"/>
                  <a:pt x="162771" y="6694444"/>
                </a:cubicBezTo>
                <a:cubicBezTo>
                  <a:pt x="161971" y="6687342"/>
                  <a:pt x="163342" y="6682014"/>
                  <a:pt x="165604" y="6677569"/>
                </a:cubicBezTo>
                <a:lnTo>
                  <a:pt x="171255" y="6669571"/>
                </a:lnTo>
                <a:lnTo>
                  <a:pt x="169240" y="6663304"/>
                </a:lnTo>
                <a:cubicBezTo>
                  <a:pt x="169082" y="6639651"/>
                  <a:pt x="174873" y="6632678"/>
                  <a:pt x="169039" y="6618916"/>
                </a:cubicBezTo>
                <a:cubicBezTo>
                  <a:pt x="181164" y="6598580"/>
                  <a:pt x="170248" y="6605428"/>
                  <a:pt x="168392" y="6589960"/>
                </a:cubicBezTo>
                <a:cubicBezTo>
                  <a:pt x="165975" y="6577758"/>
                  <a:pt x="161323" y="6600160"/>
                  <a:pt x="160636" y="6588200"/>
                </a:cubicBezTo>
                <a:cubicBezTo>
                  <a:pt x="163766" y="6575263"/>
                  <a:pt x="154044" y="6575871"/>
                  <a:pt x="157872" y="6562416"/>
                </a:cubicBezTo>
                <a:cubicBezTo>
                  <a:pt x="165196" y="6565685"/>
                  <a:pt x="156453" y="6535866"/>
                  <a:pt x="162851" y="6534939"/>
                </a:cubicBezTo>
                <a:cubicBezTo>
                  <a:pt x="153702" y="6523511"/>
                  <a:pt x="164973" y="6517769"/>
                  <a:pt x="162153" y="6502552"/>
                </a:cubicBezTo>
                <a:cubicBezTo>
                  <a:pt x="158692" y="6495386"/>
                  <a:pt x="158098" y="6490216"/>
                  <a:pt x="161821" y="6483172"/>
                </a:cubicBezTo>
                <a:cubicBezTo>
                  <a:pt x="144969" y="6450162"/>
                  <a:pt x="161066" y="6463202"/>
                  <a:pt x="154586" y="6432309"/>
                </a:cubicBezTo>
                <a:cubicBezTo>
                  <a:pt x="147771" y="6405695"/>
                  <a:pt x="143349" y="6375524"/>
                  <a:pt x="127078" y="6349783"/>
                </a:cubicBezTo>
                <a:cubicBezTo>
                  <a:pt x="122468" y="6345058"/>
                  <a:pt x="120723" y="6333456"/>
                  <a:pt x="123181" y="6323872"/>
                </a:cubicBezTo>
                <a:cubicBezTo>
                  <a:pt x="123604" y="6322225"/>
                  <a:pt x="124138" y="6320698"/>
                  <a:pt x="124767" y="6319343"/>
                </a:cubicBezTo>
                <a:cubicBezTo>
                  <a:pt x="122278" y="6297089"/>
                  <a:pt x="111161" y="6215694"/>
                  <a:pt x="108246" y="6190348"/>
                </a:cubicBezTo>
                <a:cubicBezTo>
                  <a:pt x="114169" y="6188296"/>
                  <a:pt x="103482" y="6175479"/>
                  <a:pt x="107279" y="6167269"/>
                </a:cubicBezTo>
                <a:cubicBezTo>
                  <a:pt x="110610" y="6161389"/>
                  <a:pt x="108145" y="6156128"/>
                  <a:pt x="107883" y="6149986"/>
                </a:cubicBezTo>
                <a:cubicBezTo>
                  <a:pt x="110502" y="6141894"/>
                  <a:pt x="105773" y="6115502"/>
                  <a:pt x="102380" y="6108622"/>
                </a:cubicBezTo>
                <a:cubicBezTo>
                  <a:pt x="90593" y="6092179"/>
                  <a:pt x="99346" y="6054816"/>
                  <a:pt x="90314" y="6041155"/>
                </a:cubicBezTo>
                <a:cubicBezTo>
                  <a:pt x="88990" y="6036198"/>
                  <a:pt x="88454" y="6031348"/>
                  <a:pt x="88409" y="6026587"/>
                </a:cubicBezTo>
                <a:lnTo>
                  <a:pt x="89403" y="6013265"/>
                </a:lnTo>
                <a:lnTo>
                  <a:pt x="91927" y="6009478"/>
                </a:lnTo>
                <a:lnTo>
                  <a:pt x="91302" y="6001336"/>
                </a:lnTo>
                <a:cubicBezTo>
                  <a:pt x="91431" y="6000558"/>
                  <a:pt x="91559" y="5999781"/>
                  <a:pt x="91687" y="5999003"/>
                </a:cubicBezTo>
                <a:cubicBezTo>
                  <a:pt x="92431" y="5994547"/>
                  <a:pt x="93080" y="5990148"/>
                  <a:pt x="93336" y="5985795"/>
                </a:cubicBezTo>
                <a:cubicBezTo>
                  <a:pt x="80676" y="5991520"/>
                  <a:pt x="93430" y="5949705"/>
                  <a:pt x="83190" y="5961758"/>
                </a:cubicBezTo>
                <a:cubicBezTo>
                  <a:pt x="82399" y="5938832"/>
                  <a:pt x="72862" y="5956319"/>
                  <a:pt x="81952" y="5928761"/>
                </a:cubicBezTo>
                <a:cubicBezTo>
                  <a:pt x="79324" y="5899676"/>
                  <a:pt x="72619" y="5823590"/>
                  <a:pt x="67420" y="5787247"/>
                </a:cubicBezTo>
                <a:cubicBezTo>
                  <a:pt x="53530" y="5750058"/>
                  <a:pt x="57730" y="5736292"/>
                  <a:pt x="50760" y="5710700"/>
                </a:cubicBezTo>
                <a:cubicBezTo>
                  <a:pt x="47368" y="5660911"/>
                  <a:pt x="30723" y="5663675"/>
                  <a:pt x="42956" y="5641754"/>
                </a:cubicBezTo>
                <a:cubicBezTo>
                  <a:pt x="39970" y="5608358"/>
                  <a:pt x="24769" y="5637338"/>
                  <a:pt x="29695" y="5602326"/>
                </a:cubicBezTo>
                <a:cubicBezTo>
                  <a:pt x="27700" y="5601239"/>
                  <a:pt x="20274" y="5573144"/>
                  <a:pt x="18841" y="5570885"/>
                </a:cubicBezTo>
                <a:lnTo>
                  <a:pt x="9977" y="5543492"/>
                </a:lnTo>
                <a:lnTo>
                  <a:pt x="5255" y="5531024"/>
                </a:lnTo>
                <a:lnTo>
                  <a:pt x="5447" y="5527845"/>
                </a:lnTo>
                <a:lnTo>
                  <a:pt x="0" y="5507724"/>
                </a:lnTo>
                <a:lnTo>
                  <a:pt x="435" y="5507045"/>
                </a:lnTo>
                <a:cubicBezTo>
                  <a:pt x="1286" y="5505065"/>
                  <a:pt x="1681" y="5502734"/>
                  <a:pt x="1128" y="5499619"/>
                </a:cubicBezTo>
                <a:cubicBezTo>
                  <a:pt x="9450" y="5498516"/>
                  <a:pt x="3652" y="5495435"/>
                  <a:pt x="1291" y="5486342"/>
                </a:cubicBezTo>
                <a:cubicBezTo>
                  <a:pt x="13688" y="5482600"/>
                  <a:pt x="2464" y="5460320"/>
                  <a:pt x="7976" y="5450755"/>
                </a:cubicBezTo>
                <a:cubicBezTo>
                  <a:pt x="5962" y="5444157"/>
                  <a:pt x="4058" y="5437113"/>
                  <a:pt x="2355" y="5429732"/>
                </a:cubicBezTo>
                <a:lnTo>
                  <a:pt x="1499" y="5370432"/>
                </a:lnTo>
                <a:lnTo>
                  <a:pt x="11483" y="5308330"/>
                </a:lnTo>
                <a:cubicBezTo>
                  <a:pt x="11701" y="5285359"/>
                  <a:pt x="15408" y="5265468"/>
                  <a:pt x="12793" y="5246026"/>
                </a:cubicBezTo>
                <a:cubicBezTo>
                  <a:pt x="15678" y="5238129"/>
                  <a:pt x="16842" y="5230685"/>
                  <a:pt x="12525" y="5223468"/>
                </a:cubicBezTo>
                <a:cubicBezTo>
                  <a:pt x="13966" y="5202031"/>
                  <a:pt x="20131" y="5196842"/>
                  <a:pt x="15322" y="5183258"/>
                </a:cubicBezTo>
                <a:cubicBezTo>
                  <a:pt x="25294" y="5171214"/>
                  <a:pt x="21488" y="5170502"/>
                  <a:pt x="18633" y="5164842"/>
                </a:cubicBezTo>
                <a:cubicBezTo>
                  <a:pt x="18565" y="5164573"/>
                  <a:pt x="18496" y="5164303"/>
                  <a:pt x="18428" y="5164034"/>
                </a:cubicBezTo>
                <a:lnTo>
                  <a:pt x="19854" y="5162388"/>
                </a:lnTo>
                <a:lnTo>
                  <a:pt x="20514" y="5158981"/>
                </a:lnTo>
                <a:lnTo>
                  <a:pt x="20089" y="5149681"/>
                </a:lnTo>
                <a:lnTo>
                  <a:pt x="19561" y="5146183"/>
                </a:lnTo>
                <a:cubicBezTo>
                  <a:pt x="19336" y="5143774"/>
                  <a:pt x="19361" y="5142173"/>
                  <a:pt x="19571" y="5141065"/>
                </a:cubicBezTo>
                <a:lnTo>
                  <a:pt x="19690" y="5140937"/>
                </a:lnTo>
                <a:cubicBezTo>
                  <a:pt x="19617" y="5139339"/>
                  <a:pt x="19544" y="5137742"/>
                  <a:pt x="19471" y="5136144"/>
                </a:cubicBezTo>
                <a:cubicBezTo>
                  <a:pt x="18832" y="5128055"/>
                  <a:pt x="17958" y="5120182"/>
                  <a:pt x="16918" y="5112689"/>
                </a:cubicBezTo>
                <a:cubicBezTo>
                  <a:pt x="23464" y="5106353"/>
                  <a:pt x="15733" y="5078666"/>
                  <a:pt x="28071" y="5081696"/>
                </a:cubicBezTo>
                <a:cubicBezTo>
                  <a:pt x="27036" y="5071588"/>
                  <a:pt x="21912" y="5065475"/>
                  <a:pt x="30005" y="5068879"/>
                </a:cubicBezTo>
                <a:cubicBezTo>
                  <a:pt x="29897" y="5065551"/>
                  <a:pt x="30585" y="5063501"/>
                  <a:pt x="31661" y="5062033"/>
                </a:cubicBezTo>
                <a:lnTo>
                  <a:pt x="32169" y="5061608"/>
                </a:lnTo>
                <a:lnTo>
                  <a:pt x="27436" y="5021480"/>
                </a:lnTo>
                <a:lnTo>
                  <a:pt x="26614" y="5013906"/>
                </a:lnTo>
                <a:lnTo>
                  <a:pt x="25056" y="5011767"/>
                </a:lnTo>
                <a:cubicBezTo>
                  <a:pt x="24110" y="5009457"/>
                  <a:pt x="23701" y="5006147"/>
                  <a:pt x="24513" y="5000592"/>
                </a:cubicBezTo>
                <a:lnTo>
                  <a:pt x="24951" y="4999307"/>
                </a:lnTo>
                <a:lnTo>
                  <a:pt x="22644" y="4990090"/>
                </a:lnTo>
                <a:cubicBezTo>
                  <a:pt x="21579" y="4987122"/>
                  <a:pt x="20222" y="4984494"/>
                  <a:pt x="18465" y="4982366"/>
                </a:cubicBezTo>
                <a:cubicBezTo>
                  <a:pt x="27858" y="4950984"/>
                  <a:pt x="19264" y="4921373"/>
                  <a:pt x="20888" y="4887310"/>
                </a:cubicBezTo>
                <a:cubicBezTo>
                  <a:pt x="17563" y="4848813"/>
                  <a:pt x="18386" y="4829570"/>
                  <a:pt x="15781" y="4807298"/>
                </a:cubicBezTo>
                <a:cubicBezTo>
                  <a:pt x="15634" y="4803627"/>
                  <a:pt x="14440" y="4773874"/>
                  <a:pt x="19649" y="4779990"/>
                </a:cubicBezTo>
                <a:cubicBezTo>
                  <a:pt x="18744" y="4746827"/>
                  <a:pt x="22869" y="4698305"/>
                  <a:pt x="21858" y="4664237"/>
                </a:cubicBezTo>
                <a:cubicBezTo>
                  <a:pt x="34232" y="4642340"/>
                  <a:pt x="11268" y="4621318"/>
                  <a:pt x="13583" y="4598607"/>
                </a:cubicBezTo>
                <a:cubicBezTo>
                  <a:pt x="2193" y="4604819"/>
                  <a:pt x="19974" y="4548010"/>
                  <a:pt x="7118" y="4546768"/>
                </a:cubicBezTo>
                <a:lnTo>
                  <a:pt x="14555" y="4522182"/>
                </a:lnTo>
                <a:lnTo>
                  <a:pt x="17290" y="4509768"/>
                </a:lnTo>
                <a:cubicBezTo>
                  <a:pt x="17884" y="4505118"/>
                  <a:pt x="18021" y="4500115"/>
                  <a:pt x="17421" y="4494586"/>
                </a:cubicBezTo>
                <a:cubicBezTo>
                  <a:pt x="12327" y="4480984"/>
                  <a:pt x="18571" y="4459805"/>
                  <a:pt x="18193" y="4440649"/>
                </a:cubicBezTo>
                <a:lnTo>
                  <a:pt x="16616" y="4431853"/>
                </a:lnTo>
                <a:lnTo>
                  <a:pt x="19246" y="4403141"/>
                </a:lnTo>
                <a:cubicBezTo>
                  <a:pt x="19372" y="4387638"/>
                  <a:pt x="19497" y="4372134"/>
                  <a:pt x="19623" y="4356631"/>
                </a:cubicBezTo>
                <a:cubicBezTo>
                  <a:pt x="19508" y="4349062"/>
                  <a:pt x="15847" y="4339045"/>
                  <a:pt x="20293" y="4339937"/>
                </a:cubicBezTo>
                <a:lnTo>
                  <a:pt x="18752" y="4331435"/>
                </a:lnTo>
                <a:cubicBezTo>
                  <a:pt x="19520" y="4328277"/>
                  <a:pt x="24070" y="4324711"/>
                  <a:pt x="24901" y="4320990"/>
                </a:cubicBezTo>
                <a:lnTo>
                  <a:pt x="23734" y="4309111"/>
                </a:lnTo>
                <a:cubicBezTo>
                  <a:pt x="24423" y="4299527"/>
                  <a:pt x="28090" y="4271878"/>
                  <a:pt x="29040" y="4263489"/>
                </a:cubicBezTo>
                <a:cubicBezTo>
                  <a:pt x="29169" y="4261918"/>
                  <a:pt x="29300" y="4260346"/>
                  <a:pt x="29429" y="4258775"/>
                </a:cubicBezTo>
                <a:lnTo>
                  <a:pt x="33702" y="4248512"/>
                </a:lnTo>
                <a:cubicBezTo>
                  <a:pt x="36933" y="4241044"/>
                  <a:pt x="39109" y="4235167"/>
                  <a:pt x="37356" y="4228644"/>
                </a:cubicBezTo>
                <a:cubicBezTo>
                  <a:pt x="41530" y="4217526"/>
                  <a:pt x="53227" y="4209759"/>
                  <a:pt x="50107" y="4193665"/>
                </a:cubicBezTo>
                <a:cubicBezTo>
                  <a:pt x="55406" y="4198550"/>
                  <a:pt x="50749" y="4175793"/>
                  <a:pt x="56192" y="4173105"/>
                </a:cubicBezTo>
                <a:cubicBezTo>
                  <a:pt x="60575" y="4171863"/>
                  <a:pt x="60184" y="4164671"/>
                  <a:pt x="61800" y="4159194"/>
                </a:cubicBezTo>
                <a:cubicBezTo>
                  <a:pt x="66276" y="4155290"/>
                  <a:pt x="70363" y="4127730"/>
                  <a:pt x="69720" y="4118135"/>
                </a:cubicBezTo>
                <a:cubicBezTo>
                  <a:pt x="65265" y="4091091"/>
                  <a:pt x="83289" y="4069336"/>
                  <a:pt x="80190" y="4047713"/>
                </a:cubicBezTo>
                <a:cubicBezTo>
                  <a:pt x="84682" y="4020435"/>
                  <a:pt x="92089" y="3998420"/>
                  <a:pt x="96666" y="3980780"/>
                </a:cubicBezTo>
                <a:cubicBezTo>
                  <a:pt x="98580" y="3977851"/>
                  <a:pt x="106155" y="3945259"/>
                  <a:pt x="107651" y="3941872"/>
                </a:cubicBezTo>
                <a:cubicBezTo>
                  <a:pt x="111761" y="3922504"/>
                  <a:pt x="112043" y="3930219"/>
                  <a:pt x="118444" y="3897465"/>
                </a:cubicBezTo>
                <a:cubicBezTo>
                  <a:pt x="124996" y="3869981"/>
                  <a:pt x="127657" y="3841768"/>
                  <a:pt x="134545" y="3811132"/>
                </a:cubicBezTo>
                <a:cubicBezTo>
                  <a:pt x="143817" y="3778601"/>
                  <a:pt x="141464" y="3759343"/>
                  <a:pt x="145381" y="3746540"/>
                </a:cubicBezTo>
                <a:cubicBezTo>
                  <a:pt x="156739" y="3719637"/>
                  <a:pt x="147664" y="3711291"/>
                  <a:pt x="146587" y="3670275"/>
                </a:cubicBezTo>
                <a:cubicBezTo>
                  <a:pt x="154134" y="3638754"/>
                  <a:pt x="151397" y="3605028"/>
                  <a:pt x="165690" y="3580981"/>
                </a:cubicBezTo>
                <a:cubicBezTo>
                  <a:pt x="164433" y="3577837"/>
                  <a:pt x="163639" y="3574469"/>
                  <a:pt x="163175" y="3570960"/>
                </a:cubicBezTo>
                <a:lnTo>
                  <a:pt x="162665" y="3560693"/>
                </a:lnTo>
                <a:lnTo>
                  <a:pt x="163299" y="3559743"/>
                </a:lnTo>
                <a:cubicBezTo>
                  <a:pt x="165039" y="3554949"/>
                  <a:pt x="165246" y="3551528"/>
                  <a:pt x="164777" y="3548721"/>
                </a:cubicBezTo>
                <a:lnTo>
                  <a:pt x="163708" y="3545693"/>
                </a:lnTo>
                <a:lnTo>
                  <a:pt x="164286" y="3537938"/>
                </a:lnTo>
                <a:cubicBezTo>
                  <a:pt x="164273" y="3532672"/>
                  <a:pt x="164261" y="3527407"/>
                  <a:pt x="164247" y="3522141"/>
                </a:cubicBezTo>
                <a:lnTo>
                  <a:pt x="165343" y="3519672"/>
                </a:lnTo>
                <a:lnTo>
                  <a:pt x="167001" y="3496604"/>
                </a:lnTo>
                <a:lnTo>
                  <a:pt x="167547" y="3496517"/>
                </a:lnTo>
                <a:cubicBezTo>
                  <a:pt x="168811" y="3495796"/>
                  <a:pt x="169814" y="3494272"/>
                  <a:pt x="170301" y="3491023"/>
                </a:cubicBezTo>
                <a:cubicBezTo>
                  <a:pt x="177219" y="3499391"/>
                  <a:pt x="173541" y="3490314"/>
                  <a:pt x="174371" y="3479998"/>
                </a:cubicBezTo>
                <a:cubicBezTo>
                  <a:pt x="185299" y="3490692"/>
                  <a:pt x="183023" y="3459350"/>
                  <a:pt x="190228" y="3457434"/>
                </a:cubicBezTo>
                <a:cubicBezTo>
                  <a:pt x="190591" y="3449617"/>
                  <a:pt x="191174" y="3441542"/>
                  <a:pt x="192016" y="3433411"/>
                </a:cubicBezTo>
                <a:lnTo>
                  <a:pt x="192663" y="3428691"/>
                </a:lnTo>
                <a:cubicBezTo>
                  <a:pt x="192706" y="3428676"/>
                  <a:pt x="192750" y="3428659"/>
                  <a:pt x="192793" y="3428643"/>
                </a:cubicBezTo>
                <a:cubicBezTo>
                  <a:pt x="193186" y="3427720"/>
                  <a:pt x="193494" y="3426206"/>
                  <a:pt x="193710" y="3423760"/>
                </a:cubicBezTo>
                <a:cubicBezTo>
                  <a:pt x="193753" y="3422535"/>
                  <a:pt x="193797" y="3421310"/>
                  <a:pt x="193839" y="3420085"/>
                </a:cubicBezTo>
                <a:lnTo>
                  <a:pt x="195094" y="3410930"/>
                </a:lnTo>
                <a:lnTo>
                  <a:pt x="196311" y="3408092"/>
                </a:lnTo>
                <a:lnTo>
                  <a:pt x="197928" y="3407419"/>
                </a:lnTo>
                <a:cubicBezTo>
                  <a:pt x="197912" y="3407119"/>
                  <a:pt x="197897" y="3406820"/>
                  <a:pt x="197881" y="3406520"/>
                </a:cubicBezTo>
                <a:cubicBezTo>
                  <a:pt x="196231" y="3399306"/>
                  <a:pt x="192821" y="3396220"/>
                  <a:pt x="204222" y="3391015"/>
                </a:cubicBezTo>
                <a:cubicBezTo>
                  <a:pt x="202162" y="3374996"/>
                  <a:pt x="208811" y="3373934"/>
                  <a:pt x="213950" y="3354361"/>
                </a:cubicBezTo>
                <a:cubicBezTo>
                  <a:pt x="211218" y="3344737"/>
                  <a:pt x="213619" y="3338360"/>
                  <a:pt x="217699" y="3332639"/>
                </a:cubicBezTo>
                <a:cubicBezTo>
                  <a:pt x="218717" y="3312409"/>
                  <a:pt x="225688" y="3295747"/>
                  <a:pt x="229963" y="3273935"/>
                </a:cubicBezTo>
                <a:cubicBezTo>
                  <a:pt x="228293" y="3248488"/>
                  <a:pt x="239257" y="3238943"/>
                  <a:pt x="243785" y="3215621"/>
                </a:cubicBezTo>
                <a:cubicBezTo>
                  <a:pt x="237893" y="3192522"/>
                  <a:pt x="253940" y="3201000"/>
                  <a:pt x="259175" y="3189909"/>
                </a:cubicBezTo>
                <a:lnTo>
                  <a:pt x="259988" y="3186579"/>
                </a:lnTo>
                <a:lnTo>
                  <a:pt x="259980" y="3177264"/>
                </a:lnTo>
                <a:lnTo>
                  <a:pt x="259609" y="3173723"/>
                </a:lnTo>
                <a:cubicBezTo>
                  <a:pt x="259490" y="3171299"/>
                  <a:pt x="259588" y="3169704"/>
                  <a:pt x="259848" y="3168622"/>
                </a:cubicBezTo>
                <a:lnTo>
                  <a:pt x="259971" y="3168508"/>
                </a:lnTo>
                <a:cubicBezTo>
                  <a:pt x="259969" y="3166907"/>
                  <a:pt x="259968" y="3165307"/>
                  <a:pt x="259966" y="3163706"/>
                </a:cubicBezTo>
                <a:cubicBezTo>
                  <a:pt x="259691" y="3155577"/>
                  <a:pt x="259171" y="3147642"/>
                  <a:pt x="258467" y="3140064"/>
                </a:cubicBezTo>
                <a:cubicBezTo>
                  <a:pt x="265286" y="3134408"/>
                  <a:pt x="258805" y="3106027"/>
                  <a:pt x="270990" y="3110288"/>
                </a:cubicBezTo>
                <a:cubicBezTo>
                  <a:pt x="270407" y="3100106"/>
                  <a:pt x="265565" y="3093497"/>
                  <a:pt x="273494" y="3097704"/>
                </a:cubicBezTo>
                <a:cubicBezTo>
                  <a:pt x="273534" y="3094376"/>
                  <a:pt x="274313" y="3092401"/>
                  <a:pt x="275456" y="3091047"/>
                </a:cubicBezTo>
                <a:lnTo>
                  <a:pt x="275980" y="3090672"/>
                </a:lnTo>
                <a:lnTo>
                  <a:pt x="274486" y="3068004"/>
                </a:lnTo>
                <a:lnTo>
                  <a:pt x="275226" y="3065087"/>
                </a:lnTo>
                <a:lnTo>
                  <a:pt x="273050" y="3050191"/>
                </a:lnTo>
                <a:cubicBezTo>
                  <a:pt x="272889" y="3047647"/>
                  <a:pt x="272728" y="3045103"/>
                  <a:pt x="272566" y="3042559"/>
                </a:cubicBezTo>
                <a:lnTo>
                  <a:pt x="271107" y="3040271"/>
                </a:lnTo>
                <a:cubicBezTo>
                  <a:pt x="270265" y="3037872"/>
                  <a:pt x="270006" y="3034528"/>
                  <a:pt x="271065" y="3029072"/>
                </a:cubicBezTo>
                <a:lnTo>
                  <a:pt x="271558" y="3027835"/>
                </a:lnTo>
                <a:cubicBezTo>
                  <a:pt x="270688" y="3024705"/>
                  <a:pt x="268559" y="2982922"/>
                  <a:pt x="268717" y="2964245"/>
                </a:cubicBezTo>
                <a:cubicBezTo>
                  <a:pt x="279502" y="2933904"/>
                  <a:pt x="269365" y="2949568"/>
                  <a:pt x="272511" y="2915772"/>
                </a:cubicBezTo>
                <a:cubicBezTo>
                  <a:pt x="272017" y="2877552"/>
                  <a:pt x="270125" y="2850992"/>
                  <a:pt x="270356" y="2825842"/>
                </a:cubicBezTo>
                <a:cubicBezTo>
                  <a:pt x="269433" y="2814032"/>
                  <a:pt x="268938" y="2727859"/>
                  <a:pt x="273897" y="2734957"/>
                </a:cubicBezTo>
                <a:cubicBezTo>
                  <a:pt x="264242" y="2698391"/>
                  <a:pt x="277769" y="2677127"/>
                  <a:pt x="274458" y="2636572"/>
                </a:cubicBezTo>
                <a:cubicBezTo>
                  <a:pt x="287792" y="2615986"/>
                  <a:pt x="275829" y="2626668"/>
                  <a:pt x="279157" y="2604260"/>
                </a:cubicBezTo>
                <a:cubicBezTo>
                  <a:pt x="279270" y="2587221"/>
                  <a:pt x="288019" y="2599786"/>
                  <a:pt x="288131" y="2582747"/>
                </a:cubicBezTo>
                <a:cubicBezTo>
                  <a:pt x="260352" y="2545890"/>
                  <a:pt x="290145" y="2525479"/>
                  <a:pt x="282516" y="2478755"/>
                </a:cubicBezTo>
                <a:lnTo>
                  <a:pt x="287359" y="2451804"/>
                </a:lnTo>
                <a:cubicBezTo>
                  <a:pt x="285426" y="2443087"/>
                  <a:pt x="285710" y="2414879"/>
                  <a:pt x="289577" y="2408801"/>
                </a:cubicBezTo>
                <a:cubicBezTo>
                  <a:pt x="290424" y="2402768"/>
                  <a:pt x="289064" y="2396183"/>
                  <a:pt x="293203" y="2392670"/>
                </a:cubicBezTo>
                <a:cubicBezTo>
                  <a:pt x="295637" y="2379564"/>
                  <a:pt x="301233" y="2349549"/>
                  <a:pt x="304183" y="2330165"/>
                </a:cubicBezTo>
                <a:cubicBezTo>
                  <a:pt x="298973" y="2319718"/>
                  <a:pt x="309550" y="2303314"/>
                  <a:pt x="310900" y="2276363"/>
                </a:cubicBezTo>
                <a:cubicBezTo>
                  <a:pt x="304874" y="2264930"/>
                  <a:pt x="311891" y="2258198"/>
                  <a:pt x="303909" y="2236310"/>
                </a:cubicBezTo>
                <a:cubicBezTo>
                  <a:pt x="304734" y="2235412"/>
                  <a:pt x="305502" y="2234293"/>
                  <a:pt x="306187" y="2232984"/>
                </a:cubicBezTo>
                <a:cubicBezTo>
                  <a:pt x="310170" y="2225381"/>
                  <a:pt x="310605" y="2213194"/>
                  <a:pt x="307158" y="2205763"/>
                </a:cubicBezTo>
                <a:cubicBezTo>
                  <a:pt x="296601" y="2170883"/>
                  <a:pt x="306474" y="2175442"/>
                  <a:pt x="304860" y="2145703"/>
                </a:cubicBezTo>
                <a:cubicBezTo>
                  <a:pt x="304314" y="2112090"/>
                  <a:pt x="314083" y="2134724"/>
                  <a:pt x="304273" y="2092533"/>
                </a:cubicBezTo>
                <a:cubicBezTo>
                  <a:pt x="308983" y="2088154"/>
                  <a:pt x="303590" y="2066396"/>
                  <a:pt x="301642" y="2057359"/>
                </a:cubicBezTo>
                <a:cubicBezTo>
                  <a:pt x="301720" y="2041038"/>
                  <a:pt x="313213" y="2032807"/>
                  <a:pt x="306736" y="2016105"/>
                </a:cubicBezTo>
                <a:cubicBezTo>
                  <a:pt x="312847" y="2019262"/>
                  <a:pt x="310007" y="1975377"/>
                  <a:pt x="316234" y="1983129"/>
                </a:cubicBezTo>
                <a:cubicBezTo>
                  <a:pt x="322177" y="1972692"/>
                  <a:pt x="313034" y="1967129"/>
                  <a:pt x="318238" y="1956745"/>
                </a:cubicBezTo>
                <a:cubicBezTo>
                  <a:pt x="319718" y="1944884"/>
                  <a:pt x="311423" y="1963350"/>
                  <a:pt x="311341" y="1950160"/>
                </a:cubicBezTo>
                <a:lnTo>
                  <a:pt x="323556" y="1879546"/>
                </a:lnTo>
                <a:cubicBezTo>
                  <a:pt x="320263" y="1869846"/>
                  <a:pt x="322312" y="1862247"/>
                  <a:pt x="326085" y="1854893"/>
                </a:cubicBezTo>
                <a:cubicBezTo>
                  <a:pt x="325955" y="1832625"/>
                  <a:pt x="332007" y="1812578"/>
                  <a:pt x="335058" y="1787684"/>
                </a:cubicBezTo>
                <a:cubicBezTo>
                  <a:pt x="331933" y="1760490"/>
                  <a:pt x="342400" y="1747069"/>
                  <a:pt x="345620" y="1720464"/>
                </a:cubicBezTo>
                <a:cubicBezTo>
                  <a:pt x="337355" y="1693643"/>
                  <a:pt x="360215" y="1703686"/>
                  <a:pt x="360760" y="1681196"/>
                </a:cubicBezTo>
                <a:cubicBezTo>
                  <a:pt x="353923" y="1644243"/>
                  <a:pt x="368449" y="1682451"/>
                  <a:pt x="368483" y="1625881"/>
                </a:cubicBezTo>
                <a:cubicBezTo>
                  <a:pt x="367181" y="1622619"/>
                  <a:pt x="369088" y="1615868"/>
                  <a:pt x="371077" y="1616704"/>
                </a:cubicBezTo>
                <a:cubicBezTo>
                  <a:pt x="371005" y="1604306"/>
                  <a:pt x="384453" y="1569256"/>
                  <a:pt x="383008" y="1551493"/>
                </a:cubicBezTo>
                <a:cubicBezTo>
                  <a:pt x="390598" y="1517303"/>
                  <a:pt x="381821" y="1500132"/>
                  <a:pt x="384834" y="1475233"/>
                </a:cubicBezTo>
                <a:cubicBezTo>
                  <a:pt x="393221" y="1446677"/>
                  <a:pt x="400498" y="1430031"/>
                  <a:pt x="418371" y="1380155"/>
                </a:cubicBezTo>
                <a:lnTo>
                  <a:pt x="469641" y="1210871"/>
                </a:lnTo>
                <a:cubicBezTo>
                  <a:pt x="507460" y="1148093"/>
                  <a:pt x="486915" y="1066841"/>
                  <a:pt x="489701" y="1028427"/>
                </a:cubicBezTo>
                <a:cubicBezTo>
                  <a:pt x="478454" y="1012506"/>
                  <a:pt x="490925" y="999600"/>
                  <a:pt x="486354" y="980383"/>
                </a:cubicBezTo>
                <a:cubicBezTo>
                  <a:pt x="483880" y="937629"/>
                  <a:pt x="471099" y="895192"/>
                  <a:pt x="479762" y="839699"/>
                </a:cubicBezTo>
                <a:cubicBezTo>
                  <a:pt x="444550" y="814685"/>
                  <a:pt x="465776" y="749644"/>
                  <a:pt x="445664" y="696545"/>
                </a:cubicBezTo>
                <a:cubicBezTo>
                  <a:pt x="441558" y="665722"/>
                  <a:pt x="459046" y="617297"/>
                  <a:pt x="440047" y="606615"/>
                </a:cubicBezTo>
                <a:cubicBezTo>
                  <a:pt x="451675" y="592509"/>
                  <a:pt x="432892" y="579307"/>
                  <a:pt x="431225" y="563889"/>
                </a:cubicBezTo>
                <a:cubicBezTo>
                  <a:pt x="438618" y="551582"/>
                  <a:pt x="432225" y="545475"/>
                  <a:pt x="430803" y="534294"/>
                </a:cubicBezTo>
                <a:cubicBezTo>
                  <a:pt x="435364" y="529230"/>
                  <a:pt x="435126" y="519767"/>
                  <a:pt x="429777" y="516548"/>
                </a:cubicBezTo>
                <a:cubicBezTo>
                  <a:pt x="417444" y="521116"/>
                  <a:pt x="423596" y="488251"/>
                  <a:pt x="415090" y="485808"/>
                </a:cubicBezTo>
                <a:cubicBezTo>
                  <a:pt x="413316" y="466733"/>
                  <a:pt x="424116" y="383903"/>
                  <a:pt x="410499" y="369873"/>
                </a:cubicBezTo>
                <a:cubicBezTo>
                  <a:pt x="404034" y="331308"/>
                  <a:pt x="425696" y="275570"/>
                  <a:pt x="425314" y="259180"/>
                </a:cubicBezTo>
                <a:cubicBezTo>
                  <a:pt x="450188" y="242918"/>
                  <a:pt x="384634" y="163766"/>
                  <a:pt x="383240" y="94173"/>
                </a:cubicBezTo>
                <a:cubicBezTo>
                  <a:pt x="385641" y="84795"/>
                  <a:pt x="385609" y="79782"/>
                  <a:pt x="379938" y="77267"/>
                </a:cubicBezTo>
                <a:cubicBezTo>
                  <a:pt x="378301" y="68220"/>
                  <a:pt x="376144" y="54774"/>
                  <a:pt x="373430" y="3885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0E2A761-F5EA-4413-137D-55A6133B1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623" y="2822"/>
            <a:ext cx="7567893" cy="1322887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Try/Catch/Finally – </a:t>
            </a:r>
            <a:br>
              <a:rPr lang="sv-SE" dirty="0">
                <a:ea typeface="+mj-lt"/>
                <a:cs typeface="+mj-lt"/>
              </a:rPr>
            </a:br>
            <a:r>
              <a:rPr lang="sv-SE">
                <a:ea typeface="+mj-lt"/>
                <a:cs typeface="+mj-lt"/>
              </a:rPr>
              <a:t>Grunden i Felhantering</a:t>
            </a:r>
          </a:p>
        </p:txBody>
      </p:sp>
      <p:pic>
        <p:nvPicPr>
          <p:cNvPr id="7" name="Graphic 6" descr="Bock">
            <a:extLst>
              <a:ext uri="{FF2B5EF4-FFF2-40B4-BE49-F238E27FC236}">
                <a16:creationId xmlns:a16="http://schemas.microsoft.com/office/drawing/2014/main" id="{A8F05C8D-1C52-EDE3-5480-6310B02638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012" y="668197"/>
            <a:ext cx="3720152" cy="3720152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FCE34EF-091B-8A30-D33F-226A96AEE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624" y="1577740"/>
            <a:ext cx="7553513" cy="26271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b="1">
                <a:ea typeface="+mn-lt"/>
                <a:cs typeface="+mn-lt"/>
              </a:rPr>
              <a:t>Tre nyckelord som gör dina skript STABILA:</a:t>
            </a:r>
            <a:endParaRPr lang="sv-SE" b="1"/>
          </a:p>
          <a:p>
            <a:pPr marL="0" indent="0">
              <a:buNone/>
            </a:pPr>
            <a:r>
              <a:rPr lang="sv-SE" sz="2400" b="1">
                <a:ea typeface="+mn-lt"/>
                <a:cs typeface="+mn-lt"/>
              </a:rPr>
              <a:t>Nyckelord               Vad gör det?</a:t>
            </a:r>
            <a:endParaRPr lang="sv-SE" sz="2400" b="1"/>
          </a:p>
          <a:p>
            <a:pPr marL="0" indent="0">
              <a:buNone/>
            </a:pPr>
            <a:r>
              <a:rPr lang="sv-SE" sz="2400">
                <a:ea typeface="+mn-lt"/>
                <a:cs typeface="+mn-lt"/>
              </a:rPr>
              <a:t>try                                Försök att köra den här koden</a:t>
            </a:r>
            <a:endParaRPr lang="sv-SE" sz="2400"/>
          </a:p>
          <a:p>
            <a:pPr marL="0" indent="0">
              <a:buNone/>
            </a:pPr>
            <a:r>
              <a:rPr lang="sv-SE" sz="2400">
                <a:ea typeface="+mn-lt"/>
                <a:cs typeface="+mn-lt"/>
              </a:rPr>
              <a:t>catch                         Om det blir fel – gör det här istället</a:t>
            </a:r>
            <a:endParaRPr lang="sv-SE" sz="2400"/>
          </a:p>
          <a:p>
            <a:pPr marL="0" indent="0">
              <a:buNone/>
            </a:pPr>
            <a:r>
              <a:rPr lang="sv-SE" sz="2400">
                <a:ea typeface="+mn-lt"/>
                <a:cs typeface="+mn-lt"/>
              </a:rPr>
              <a:t>finally                         Kör ALLTID detta (oavsett fel eller inte)</a:t>
            </a:r>
            <a:endParaRPr lang="sv-SE" sz="240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5970BC1D-1D11-9A67-E9AC-7D3F134A9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16890"/>
            <a:ext cx="12192000" cy="213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01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5F5A35B1-5816-E1A6-FD7A-E89FDBD54E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38" t="14798" r="2994" b="3318"/>
          <a:stretch>
            <a:fillRect/>
          </a:stretch>
        </p:blipFill>
        <p:spPr>
          <a:xfrm>
            <a:off x="22" y="296885"/>
            <a:ext cx="12193093" cy="610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49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2515456E-B1B1-48C1-8164-7E567F5D4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EA8CF0DC-D23A-4CA2-8463-27F89928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1">
            <a:extLst>
              <a:ext uri="{FF2B5EF4-FFF2-40B4-BE49-F238E27FC236}">
                <a16:creationId xmlns:a16="http://schemas.microsoft.com/office/drawing/2014/main" id="{B8A381C4-0C0D-491F-90D8-63CF760B4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5698">
            <a:off x="-195643" y="67946"/>
            <a:ext cx="6408310" cy="6912725"/>
          </a:xfrm>
          <a:custGeom>
            <a:avLst/>
            <a:gdLst>
              <a:gd name="connsiteX0" fmla="*/ 0 w 6408310"/>
              <a:gd name="connsiteY0" fmla="*/ 108934 h 6912725"/>
              <a:gd name="connsiteX1" fmla="*/ 1911522 w 6408310"/>
              <a:gd name="connsiteY1" fmla="*/ 0 h 6912725"/>
              <a:gd name="connsiteX2" fmla="*/ 1916026 w 6408310"/>
              <a:gd name="connsiteY2" fmla="*/ 4704 h 6912725"/>
              <a:gd name="connsiteX3" fmla="*/ 1911112 w 6408310"/>
              <a:gd name="connsiteY3" fmla="*/ 17418 h 6912725"/>
              <a:gd name="connsiteX4" fmla="*/ 1972871 w 6408310"/>
              <a:gd name="connsiteY4" fmla="*/ 72530 h 6912725"/>
              <a:gd name="connsiteX5" fmla="*/ 2069180 w 6408310"/>
              <a:gd name="connsiteY5" fmla="*/ 173199 h 6912725"/>
              <a:gd name="connsiteX6" fmla="*/ 2131569 w 6408310"/>
              <a:gd name="connsiteY6" fmla="*/ 227805 h 6912725"/>
              <a:gd name="connsiteX7" fmla="*/ 2162747 w 6408310"/>
              <a:gd name="connsiteY7" fmla="*/ 239714 h 6912725"/>
              <a:gd name="connsiteX8" fmla="*/ 2220499 w 6408310"/>
              <a:gd name="connsiteY8" fmla="*/ 289903 h 6912725"/>
              <a:gd name="connsiteX9" fmla="*/ 2381978 w 6408310"/>
              <a:gd name="connsiteY9" fmla="*/ 391093 h 6912725"/>
              <a:gd name="connsiteX10" fmla="*/ 2445910 w 6408310"/>
              <a:gd name="connsiteY10" fmla="*/ 463815 h 6912725"/>
              <a:gd name="connsiteX11" fmla="*/ 2531236 w 6408310"/>
              <a:gd name="connsiteY11" fmla="*/ 600817 h 6912725"/>
              <a:gd name="connsiteX12" fmla="*/ 2617149 w 6408310"/>
              <a:gd name="connsiteY12" fmla="*/ 703748 h 6912725"/>
              <a:gd name="connsiteX13" fmla="*/ 2650333 w 6408310"/>
              <a:gd name="connsiteY13" fmla="*/ 720900 h 6912725"/>
              <a:gd name="connsiteX14" fmla="*/ 2705541 w 6408310"/>
              <a:gd name="connsiteY14" fmla="*/ 750090 h 6912725"/>
              <a:gd name="connsiteX15" fmla="*/ 2757210 w 6408310"/>
              <a:gd name="connsiteY15" fmla="*/ 789489 h 6912725"/>
              <a:gd name="connsiteX16" fmla="*/ 2791660 w 6408310"/>
              <a:gd name="connsiteY16" fmla="*/ 816041 h 6912725"/>
              <a:gd name="connsiteX17" fmla="*/ 2840975 w 6408310"/>
              <a:gd name="connsiteY17" fmla="*/ 842225 h 6912725"/>
              <a:gd name="connsiteX18" fmla="*/ 2917970 w 6408310"/>
              <a:gd name="connsiteY18" fmla="*/ 879392 h 6912725"/>
              <a:gd name="connsiteX19" fmla="*/ 2957236 w 6408310"/>
              <a:gd name="connsiteY19" fmla="*/ 906835 h 6912725"/>
              <a:gd name="connsiteX20" fmla="*/ 3117215 w 6408310"/>
              <a:gd name="connsiteY20" fmla="*/ 1073714 h 6912725"/>
              <a:gd name="connsiteX21" fmla="*/ 3250958 w 6408310"/>
              <a:gd name="connsiteY21" fmla="*/ 1130397 h 6912725"/>
              <a:gd name="connsiteX22" fmla="*/ 3496717 w 6408310"/>
              <a:gd name="connsiteY22" fmla="*/ 1260412 h 6912725"/>
              <a:gd name="connsiteX23" fmla="*/ 3494992 w 6408310"/>
              <a:gd name="connsiteY23" fmla="*/ 1268283 h 6912725"/>
              <a:gd name="connsiteX24" fmla="*/ 3508993 w 6408310"/>
              <a:gd name="connsiteY24" fmla="*/ 1287737 h 6912725"/>
              <a:gd name="connsiteX25" fmla="*/ 3512115 w 6408310"/>
              <a:gd name="connsiteY25" fmla="*/ 1288544 h 6912725"/>
              <a:gd name="connsiteX26" fmla="*/ 3548697 w 6408310"/>
              <a:gd name="connsiteY26" fmla="*/ 1363739 h 6912725"/>
              <a:gd name="connsiteX27" fmla="*/ 3656567 w 6408310"/>
              <a:gd name="connsiteY27" fmla="*/ 1479533 h 6912725"/>
              <a:gd name="connsiteX28" fmla="*/ 3661987 w 6408310"/>
              <a:gd name="connsiteY28" fmla="*/ 1491779 h 6912725"/>
              <a:gd name="connsiteX29" fmla="*/ 3667389 w 6408310"/>
              <a:gd name="connsiteY29" fmla="*/ 1495409 h 6912725"/>
              <a:gd name="connsiteX30" fmla="*/ 3800461 w 6408310"/>
              <a:gd name="connsiteY30" fmla="*/ 1696689 h 6912725"/>
              <a:gd name="connsiteX31" fmla="*/ 3933737 w 6408310"/>
              <a:gd name="connsiteY31" fmla="*/ 1853325 h 6912725"/>
              <a:gd name="connsiteX32" fmla="*/ 3946446 w 6408310"/>
              <a:gd name="connsiteY32" fmla="*/ 1903446 h 6912725"/>
              <a:gd name="connsiteX33" fmla="*/ 3960581 w 6408310"/>
              <a:gd name="connsiteY33" fmla="*/ 1913244 h 6912725"/>
              <a:gd name="connsiteX34" fmla="*/ 4015111 w 6408310"/>
              <a:gd name="connsiteY34" fmla="*/ 1956512 h 6912725"/>
              <a:gd name="connsiteX35" fmla="*/ 4070740 w 6408310"/>
              <a:gd name="connsiteY35" fmla="*/ 1999693 h 6912725"/>
              <a:gd name="connsiteX36" fmla="*/ 4091495 w 6408310"/>
              <a:gd name="connsiteY36" fmla="*/ 2064313 h 6912725"/>
              <a:gd name="connsiteX37" fmla="*/ 4118353 w 6408310"/>
              <a:gd name="connsiteY37" fmla="*/ 2073901 h 6912725"/>
              <a:gd name="connsiteX38" fmla="*/ 4123293 w 6408310"/>
              <a:gd name="connsiteY38" fmla="*/ 2075261 h 6912725"/>
              <a:gd name="connsiteX39" fmla="*/ 4166582 w 6408310"/>
              <a:gd name="connsiteY39" fmla="*/ 2120685 h 6912725"/>
              <a:gd name="connsiteX40" fmla="*/ 4213721 w 6408310"/>
              <a:gd name="connsiteY40" fmla="*/ 2168493 h 6912725"/>
              <a:gd name="connsiteX41" fmla="*/ 4250795 w 6408310"/>
              <a:gd name="connsiteY41" fmla="*/ 2261746 h 6912725"/>
              <a:gd name="connsiteX42" fmla="*/ 4295408 w 6408310"/>
              <a:gd name="connsiteY42" fmla="*/ 2340515 h 6912725"/>
              <a:gd name="connsiteX43" fmla="*/ 4318976 w 6408310"/>
              <a:gd name="connsiteY43" fmla="*/ 2371504 h 6912725"/>
              <a:gd name="connsiteX44" fmla="*/ 4323314 w 6408310"/>
              <a:gd name="connsiteY44" fmla="*/ 2378166 h 6912725"/>
              <a:gd name="connsiteX45" fmla="*/ 4323235 w 6408310"/>
              <a:gd name="connsiteY45" fmla="*/ 2378475 h 6912725"/>
              <a:gd name="connsiteX46" fmla="*/ 4327479 w 6408310"/>
              <a:gd name="connsiteY46" fmla="*/ 2385858 h 6912725"/>
              <a:gd name="connsiteX47" fmla="*/ 4331226 w 6408310"/>
              <a:gd name="connsiteY47" fmla="*/ 2390318 h 6912725"/>
              <a:gd name="connsiteX48" fmla="*/ 4339643 w 6408310"/>
              <a:gd name="connsiteY48" fmla="*/ 2403246 h 6912725"/>
              <a:gd name="connsiteX49" fmla="*/ 4341435 w 6408310"/>
              <a:gd name="connsiteY49" fmla="*/ 2408870 h 6912725"/>
              <a:gd name="connsiteX50" fmla="*/ 4340548 w 6408310"/>
              <a:gd name="connsiteY50" fmla="*/ 2412798 h 6912725"/>
              <a:gd name="connsiteX51" fmla="*/ 4351634 w 6408310"/>
              <a:gd name="connsiteY51" fmla="*/ 2443869 h 6912725"/>
              <a:gd name="connsiteX52" fmla="*/ 4380688 w 6408310"/>
              <a:gd name="connsiteY52" fmla="*/ 2504819 h 6912725"/>
              <a:gd name="connsiteX53" fmla="*/ 4399892 w 6408310"/>
              <a:gd name="connsiteY53" fmla="*/ 2537002 h 6912725"/>
              <a:gd name="connsiteX54" fmla="*/ 4449690 w 6408310"/>
              <a:gd name="connsiteY54" fmla="*/ 2628144 h 6912725"/>
              <a:gd name="connsiteX55" fmla="*/ 4512427 w 6408310"/>
              <a:gd name="connsiteY55" fmla="*/ 2840755 h 6912725"/>
              <a:gd name="connsiteX56" fmla="*/ 4591091 w 6408310"/>
              <a:gd name="connsiteY56" fmla="*/ 3036586 h 6912725"/>
              <a:gd name="connsiteX57" fmla="*/ 4757297 w 6408310"/>
              <a:gd name="connsiteY57" fmla="*/ 3388741 h 6912725"/>
              <a:gd name="connsiteX58" fmla="*/ 4755264 w 6408310"/>
              <a:gd name="connsiteY58" fmla="*/ 3461211 h 6912725"/>
              <a:gd name="connsiteX59" fmla="*/ 4776842 w 6408310"/>
              <a:gd name="connsiteY59" fmla="*/ 3503606 h 6912725"/>
              <a:gd name="connsiteX60" fmla="*/ 4815953 w 6408310"/>
              <a:gd name="connsiteY60" fmla="*/ 3543897 h 6912725"/>
              <a:gd name="connsiteX61" fmla="*/ 4826382 w 6408310"/>
              <a:gd name="connsiteY61" fmla="*/ 3589602 h 6912725"/>
              <a:gd name="connsiteX62" fmla="*/ 4900664 w 6408310"/>
              <a:gd name="connsiteY62" fmla="*/ 3697326 h 6912725"/>
              <a:gd name="connsiteX63" fmla="*/ 4944717 w 6408310"/>
              <a:gd name="connsiteY63" fmla="*/ 3795461 h 6912725"/>
              <a:gd name="connsiteX64" fmla="*/ 4981260 w 6408310"/>
              <a:gd name="connsiteY64" fmla="*/ 3887734 h 6912725"/>
              <a:gd name="connsiteX65" fmla="*/ 5000423 w 6408310"/>
              <a:gd name="connsiteY65" fmla="*/ 3933089 h 6912725"/>
              <a:gd name="connsiteX66" fmla="*/ 5033013 w 6408310"/>
              <a:gd name="connsiteY66" fmla="*/ 3937041 h 6912725"/>
              <a:gd name="connsiteX67" fmla="*/ 5081597 w 6408310"/>
              <a:gd name="connsiteY67" fmla="*/ 4013154 h 6912725"/>
              <a:gd name="connsiteX68" fmla="*/ 5088052 w 6408310"/>
              <a:gd name="connsiteY68" fmla="*/ 4027525 h 6912725"/>
              <a:gd name="connsiteX69" fmla="*/ 5189054 w 6408310"/>
              <a:gd name="connsiteY69" fmla="*/ 4098668 h 6912725"/>
              <a:gd name="connsiteX70" fmla="*/ 5228545 w 6408310"/>
              <a:gd name="connsiteY70" fmla="*/ 4146658 h 6912725"/>
              <a:gd name="connsiteX71" fmla="*/ 5268336 w 6408310"/>
              <a:gd name="connsiteY71" fmla="*/ 4194504 h 6912725"/>
              <a:gd name="connsiteX72" fmla="*/ 5317950 w 6408310"/>
              <a:gd name="connsiteY72" fmla="*/ 4267325 h 6912725"/>
              <a:gd name="connsiteX73" fmla="*/ 5598270 w 6408310"/>
              <a:gd name="connsiteY73" fmla="*/ 4563876 h 6912725"/>
              <a:gd name="connsiteX74" fmla="*/ 5833068 w 6408310"/>
              <a:gd name="connsiteY74" fmla="*/ 5016605 h 6912725"/>
              <a:gd name="connsiteX75" fmla="*/ 6045916 w 6408310"/>
              <a:gd name="connsiteY75" fmla="*/ 5405287 h 6912725"/>
              <a:gd name="connsiteX76" fmla="*/ 6117737 w 6408310"/>
              <a:gd name="connsiteY76" fmla="*/ 5538137 h 6912725"/>
              <a:gd name="connsiteX77" fmla="*/ 6144230 w 6408310"/>
              <a:gd name="connsiteY77" fmla="*/ 5635151 h 6912725"/>
              <a:gd name="connsiteX78" fmla="*/ 6176742 w 6408310"/>
              <a:gd name="connsiteY78" fmla="*/ 5809044 h 6912725"/>
              <a:gd name="connsiteX79" fmla="*/ 6245199 w 6408310"/>
              <a:gd name="connsiteY79" fmla="*/ 6038018 h 6912725"/>
              <a:gd name="connsiteX80" fmla="*/ 6303931 w 6408310"/>
              <a:gd name="connsiteY80" fmla="*/ 6175618 h 6912725"/>
              <a:gd name="connsiteX81" fmla="*/ 6336313 w 6408310"/>
              <a:gd name="connsiteY81" fmla="*/ 6345837 h 6912725"/>
              <a:gd name="connsiteX82" fmla="*/ 6401195 w 6408310"/>
              <a:gd name="connsiteY82" fmla="*/ 6542084 h 6912725"/>
              <a:gd name="connsiteX83" fmla="*/ 6408310 w 6408310"/>
              <a:gd name="connsiteY83" fmla="*/ 6612865 h 6912725"/>
              <a:gd name="connsiteX84" fmla="*/ 1146484 w 6408310"/>
              <a:gd name="connsiteY84" fmla="*/ 6912725 h 6912725"/>
              <a:gd name="connsiteX85" fmla="*/ 1108438 w 6408310"/>
              <a:gd name="connsiteY85" fmla="*/ 6825083 h 6912725"/>
              <a:gd name="connsiteX86" fmla="*/ 997867 w 6408310"/>
              <a:gd name="connsiteY86" fmla="*/ 6378703 h 6912725"/>
              <a:gd name="connsiteX87" fmla="*/ 858750 w 6408310"/>
              <a:gd name="connsiteY87" fmla="*/ 5923784 h 6912725"/>
              <a:gd name="connsiteX88" fmla="*/ 860408 w 6408310"/>
              <a:gd name="connsiteY88" fmla="*/ 5860728 h 6912725"/>
              <a:gd name="connsiteX89" fmla="*/ 853644 w 6408310"/>
              <a:gd name="connsiteY89" fmla="*/ 5771381 h 6912725"/>
              <a:gd name="connsiteX90" fmla="*/ 852164 w 6408310"/>
              <a:gd name="connsiteY90" fmla="*/ 5615193 h 6912725"/>
              <a:gd name="connsiteX91" fmla="*/ 831986 w 6408310"/>
              <a:gd name="connsiteY91" fmla="*/ 5402745 h 6912725"/>
              <a:gd name="connsiteX92" fmla="*/ 759590 w 6408310"/>
              <a:gd name="connsiteY92" fmla="*/ 5239800 h 6912725"/>
              <a:gd name="connsiteX93" fmla="*/ 767251 w 6408310"/>
              <a:gd name="connsiteY93" fmla="*/ 5227414 h 6912725"/>
              <a:gd name="connsiteX94" fmla="*/ 745427 w 6408310"/>
              <a:gd name="connsiteY94" fmla="*/ 5118958 h 6912725"/>
              <a:gd name="connsiteX95" fmla="*/ 635950 w 6408310"/>
              <a:gd name="connsiteY95" fmla="*/ 4788294 h 6912725"/>
              <a:gd name="connsiteX96" fmla="*/ 558787 w 6408310"/>
              <a:gd name="connsiteY96" fmla="*/ 4518070 h 6912725"/>
              <a:gd name="connsiteX97" fmla="*/ 555530 w 6408310"/>
              <a:gd name="connsiteY97" fmla="*/ 4444433 h 6912725"/>
              <a:gd name="connsiteX98" fmla="*/ 549378 w 6408310"/>
              <a:gd name="connsiteY98" fmla="*/ 4320965 h 6912725"/>
              <a:gd name="connsiteX99" fmla="*/ 572361 w 6408310"/>
              <a:gd name="connsiteY99" fmla="*/ 4232369 h 6912725"/>
              <a:gd name="connsiteX100" fmla="*/ 556288 w 6408310"/>
              <a:gd name="connsiteY100" fmla="*/ 4127673 h 6912725"/>
              <a:gd name="connsiteX101" fmla="*/ 506660 w 6408310"/>
              <a:gd name="connsiteY101" fmla="*/ 3821119 h 6912725"/>
              <a:gd name="connsiteX102" fmla="*/ 494791 w 6408310"/>
              <a:gd name="connsiteY102" fmla="*/ 3723556 h 6912725"/>
              <a:gd name="connsiteX103" fmla="*/ 490230 w 6408310"/>
              <a:gd name="connsiteY103" fmla="*/ 3508893 h 6912725"/>
              <a:gd name="connsiteX104" fmla="*/ 484223 w 6408310"/>
              <a:gd name="connsiteY104" fmla="*/ 3233179 h 6912725"/>
              <a:gd name="connsiteX105" fmla="*/ 460329 w 6408310"/>
              <a:gd name="connsiteY105" fmla="*/ 3041244 h 6912725"/>
              <a:gd name="connsiteX106" fmla="*/ 407197 w 6408310"/>
              <a:gd name="connsiteY106" fmla="*/ 2812292 h 6912725"/>
              <a:gd name="connsiteX107" fmla="*/ 386122 w 6408310"/>
              <a:gd name="connsiteY107" fmla="*/ 2757841 h 6912725"/>
              <a:gd name="connsiteX108" fmla="*/ 363684 w 6408310"/>
              <a:gd name="connsiteY108" fmla="*/ 2714608 h 6912725"/>
              <a:gd name="connsiteX109" fmla="*/ 330746 w 6408310"/>
              <a:gd name="connsiteY109" fmla="*/ 2625146 h 6912725"/>
              <a:gd name="connsiteX110" fmla="*/ 299927 w 6408310"/>
              <a:gd name="connsiteY110" fmla="*/ 2566177 h 6912725"/>
              <a:gd name="connsiteX111" fmla="*/ 288272 w 6408310"/>
              <a:gd name="connsiteY111" fmla="*/ 2439923 h 6912725"/>
              <a:gd name="connsiteX112" fmla="*/ 233611 w 6408310"/>
              <a:gd name="connsiteY112" fmla="*/ 2326248 h 6912725"/>
              <a:gd name="connsiteX113" fmla="*/ 115057 w 6408310"/>
              <a:gd name="connsiteY113" fmla="*/ 2127916 h 691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6408310" h="6912725">
                <a:moveTo>
                  <a:pt x="0" y="108934"/>
                </a:moveTo>
                <a:lnTo>
                  <a:pt x="1911522" y="0"/>
                </a:lnTo>
                <a:lnTo>
                  <a:pt x="1916026" y="4704"/>
                </a:lnTo>
                <a:cubicBezTo>
                  <a:pt x="1916562" y="7914"/>
                  <a:pt x="1915147" y="12061"/>
                  <a:pt x="1911112" y="17418"/>
                </a:cubicBezTo>
                <a:cubicBezTo>
                  <a:pt x="1943271" y="27853"/>
                  <a:pt x="1947645" y="36373"/>
                  <a:pt x="1972871" y="72530"/>
                </a:cubicBezTo>
                <a:cubicBezTo>
                  <a:pt x="1980767" y="117667"/>
                  <a:pt x="2061296" y="115435"/>
                  <a:pt x="2069180" y="173199"/>
                </a:cubicBezTo>
                <a:cubicBezTo>
                  <a:pt x="2075196" y="191586"/>
                  <a:pt x="2112853" y="231006"/>
                  <a:pt x="2131569" y="227805"/>
                </a:cubicBezTo>
                <a:cubicBezTo>
                  <a:pt x="2141808" y="233828"/>
                  <a:pt x="2146631" y="247405"/>
                  <a:pt x="2162747" y="239714"/>
                </a:cubicBezTo>
                <a:cubicBezTo>
                  <a:pt x="2183739" y="232191"/>
                  <a:pt x="2206491" y="310465"/>
                  <a:pt x="2220499" y="289903"/>
                </a:cubicBezTo>
                <a:cubicBezTo>
                  <a:pt x="2257038" y="315132"/>
                  <a:pt x="2344409" y="362107"/>
                  <a:pt x="2381978" y="391093"/>
                </a:cubicBezTo>
                <a:cubicBezTo>
                  <a:pt x="2419547" y="420079"/>
                  <a:pt x="2445794" y="442621"/>
                  <a:pt x="2445910" y="463815"/>
                </a:cubicBezTo>
                <a:cubicBezTo>
                  <a:pt x="2462109" y="546053"/>
                  <a:pt x="2496860" y="553382"/>
                  <a:pt x="2531236" y="600817"/>
                </a:cubicBezTo>
                <a:cubicBezTo>
                  <a:pt x="2573647" y="650501"/>
                  <a:pt x="2589314" y="613369"/>
                  <a:pt x="2617149" y="703748"/>
                </a:cubicBezTo>
                <a:cubicBezTo>
                  <a:pt x="2635983" y="695546"/>
                  <a:pt x="2643943" y="702017"/>
                  <a:pt x="2650333" y="720900"/>
                </a:cubicBezTo>
                <a:cubicBezTo>
                  <a:pt x="2671881" y="743975"/>
                  <a:pt x="2701744" y="706344"/>
                  <a:pt x="2705541" y="750090"/>
                </a:cubicBezTo>
                <a:cubicBezTo>
                  <a:pt x="2730861" y="760850"/>
                  <a:pt x="2742856" y="778498"/>
                  <a:pt x="2757210" y="789489"/>
                </a:cubicBezTo>
                <a:cubicBezTo>
                  <a:pt x="2776836" y="801882"/>
                  <a:pt x="2774652" y="796949"/>
                  <a:pt x="2791660" y="816041"/>
                </a:cubicBezTo>
                <a:cubicBezTo>
                  <a:pt x="2815343" y="835699"/>
                  <a:pt x="2784183" y="871086"/>
                  <a:pt x="2840975" y="842225"/>
                </a:cubicBezTo>
                <a:cubicBezTo>
                  <a:pt x="2854681" y="875427"/>
                  <a:pt x="2877032" y="859395"/>
                  <a:pt x="2917970" y="879392"/>
                </a:cubicBezTo>
                <a:cubicBezTo>
                  <a:pt x="2921487" y="903353"/>
                  <a:pt x="2937122" y="907916"/>
                  <a:pt x="2957236" y="906835"/>
                </a:cubicBezTo>
                <a:lnTo>
                  <a:pt x="3117215" y="1073714"/>
                </a:lnTo>
                <a:cubicBezTo>
                  <a:pt x="3153906" y="1089285"/>
                  <a:pt x="3232612" y="1124062"/>
                  <a:pt x="3250958" y="1130397"/>
                </a:cubicBezTo>
                <a:cubicBezTo>
                  <a:pt x="3409574" y="1172733"/>
                  <a:pt x="3456045" y="1237431"/>
                  <a:pt x="3496717" y="1260412"/>
                </a:cubicBezTo>
                <a:lnTo>
                  <a:pt x="3494992" y="1268283"/>
                </a:lnTo>
                <a:cubicBezTo>
                  <a:pt x="3495362" y="1274688"/>
                  <a:pt x="3498760" y="1281160"/>
                  <a:pt x="3508993" y="1287737"/>
                </a:cubicBezTo>
                <a:lnTo>
                  <a:pt x="3512115" y="1288544"/>
                </a:lnTo>
                <a:lnTo>
                  <a:pt x="3548697" y="1363739"/>
                </a:lnTo>
                <a:cubicBezTo>
                  <a:pt x="3572773" y="1395571"/>
                  <a:pt x="3623148" y="1421050"/>
                  <a:pt x="3656567" y="1479533"/>
                </a:cubicBezTo>
                <a:lnTo>
                  <a:pt x="3661987" y="1491779"/>
                </a:lnTo>
                <a:lnTo>
                  <a:pt x="3667389" y="1495409"/>
                </a:lnTo>
                <a:lnTo>
                  <a:pt x="3800461" y="1696689"/>
                </a:lnTo>
                <a:cubicBezTo>
                  <a:pt x="3835546" y="1747791"/>
                  <a:pt x="3913146" y="1811386"/>
                  <a:pt x="3933737" y="1853325"/>
                </a:cubicBezTo>
                <a:lnTo>
                  <a:pt x="3946446" y="1903446"/>
                </a:lnTo>
                <a:lnTo>
                  <a:pt x="3960581" y="1913244"/>
                </a:lnTo>
                <a:cubicBezTo>
                  <a:pt x="3979608" y="1926434"/>
                  <a:pt x="3998210" y="1940240"/>
                  <a:pt x="4015111" y="1956512"/>
                </a:cubicBezTo>
                <a:cubicBezTo>
                  <a:pt x="4083226" y="1956238"/>
                  <a:pt x="4031943" y="1969929"/>
                  <a:pt x="4070740" y="1999693"/>
                </a:cubicBezTo>
                <a:cubicBezTo>
                  <a:pt x="4027554" y="2022282"/>
                  <a:pt x="4128681" y="2025600"/>
                  <a:pt x="4091495" y="2064313"/>
                </a:cubicBezTo>
                <a:cubicBezTo>
                  <a:pt x="4099733" y="2068504"/>
                  <a:pt x="4108887" y="2071343"/>
                  <a:pt x="4118353" y="2073901"/>
                </a:cubicBezTo>
                <a:lnTo>
                  <a:pt x="4123293" y="2075261"/>
                </a:lnTo>
                <a:lnTo>
                  <a:pt x="4166582" y="2120685"/>
                </a:lnTo>
                <a:lnTo>
                  <a:pt x="4213721" y="2168493"/>
                </a:lnTo>
                <a:lnTo>
                  <a:pt x="4250795" y="2261746"/>
                </a:lnTo>
                <a:lnTo>
                  <a:pt x="4295408" y="2340515"/>
                </a:lnTo>
                <a:cubicBezTo>
                  <a:pt x="4303294" y="2350172"/>
                  <a:pt x="4311232" y="2360551"/>
                  <a:pt x="4318976" y="2371504"/>
                </a:cubicBezTo>
                <a:lnTo>
                  <a:pt x="4323314" y="2378166"/>
                </a:lnTo>
                <a:cubicBezTo>
                  <a:pt x="4323288" y="2378269"/>
                  <a:pt x="4323261" y="2378372"/>
                  <a:pt x="4323235" y="2378475"/>
                </a:cubicBezTo>
                <a:cubicBezTo>
                  <a:pt x="4323820" y="2380303"/>
                  <a:pt x="4325112" y="2382633"/>
                  <a:pt x="4327479" y="2385858"/>
                </a:cubicBezTo>
                <a:lnTo>
                  <a:pt x="4331226" y="2390318"/>
                </a:lnTo>
                <a:lnTo>
                  <a:pt x="4339643" y="2403246"/>
                </a:lnTo>
                <a:lnTo>
                  <a:pt x="4341435" y="2408870"/>
                </a:lnTo>
                <a:lnTo>
                  <a:pt x="4340548" y="2412798"/>
                </a:lnTo>
                <a:lnTo>
                  <a:pt x="4351634" y="2443869"/>
                </a:lnTo>
                <a:cubicBezTo>
                  <a:pt x="4370557" y="2458176"/>
                  <a:pt x="4365119" y="2472379"/>
                  <a:pt x="4380688" y="2504819"/>
                </a:cubicBezTo>
                <a:cubicBezTo>
                  <a:pt x="4393528" y="2510493"/>
                  <a:pt x="4397884" y="2522485"/>
                  <a:pt x="4399892" y="2537002"/>
                </a:cubicBezTo>
                <a:cubicBezTo>
                  <a:pt x="4420218" y="2562143"/>
                  <a:pt x="4430910" y="2594831"/>
                  <a:pt x="4449690" y="2628144"/>
                </a:cubicBezTo>
                <a:cubicBezTo>
                  <a:pt x="4468446" y="2678770"/>
                  <a:pt x="4488860" y="2772681"/>
                  <a:pt x="4512427" y="2840755"/>
                </a:cubicBezTo>
                <a:lnTo>
                  <a:pt x="4591091" y="3036586"/>
                </a:lnTo>
                <a:cubicBezTo>
                  <a:pt x="4639934" y="3158078"/>
                  <a:pt x="4730818" y="3310586"/>
                  <a:pt x="4757297" y="3388741"/>
                </a:cubicBezTo>
                <a:cubicBezTo>
                  <a:pt x="4756620" y="3412898"/>
                  <a:pt x="4755942" y="3437054"/>
                  <a:pt x="4755264" y="3461211"/>
                </a:cubicBezTo>
                <a:cubicBezTo>
                  <a:pt x="4763881" y="3469559"/>
                  <a:pt x="4774382" y="3498341"/>
                  <a:pt x="4776842" y="3503606"/>
                </a:cubicBezTo>
                <a:cubicBezTo>
                  <a:pt x="4776789" y="3503947"/>
                  <a:pt x="4816006" y="3543555"/>
                  <a:pt x="4815953" y="3543897"/>
                </a:cubicBezTo>
                <a:lnTo>
                  <a:pt x="4826382" y="3589602"/>
                </a:lnTo>
                <a:cubicBezTo>
                  <a:pt x="4854724" y="3618181"/>
                  <a:pt x="4872282" y="3672884"/>
                  <a:pt x="4900664" y="3697326"/>
                </a:cubicBezTo>
                <a:cubicBezTo>
                  <a:pt x="4872593" y="3751610"/>
                  <a:pt x="4889332" y="3712092"/>
                  <a:pt x="4944717" y="3795461"/>
                </a:cubicBezTo>
                <a:cubicBezTo>
                  <a:pt x="4981269" y="3830092"/>
                  <a:pt x="4951776" y="3836266"/>
                  <a:pt x="4981260" y="3887734"/>
                </a:cubicBezTo>
                <a:cubicBezTo>
                  <a:pt x="4992187" y="3900180"/>
                  <a:pt x="5000945" y="3922491"/>
                  <a:pt x="5000423" y="3933089"/>
                </a:cubicBezTo>
                <a:lnTo>
                  <a:pt x="5033013" y="3937041"/>
                </a:lnTo>
                <a:lnTo>
                  <a:pt x="5081597" y="4013154"/>
                </a:lnTo>
                <a:lnTo>
                  <a:pt x="5088052" y="4027525"/>
                </a:lnTo>
                <a:lnTo>
                  <a:pt x="5189054" y="4098668"/>
                </a:lnTo>
                <a:lnTo>
                  <a:pt x="5228545" y="4146658"/>
                </a:lnTo>
                <a:lnTo>
                  <a:pt x="5268336" y="4194504"/>
                </a:lnTo>
                <a:cubicBezTo>
                  <a:pt x="5282676" y="4201217"/>
                  <a:pt x="5302948" y="4267012"/>
                  <a:pt x="5317950" y="4267325"/>
                </a:cubicBezTo>
                <a:cubicBezTo>
                  <a:pt x="5371561" y="4431932"/>
                  <a:pt x="5512417" y="4438996"/>
                  <a:pt x="5598270" y="4563876"/>
                </a:cubicBezTo>
                <a:cubicBezTo>
                  <a:pt x="5684123" y="4688756"/>
                  <a:pt x="5658748" y="4766617"/>
                  <a:pt x="5833068" y="5016605"/>
                </a:cubicBezTo>
                <a:cubicBezTo>
                  <a:pt x="5917959" y="5167124"/>
                  <a:pt x="6007541" y="5258633"/>
                  <a:pt x="6045916" y="5405287"/>
                </a:cubicBezTo>
                <a:cubicBezTo>
                  <a:pt x="6053001" y="5431110"/>
                  <a:pt x="6137180" y="5517469"/>
                  <a:pt x="6117737" y="5538137"/>
                </a:cubicBezTo>
                <a:cubicBezTo>
                  <a:pt x="6096856" y="5567956"/>
                  <a:pt x="6185855" y="5633330"/>
                  <a:pt x="6144230" y="5635151"/>
                </a:cubicBezTo>
                <a:cubicBezTo>
                  <a:pt x="6206267" y="5682015"/>
                  <a:pt x="6167034" y="5753331"/>
                  <a:pt x="6176742" y="5809044"/>
                </a:cubicBezTo>
                <a:cubicBezTo>
                  <a:pt x="6181644" y="5871497"/>
                  <a:pt x="6197878" y="5926431"/>
                  <a:pt x="6245199" y="6038018"/>
                </a:cubicBezTo>
                <a:cubicBezTo>
                  <a:pt x="6276717" y="6104340"/>
                  <a:pt x="6288745" y="6124315"/>
                  <a:pt x="6303931" y="6175618"/>
                </a:cubicBezTo>
                <a:cubicBezTo>
                  <a:pt x="6319117" y="6226921"/>
                  <a:pt x="6298592" y="6320971"/>
                  <a:pt x="6336313" y="6345837"/>
                </a:cubicBezTo>
                <a:cubicBezTo>
                  <a:pt x="6368454" y="6400251"/>
                  <a:pt x="6388884" y="6464262"/>
                  <a:pt x="6401195" y="6542084"/>
                </a:cubicBezTo>
                <a:lnTo>
                  <a:pt x="6408310" y="6612865"/>
                </a:lnTo>
                <a:lnTo>
                  <a:pt x="1146484" y="6912725"/>
                </a:lnTo>
                <a:lnTo>
                  <a:pt x="1108438" y="6825083"/>
                </a:lnTo>
                <a:cubicBezTo>
                  <a:pt x="1057133" y="6684904"/>
                  <a:pt x="1090669" y="6637010"/>
                  <a:pt x="997867" y="6378703"/>
                </a:cubicBezTo>
                <a:cubicBezTo>
                  <a:pt x="956253" y="6228487"/>
                  <a:pt x="874761" y="6010797"/>
                  <a:pt x="858750" y="5923784"/>
                </a:cubicBezTo>
                <a:cubicBezTo>
                  <a:pt x="856924" y="5899993"/>
                  <a:pt x="844018" y="5873122"/>
                  <a:pt x="860408" y="5860728"/>
                </a:cubicBezTo>
                <a:cubicBezTo>
                  <a:pt x="878957" y="5840950"/>
                  <a:pt x="823834" y="5761906"/>
                  <a:pt x="853644" y="5771381"/>
                </a:cubicBezTo>
                <a:cubicBezTo>
                  <a:pt x="815383" y="5715186"/>
                  <a:pt x="852133" y="5665047"/>
                  <a:pt x="852164" y="5615193"/>
                </a:cubicBezTo>
                <a:cubicBezTo>
                  <a:pt x="817076" y="5571334"/>
                  <a:pt x="851740" y="5509975"/>
                  <a:pt x="831986" y="5402745"/>
                </a:cubicBezTo>
                <a:cubicBezTo>
                  <a:pt x="792037" y="5354630"/>
                  <a:pt x="819063" y="5330513"/>
                  <a:pt x="759590" y="5239800"/>
                </a:cubicBezTo>
                <a:cubicBezTo>
                  <a:pt x="762665" y="5236543"/>
                  <a:pt x="765245" y="5232371"/>
                  <a:pt x="767251" y="5227414"/>
                </a:cubicBezTo>
                <a:cubicBezTo>
                  <a:pt x="778914" y="5198604"/>
                  <a:pt x="769142" y="5150045"/>
                  <a:pt x="745427" y="5118958"/>
                </a:cubicBezTo>
                <a:cubicBezTo>
                  <a:pt x="660991" y="4975263"/>
                  <a:pt x="672599" y="4907855"/>
                  <a:pt x="635950" y="4788294"/>
                </a:cubicBezTo>
                <a:cubicBezTo>
                  <a:pt x="600650" y="4653678"/>
                  <a:pt x="646752" y="4690694"/>
                  <a:pt x="558787" y="4518070"/>
                </a:cubicBezTo>
                <a:cubicBezTo>
                  <a:pt x="577057" y="4502442"/>
                  <a:pt x="573633" y="4481342"/>
                  <a:pt x="555530" y="4444433"/>
                </a:cubicBezTo>
                <a:cubicBezTo>
                  <a:pt x="540027" y="4379200"/>
                  <a:pt x="596616" y="4390343"/>
                  <a:pt x="549378" y="4320965"/>
                </a:cubicBezTo>
                <a:cubicBezTo>
                  <a:pt x="581692" y="4336040"/>
                  <a:pt x="535024" y="4198883"/>
                  <a:pt x="572361" y="4232369"/>
                </a:cubicBezTo>
                <a:cubicBezTo>
                  <a:pt x="590648" y="4193014"/>
                  <a:pt x="541489" y="4167113"/>
                  <a:pt x="556288" y="4127673"/>
                </a:cubicBezTo>
                <a:lnTo>
                  <a:pt x="506660" y="3821119"/>
                </a:lnTo>
                <a:cubicBezTo>
                  <a:pt x="481478" y="3781010"/>
                  <a:pt x="483894" y="3751446"/>
                  <a:pt x="494791" y="3723556"/>
                </a:cubicBezTo>
                <a:cubicBezTo>
                  <a:pt x="472516" y="3634460"/>
                  <a:pt x="499836" y="3607209"/>
                  <a:pt x="490230" y="3508893"/>
                </a:cubicBezTo>
                <a:cubicBezTo>
                  <a:pt x="525541" y="3397546"/>
                  <a:pt x="482951" y="3307116"/>
                  <a:pt x="484223" y="3233179"/>
                </a:cubicBezTo>
                <a:cubicBezTo>
                  <a:pt x="465844" y="3133672"/>
                  <a:pt x="460855" y="3219289"/>
                  <a:pt x="460329" y="3041244"/>
                </a:cubicBezTo>
                <a:lnTo>
                  <a:pt x="407197" y="2812292"/>
                </a:lnTo>
                <a:cubicBezTo>
                  <a:pt x="391019" y="2768219"/>
                  <a:pt x="344571" y="2745090"/>
                  <a:pt x="386122" y="2757841"/>
                </a:cubicBezTo>
                <a:cubicBezTo>
                  <a:pt x="381879" y="2743275"/>
                  <a:pt x="360306" y="2721346"/>
                  <a:pt x="363684" y="2714608"/>
                </a:cubicBezTo>
                <a:lnTo>
                  <a:pt x="330746" y="2625146"/>
                </a:lnTo>
                <a:lnTo>
                  <a:pt x="299927" y="2566177"/>
                </a:lnTo>
                <a:cubicBezTo>
                  <a:pt x="300505" y="2524092"/>
                  <a:pt x="287694" y="2482008"/>
                  <a:pt x="288272" y="2439923"/>
                </a:cubicBezTo>
                <a:cubicBezTo>
                  <a:pt x="243273" y="2349673"/>
                  <a:pt x="278610" y="2382839"/>
                  <a:pt x="233611" y="2326248"/>
                </a:cubicBezTo>
                <a:lnTo>
                  <a:pt x="115057" y="212791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D3663FE-E6E7-4338-9B5A-4DFCA94A4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15" y="226762"/>
            <a:ext cx="3095863" cy="1708930"/>
          </a:xfrm>
        </p:spPr>
        <p:txBody>
          <a:bodyPr anchor="b">
            <a:normAutofit/>
          </a:bodyPr>
          <a:lstStyle/>
          <a:p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Exempel – med Finally:</a:t>
            </a:r>
            <a:endParaRPr lang="sv-SE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2A3168C-C713-BD0E-DE56-D60416EC2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5670" y="7469"/>
            <a:ext cx="9180748" cy="686146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sv-SE" sz="3200" b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Enligt Microsoft:</a:t>
            </a:r>
            <a:r>
              <a:rPr lang="sv-SE" sz="32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sv-SE" sz="32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BEEF2"/>
                </a:highlight>
                <a:latin typeface="Consolas"/>
              </a:rPr>
              <a:t>finally</a:t>
            </a:r>
            <a:r>
              <a:rPr lang="sv-SE" sz="32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-blocket körs ALLTID – även om du avbryter skriptet med CTRL+C .</a:t>
            </a:r>
            <a:endParaRPr lang="sv-SE" sz="320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endParaRPr lang="sv-SE" sz="54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FF"/>
              </a:highlight>
            </a:endParaRPr>
          </a:p>
          <a:p>
            <a:endParaRPr lang="sv-SE" sz="54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sv-SE" sz="54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2000">
              <a:solidFill>
                <a:srgbClr val="0F1115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try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Get-Content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"C:\finnsInte.txt"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catch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Write-Host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"❌ Fel: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$_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Exception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Message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finally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Write-Host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"✅ Detta körs ALLTID – oavsett fel!"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24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23520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515456E-B1B1-48C1-8164-7E567F5D4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CF0DC-D23A-4CA2-8463-27F89928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8A381C4-0C0D-491F-90D8-63CF760B4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5698">
            <a:off x="-195643" y="67946"/>
            <a:ext cx="6408310" cy="6912725"/>
          </a:xfrm>
          <a:custGeom>
            <a:avLst/>
            <a:gdLst>
              <a:gd name="connsiteX0" fmla="*/ 0 w 6408310"/>
              <a:gd name="connsiteY0" fmla="*/ 108934 h 6912725"/>
              <a:gd name="connsiteX1" fmla="*/ 1911522 w 6408310"/>
              <a:gd name="connsiteY1" fmla="*/ 0 h 6912725"/>
              <a:gd name="connsiteX2" fmla="*/ 1916026 w 6408310"/>
              <a:gd name="connsiteY2" fmla="*/ 4704 h 6912725"/>
              <a:gd name="connsiteX3" fmla="*/ 1911112 w 6408310"/>
              <a:gd name="connsiteY3" fmla="*/ 17418 h 6912725"/>
              <a:gd name="connsiteX4" fmla="*/ 1972871 w 6408310"/>
              <a:gd name="connsiteY4" fmla="*/ 72530 h 6912725"/>
              <a:gd name="connsiteX5" fmla="*/ 2069180 w 6408310"/>
              <a:gd name="connsiteY5" fmla="*/ 173199 h 6912725"/>
              <a:gd name="connsiteX6" fmla="*/ 2131569 w 6408310"/>
              <a:gd name="connsiteY6" fmla="*/ 227805 h 6912725"/>
              <a:gd name="connsiteX7" fmla="*/ 2162747 w 6408310"/>
              <a:gd name="connsiteY7" fmla="*/ 239714 h 6912725"/>
              <a:gd name="connsiteX8" fmla="*/ 2220499 w 6408310"/>
              <a:gd name="connsiteY8" fmla="*/ 289903 h 6912725"/>
              <a:gd name="connsiteX9" fmla="*/ 2381978 w 6408310"/>
              <a:gd name="connsiteY9" fmla="*/ 391093 h 6912725"/>
              <a:gd name="connsiteX10" fmla="*/ 2445910 w 6408310"/>
              <a:gd name="connsiteY10" fmla="*/ 463815 h 6912725"/>
              <a:gd name="connsiteX11" fmla="*/ 2531236 w 6408310"/>
              <a:gd name="connsiteY11" fmla="*/ 600817 h 6912725"/>
              <a:gd name="connsiteX12" fmla="*/ 2617149 w 6408310"/>
              <a:gd name="connsiteY12" fmla="*/ 703748 h 6912725"/>
              <a:gd name="connsiteX13" fmla="*/ 2650333 w 6408310"/>
              <a:gd name="connsiteY13" fmla="*/ 720900 h 6912725"/>
              <a:gd name="connsiteX14" fmla="*/ 2705541 w 6408310"/>
              <a:gd name="connsiteY14" fmla="*/ 750090 h 6912725"/>
              <a:gd name="connsiteX15" fmla="*/ 2757210 w 6408310"/>
              <a:gd name="connsiteY15" fmla="*/ 789489 h 6912725"/>
              <a:gd name="connsiteX16" fmla="*/ 2791660 w 6408310"/>
              <a:gd name="connsiteY16" fmla="*/ 816041 h 6912725"/>
              <a:gd name="connsiteX17" fmla="*/ 2840975 w 6408310"/>
              <a:gd name="connsiteY17" fmla="*/ 842225 h 6912725"/>
              <a:gd name="connsiteX18" fmla="*/ 2917970 w 6408310"/>
              <a:gd name="connsiteY18" fmla="*/ 879392 h 6912725"/>
              <a:gd name="connsiteX19" fmla="*/ 2957236 w 6408310"/>
              <a:gd name="connsiteY19" fmla="*/ 906835 h 6912725"/>
              <a:gd name="connsiteX20" fmla="*/ 3117215 w 6408310"/>
              <a:gd name="connsiteY20" fmla="*/ 1073714 h 6912725"/>
              <a:gd name="connsiteX21" fmla="*/ 3250958 w 6408310"/>
              <a:gd name="connsiteY21" fmla="*/ 1130397 h 6912725"/>
              <a:gd name="connsiteX22" fmla="*/ 3496717 w 6408310"/>
              <a:gd name="connsiteY22" fmla="*/ 1260412 h 6912725"/>
              <a:gd name="connsiteX23" fmla="*/ 3494992 w 6408310"/>
              <a:gd name="connsiteY23" fmla="*/ 1268283 h 6912725"/>
              <a:gd name="connsiteX24" fmla="*/ 3508993 w 6408310"/>
              <a:gd name="connsiteY24" fmla="*/ 1287737 h 6912725"/>
              <a:gd name="connsiteX25" fmla="*/ 3512115 w 6408310"/>
              <a:gd name="connsiteY25" fmla="*/ 1288544 h 6912725"/>
              <a:gd name="connsiteX26" fmla="*/ 3548697 w 6408310"/>
              <a:gd name="connsiteY26" fmla="*/ 1363739 h 6912725"/>
              <a:gd name="connsiteX27" fmla="*/ 3656567 w 6408310"/>
              <a:gd name="connsiteY27" fmla="*/ 1479533 h 6912725"/>
              <a:gd name="connsiteX28" fmla="*/ 3661987 w 6408310"/>
              <a:gd name="connsiteY28" fmla="*/ 1491779 h 6912725"/>
              <a:gd name="connsiteX29" fmla="*/ 3667389 w 6408310"/>
              <a:gd name="connsiteY29" fmla="*/ 1495409 h 6912725"/>
              <a:gd name="connsiteX30" fmla="*/ 3800461 w 6408310"/>
              <a:gd name="connsiteY30" fmla="*/ 1696689 h 6912725"/>
              <a:gd name="connsiteX31" fmla="*/ 3933737 w 6408310"/>
              <a:gd name="connsiteY31" fmla="*/ 1853325 h 6912725"/>
              <a:gd name="connsiteX32" fmla="*/ 3946446 w 6408310"/>
              <a:gd name="connsiteY32" fmla="*/ 1903446 h 6912725"/>
              <a:gd name="connsiteX33" fmla="*/ 3960581 w 6408310"/>
              <a:gd name="connsiteY33" fmla="*/ 1913244 h 6912725"/>
              <a:gd name="connsiteX34" fmla="*/ 4015111 w 6408310"/>
              <a:gd name="connsiteY34" fmla="*/ 1956512 h 6912725"/>
              <a:gd name="connsiteX35" fmla="*/ 4070740 w 6408310"/>
              <a:gd name="connsiteY35" fmla="*/ 1999693 h 6912725"/>
              <a:gd name="connsiteX36" fmla="*/ 4091495 w 6408310"/>
              <a:gd name="connsiteY36" fmla="*/ 2064313 h 6912725"/>
              <a:gd name="connsiteX37" fmla="*/ 4118353 w 6408310"/>
              <a:gd name="connsiteY37" fmla="*/ 2073901 h 6912725"/>
              <a:gd name="connsiteX38" fmla="*/ 4123293 w 6408310"/>
              <a:gd name="connsiteY38" fmla="*/ 2075261 h 6912725"/>
              <a:gd name="connsiteX39" fmla="*/ 4166582 w 6408310"/>
              <a:gd name="connsiteY39" fmla="*/ 2120685 h 6912725"/>
              <a:gd name="connsiteX40" fmla="*/ 4213721 w 6408310"/>
              <a:gd name="connsiteY40" fmla="*/ 2168493 h 6912725"/>
              <a:gd name="connsiteX41" fmla="*/ 4250795 w 6408310"/>
              <a:gd name="connsiteY41" fmla="*/ 2261746 h 6912725"/>
              <a:gd name="connsiteX42" fmla="*/ 4295408 w 6408310"/>
              <a:gd name="connsiteY42" fmla="*/ 2340515 h 6912725"/>
              <a:gd name="connsiteX43" fmla="*/ 4318976 w 6408310"/>
              <a:gd name="connsiteY43" fmla="*/ 2371504 h 6912725"/>
              <a:gd name="connsiteX44" fmla="*/ 4323314 w 6408310"/>
              <a:gd name="connsiteY44" fmla="*/ 2378166 h 6912725"/>
              <a:gd name="connsiteX45" fmla="*/ 4323235 w 6408310"/>
              <a:gd name="connsiteY45" fmla="*/ 2378475 h 6912725"/>
              <a:gd name="connsiteX46" fmla="*/ 4327479 w 6408310"/>
              <a:gd name="connsiteY46" fmla="*/ 2385858 h 6912725"/>
              <a:gd name="connsiteX47" fmla="*/ 4331226 w 6408310"/>
              <a:gd name="connsiteY47" fmla="*/ 2390318 h 6912725"/>
              <a:gd name="connsiteX48" fmla="*/ 4339643 w 6408310"/>
              <a:gd name="connsiteY48" fmla="*/ 2403246 h 6912725"/>
              <a:gd name="connsiteX49" fmla="*/ 4341435 w 6408310"/>
              <a:gd name="connsiteY49" fmla="*/ 2408870 h 6912725"/>
              <a:gd name="connsiteX50" fmla="*/ 4340548 w 6408310"/>
              <a:gd name="connsiteY50" fmla="*/ 2412798 h 6912725"/>
              <a:gd name="connsiteX51" fmla="*/ 4351634 w 6408310"/>
              <a:gd name="connsiteY51" fmla="*/ 2443869 h 6912725"/>
              <a:gd name="connsiteX52" fmla="*/ 4380688 w 6408310"/>
              <a:gd name="connsiteY52" fmla="*/ 2504819 h 6912725"/>
              <a:gd name="connsiteX53" fmla="*/ 4399892 w 6408310"/>
              <a:gd name="connsiteY53" fmla="*/ 2537002 h 6912725"/>
              <a:gd name="connsiteX54" fmla="*/ 4449690 w 6408310"/>
              <a:gd name="connsiteY54" fmla="*/ 2628144 h 6912725"/>
              <a:gd name="connsiteX55" fmla="*/ 4512427 w 6408310"/>
              <a:gd name="connsiteY55" fmla="*/ 2840755 h 6912725"/>
              <a:gd name="connsiteX56" fmla="*/ 4591091 w 6408310"/>
              <a:gd name="connsiteY56" fmla="*/ 3036586 h 6912725"/>
              <a:gd name="connsiteX57" fmla="*/ 4757297 w 6408310"/>
              <a:gd name="connsiteY57" fmla="*/ 3388741 h 6912725"/>
              <a:gd name="connsiteX58" fmla="*/ 4755264 w 6408310"/>
              <a:gd name="connsiteY58" fmla="*/ 3461211 h 6912725"/>
              <a:gd name="connsiteX59" fmla="*/ 4776842 w 6408310"/>
              <a:gd name="connsiteY59" fmla="*/ 3503606 h 6912725"/>
              <a:gd name="connsiteX60" fmla="*/ 4815953 w 6408310"/>
              <a:gd name="connsiteY60" fmla="*/ 3543897 h 6912725"/>
              <a:gd name="connsiteX61" fmla="*/ 4826382 w 6408310"/>
              <a:gd name="connsiteY61" fmla="*/ 3589602 h 6912725"/>
              <a:gd name="connsiteX62" fmla="*/ 4900664 w 6408310"/>
              <a:gd name="connsiteY62" fmla="*/ 3697326 h 6912725"/>
              <a:gd name="connsiteX63" fmla="*/ 4944717 w 6408310"/>
              <a:gd name="connsiteY63" fmla="*/ 3795461 h 6912725"/>
              <a:gd name="connsiteX64" fmla="*/ 4981260 w 6408310"/>
              <a:gd name="connsiteY64" fmla="*/ 3887734 h 6912725"/>
              <a:gd name="connsiteX65" fmla="*/ 5000423 w 6408310"/>
              <a:gd name="connsiteY65" fmla="*/ 3933089 h 6912725"/>
              <a:gd name="connsiteX66" fmla="*/ 5033013 w 6408310"/>
              <a:gd name="connsiteY66" fmla="*/ 3937041 h 6912725"/>
              <a:gd name="connsiteX67" fmla="*/ 5081597 w 6408310"/>
              <a:gd name="connsiteY67" fmla="*/ 4013154 h 6912725"/>
              <a:gd name="connsiteX68" fmla="*/ 5088052 w 6408310"/>
              <a:gd name="connsiteY68" fmla="*/ 4027525 h 6912725"/>
              <a:gd name="connsiteX69" fmla="*/ 5189054 w 6408310"/>
              <a:gd name="connsiteY69" fmla="*/ 4098668 h 6912725"/>
              <a:gd name="connsiteX70" fmla="*/ 5228545 w 6408310"/>
              <a:gd name="connsiteY70" fmla="*/ 4146658 h 6912725"/>
              <a:gd name="connsiteX71" fmla="*/ 5268336 w 6408310"/>
              <a:gd name="connsiteY71" fmla="*/ 4194504 h 6912725"/>
              <a:gd name="connsiteX72" fmla="*/ 5317950 w 6408310"/>
              <a:gd name="connsiteY72" fmla="*/ 4267325 h 6912725"/>
              <a:gd name="connsiteX73" fmla="*/ 5598270 w 6408310"/>
              <a:gd name="connsiteY73" fmla="*/ 4563876 h 6912725"/>
              <a:gd name="connsiteX74" fmla="*/ 5833068 w 6408310"/>
              <a:gd name="connsiteY74" fmla="*/ 5016605 h 6912725"/>
              <a:gd name="connsiteX75" fmla="*/ 6045916 w 6408310"/>
              <a:gd name="connsiteY75" fmla="*/ 5405287 h 6912725"/>
              <a:gd name="connsiteX76" fmla="*/ 6117737 w 6408310"/>
              <a:gd name="connsiteY76" fmla="*/ 5538137 h 6912725"/>
              <a:gd name="connsiteX77" fmla="*/ 6144230 w 6408310"/>
              <a:gd name="connsiteY77" fmla="*/ 5635151 h 6912725"/>
              <a:gd name="connsiteX78" fmla="*/ 6176742 w 6408310"/>
              <a:gd name="connsiteY78" fmla="*/ 5809044 h 6912725"/>
              <a:gd name="connsiteX79" fmla="*/ 6245199 w 6408310"/>
              <a:gd name="connsiteY79" fmla="*/ 6038018 h 6912725"/>
              <a:gd name="connsiteX80" fmla="*/ 6303931 w 6408310"/>
              <a:gd name="connsiteY80" fmla="*/ 6175618 h 6912725"/>
              <a:gd name="connsiteX81" fmla="*/ 6336313 w 6408310"/>
              <a:gd name="connsiteY81" fmla="*/ 6345837 h 6912725"/>
              <a:gd name="connsiteX82" fmla="*/ 6401195 w 6408310"/>
              <a:gd name="connsiteY82" fmla="*/ 6542084 h 6912725"/>
              <a:gd name="connsiteX83" fmla="*/ 6408310 w 6408310"/>
              <a:gd name="connsiteY83" fmla="*/ 6612865 h 6912725"/>
              <a:gd name="connsiteX84" fmla="*/ 1146484 w 6408310"/>
              <a:gd name="connsiteY84" fmla="*/ 6912725 h 6912725"/>
              <a:gd name="connsiteX85" fmla="*/ 1108438 w 6408310"/>
              <a:gd name="connsiteY85" fmla="*/ 6825083 h 6912725"/>
              <a:gd name="connsiteX86" fmla="*/ 997867 w 6408310"/>
              <a:gd name="connsiteY86" fmla="*/ 6378703 h 6912725"/>
              <a:gd name="connsiteX87" fmla="*/ 858750 w 6408310"/>
              <a:gd name="connsiteY87" fmla="*/ 5923784 h 6912725"/>
              <a:gd name="connsiteX88" fmla="*/ 860408 w 6408310"/>
              <a:gd name="connsiteY88" fmla="*/ 5860728 h 6912725"/>
              <a:gd name="connsiteX89" fmla="*/ 853644 w 6408310"/>
              <a:gd name="connsiteY89" fmla="*/ 5771381 h 6912725"/>
              <a:gd name="connsiteX90" fmla="*/ 852164 w 6408310"/>
              <a:gd name="connsiteY90" fmla="*/ 5615193 h 6912725"/>
              <a:gd name="connsiteX91" fmla="*/ 831986 w 6408310"/>
              <a:gd name="connsiteY91" fmla="*/ 5402745 h 6912725"/>
              <a:gd name="connsiteX92" fmla="*/ 759590 w 6408310"/>
              <a:gd name="connsiteY92" fmla="*/ 5239800 h 6912725"/>
              <a:gd name="connsiteX93" fmla="*/ 767251 w 6408310"/>
              <a:gd name="connsiteY93" fmla="*/ 5227414 h 6912725"/>
              <a:gd name="connsiteX94" fmla="*/ 745427 w 6408310"/>
              <a:gd name="connsiteY94" fmla="*/ 5118958 h 6912725"/>
              <a:gd name="connsiteX95" fmla="*/ 635950 w 6408310"/>
              <a:gd name="connsiteY95" fmla="*/ 4788294 h 6912725"/>
              <a:gd name="connsiteX96" fmla="*/ 558787 w 6408310"/>
              <a:gd name="connsiteY96" fmla="*/ 4518070 h 6912725"/>
              <a:gd name="connsiteX97" fmla="*/ 555530 w 6408310"/>
              <a:gd name="connsiteY97" fmla="*/ 4444433 h 6912725"/>
              <a:gd name="connsiteX98" fmla="*/ 549378 w 6408310"/>
              <a:gd name="connsiteY98" fmla="*/ 4320965 h 6912725"/>
              <a:gd name="connsiteX99" fmla="*/ 572361 w 6408310"/>
              <a:gd name="connsiteY99" fmla="*/ 4232369 h 6912725"/>
              <a:gd name="connsiteX100" fmla="*/ 556288 w 6408310"/>
              <a:gd name="connsiteY100" fmla="*/ 4127673 h 6912725"/>
              <a:gd name="connsiteX101" fmla="*/ 506660 w 6408310"/>
              <a:gd name="connsiteY101" fmla="*/ 3821119 h 6912725"/>
              <a:gd name="connsiteX102" fmla="*/ 494791 w 6408310"/>
              <a:gd name="connsiteY102" fmla="*/ 3723556 h 6912725"/>
              <a:gd name="connsiteX103" fmla="*/ 490230 w 6408310"/>
              <a:gd name="connsiteY103" fmla="*/ 3508893 h 6912725"/>
              <a:gd name="connsiteX104" fmla="*/ 484223 w 6408310"/>
              <a:gd name="connsiteY104" fmla="*/ 3233179 h 6912725"/>
              <a:gd name="connsiteX105" fmla="*/ 460329 w 6408310"/>
              <a:gd name="connsiteY105" fmla="*/ 3041244 h 6912725"/>
              <a:gd name="connsiteX106" fmla="*/ 407197 w 6408310"/>
              <a:gd name="connsiteY106" fmla="*/ 2812292 h 6912725"/>
              <a:gd name="connsiteX107" fmla="*/ 386122 w 6408310"/>
              <a:gd name="connsiteY107" fmla="*/ 2757841 h 6912725"/>
              <a:gd name="connsiteX108" fmla="*/ 363684 w 6408310"/>
              <a:gd name="connsiteY108" fmla="*/ 2714608 h 6912725"/>
              <a:gd name="connsiteX109" fmla="*/ 330746 w 6408310"/>
              <a:gd name="connsiteY109" fmla="*/ 2625146 h 6912725"/>
              <a:gd name="connsiteX110" fmla="*/ 299927 w 6408310"/>
              <a:gd name="connsiteY110" fmla="*/ 2566177 h 6912725"/>
              <a:gd name="connsiteX111" fmla="*/ 288272 w 6408310"/>
              <a:gd name="connsiteY111" fmla="*/ 2439923 h 6912725"/>
              <a:gd name="connsiteX112" fmla="*/ 233611 w 6408310"/>
              <a:gd name="connsiteY112" fmla="*/ 2326248 h 6912725"/>
              <a:gd name="connsiteX113" fmla="*/ 115057 w 6408310"/>
              <a:gd name="connsiteY113" fmla="*/ 2127916 h 691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6408310" h="6912725">
                <a:moveTo>
                  <a:pt x="0" y="108934"/>
                </a:moveTo>
                <a:lnTo>
                  <a:pt x="1911522" y="0"/>
                </a:lnTo>
                <a:lnTo>
                  <a:pt x="1916026" y="4704"/>
                </a:lnTo>
                <a:cubicBezTo>
                  <a:pt x="1916562" y="7914"/>
                  <a:pt x="1915147" y="12061"/>
                  <a:pt x="1911112" y="17418"/>
                </a:cubicBezTo>
                <a:cubicBezTo>
                  <a:pt x="1943271" y="27853"/>
                  <a:pt x="1947645" y="36373"/>
                  <a:pt x="1972871" y="72530"/>
                </a:cubicBezTo>
                <a:cubicBezTo>
                  <a:pt x="1980767" y="117667"/>
                  <a:pt x="2061296" y="115435"/>
                  <a:pt x="2069180" y="173199"/>
                </a:cubicBezTo>
                <a:cubicBezTo>
                  <a:pt x="2075196" y="191586"/>
                  <a:pt x="2112853" y="231006"/>
                  <a:pt x="2131569" y="227805"/>
                </a:cubicBezTo>
                <a:cubicBezTo>
                  <a:pt x="2141808" y="233828"/>
                  <a:pt x="2146631" y="247405"/>
                  <a:pt x="2162747" y="239714"/>
                </a:cubicBezTo>
                <a:cubicBezTo>
                  <a:pt x="2183739" y="232191"/>
                  <a:pt x="2206491" y="310465"/>
                  <a:pt x="2220499" y="289903"/>
                </a:cubicBezTo>
                <a:cubicBezTo>
                  <a:pt x="2257038" y="315132"/>
                  <a:pt x="2344409" y="362107"/>
                  <a:pt x="2381978" y="391093"/>
                </a:cubicBezTo>
                <a:cubicBezTo>
                  <a:pt x="2419547" y="420079"/>
                  <a:pt x="2445794" y="442621"/>
                  <a:pt x="2445910" y="463815"/>
                </a:cubicBezTo>
                <a:cubicBezTo>
                  <a:pt x="2462109" y="546053"/>
                  <a:pt x="2496860" y="553382"/>
                  <a:pt x="2531236" y="600817"/>
                </a:cubicBezTo>
                <a:cubicBezTo>
                  <a:pt x="2573647" y="650501"/>
                  <a:pt x="2589314" y="613369"/>
                  <a:pt x="2617149" y="703748"/>
                </a:cubicBezTo>
                <a:cubicBezTo>
                  <a:pt x="2635983" y="695546"/>
                  <a:pt x="2643943" y="702017"/>
                  <a:pt x="2650333" y="720900"/>
                </a:cubicBezTo>
                <a:cubicBezTo>
                  <a:pt x="2671881" y="743975"/>
                  <a:pt x="2701744" y="706344"/>
                  <a:pt x="2705541" y="750090"/>
                </a:cubicBezTo>
                <a:cubicBezTo>
                  <a:pt x="2730861" y="760850"/>
                  <a:pt x="2742856" y="778498"/>
                  <a:pt x="2757210" y="789489"/>
                </a:cubicBezTo>
                <a:cubicBezTo>
                  <a:pt x="2776836" y="801882"/>
                  <a:pt x="2774652" y="796949"/>
                  <a:pt x="2791660" y="816041"/>
                </a:cubicBezTo>
                <a:cubicBezTo>
                  <a:pt x="2815343" y="835699"/>
                  <a:pt x="2784183" y="871086"/>
                  <a:pt x="2840975" y="842225"/>
                </a:cubicBezTo>
                <a:cubicBezTo>
                  <a:pt x="2854681" y="875427"/>
                  <a:pt x="2877032" y="859395"/>
                  <a:pt x="2917970" y="879392"/>
                </a:cubicBezTo>
                <a:cubicBezTo>
                  <a:pt x="2921487" y="903353"/>
                  <a:pt x="2937122" y="907916"/>
                  <a:pt x="2957236" y="906835"/>
                </a:cubicBezTo>
                <a:lnTo>
                  <a:pt x="3117215" y="1073714"/>
                </a:lnTo>
                <a:cubicBezTo>
                  <a:pt x="3153906" y="1089285"/>
                  <a:pt x="3232612" y="1124062"/>
                  <a:pt x="3250958" y="1130397"/>
                </a:cubicBezTo>
                <a:cubicBezTo>
                  <a:pt x="3409574" y="1172733"/>
                  <a:pt x="3456045" y="1237431"/>
                  <a:pt x="3496717" y="1260412"/>
                </a:cubicBezTo>
                <a:lnTo>
                  <a:pt x="3494992" y="1268283"/>
                </a:lnTo>
                <a:cubicBezTo>
                  <a:pt x="3495362" y="1274688"/>
                  <a:pt x="3498760" y="1281160"/>
                  <a:pt x="3508993" y="1287737"/>
                </a:cubicBezTo>
                <a:lnTo>
                  <a:pt x="3512115" y="1288544"/>
                </a:lnTo>
                <a:lnTo>
                  <a:pt x="3548697" y="1363739"/>
                </a:lnTo>
                <a:cubicBezTo>
                  <a:pt x="3572773" y="1395571"/>
                  <a:pt x="3623148" y="1421050"/>
                  <a:pt x="3656567" y="1479533"/>
                </a:cubicBezTo>
                <a:lnTo>
                  <a:pt x="3661987" y="1491779"/>
                </a:lnTo>
                <a:lnTo>
                  <a:pt x="3667389" y="1495409"/>
                </a:lnTo>
                <a:lnTo>
                  <a:pt x="3800461" y="1696689"/>
                </a:lnTo>
                <a:cubicBezTo>
                  <a:pt x="3835546" y="1747791"/>
                  <a:pt x="3913146" y="1811386"/>
                  <a:pt x="3933737" y="1853325"/>
                </a:cubicBezTo>
                <a:lnTo>
                  <a:pt x="3946446" y="1903446"/>
                </a:lnTo>
                <a:lnTo>
                  <a:pt x="3960581" y="1913244"/>
                </a:lnTo>
                <a:cubicBezTo>
                  <a:pt x="3979608" y="1926434"/>
                  <a:pt x="3998210" y="1940240"/>
                  <a:pt x="4015111" y="1956512"/>
                </a:cubicBezTo>
                <a:cubicBezTo>
                  <a:pt x="4083226" y="1956238"/>
                  <a:pt x="4031943" y="1969929"/>
                  <a:pt x="4070740" y="1999693"/>
                </a:cubicBezTo>
                <a:cubicBezTo>
                  <a:pt x="4027554" y="2022282"/>
                  <a:pt x="4128681" y="2025600"/>
                  <a:pt x="4091495" y="2064313"/>
                </a:cubicBezTo>
                <a:cubicBezTo>
                  <a:pt x="4099733" y="2068504"/>
                  <a:pt x="4108887" y="2071343"/>
                  <a:pt x="4118353" y="2073901"/>
                </a:cubicBezTo>
                <a:lnTo>
                  <a:pt x="4123293" y="2075261"/>
                </a:lnTo>
                <a:lnTo>
                  <a:pt x="4166582" y="2120685"/>
                </a:lnTo>
                <a:lnTo>
                  <a:pt x="4213721" y="2168493"/>
                </a:lnTo>
                <a:lnTo>
                  <a:pt x="4250795" y="2261746"/>
                </a:lnTo>
                <a:lnTo>
                  <a:pt x="4295408" y="2340515"/>
                </a:lnTo>
                <a:cubicBezTo>
                  <a:pt x="4303294" y="2350172"/>
                  <a:pt x="4311232" y="2360551"/>
                  <a:pt x="4318976" y="2371504"/>
                </a:cubicBezTo>
                <a:lnTo>
                  <a:pt x="4323314" y="2378166"/>
                </a:lnTo>
                <a:cubicBezTo>
                  <a:pt x="4323288" y="2378269"/>
                  <a:pt x="4323261" y="2378372"/>
                  <a:pt x="4323235" y="2378475"/>
                </a:cubicBezTo>
                <a:cubicBezTo>
                  <a:pt x="4323820" y="2380303"/>
                  <a:pt x="4325112" y="2382633"/>
                  <a:pt x="4327479" y="2385858"/>
                </a:cubicBezTo>
                <a:lnTo>
                  <a:pt x="4331226" y="2390318"/>
                </a:lnTo>
                <a:lnTo>
                  <a:pt x="4339643" y="2403246"/>
                </a:lnTo>
                <a:lnTo>
                  <a:pt x="4341435" y="2408870"/>
                </a:lnTo>
                <a:lnTo>
                  <a:pt x="4340548" y="2412798"/>
                </a:lnTo>
                <a:lnTo>
                  <a:pt x="4351634" y="2443869"/>
                </a:lnTo>
                <a:cubicBezTo>
                  <a:pt x="4370557" y="2458176"/>
                  <a:pt x="4365119" y="2472379"/>
                  <a:pt x="4380688" y="2504819"/>
                </a:cubicBezTo>
                <a:cubicBezTo>
                  <a:pt x="4393528" y="2510493"/>
                  <a:pt x="4397884" y="2522485"/>
                  <a:pt x="4399892" y="2537002"/>
                </a:cubicBezTo>
                <a:cubicBezTo>
                  <a:pt x="4420218" y="2562143"/>
                  <a:pt x="4430910" y="2594831"/>
                  <a:pt x="4449690" y="2628144"/>
                </a:cubicBezTo>
                <a:cubicBezTo>
                  <a:pt x="4468446" y="2678770"/>
                  <a:pt x="4488860" y="2772681"/>
                  <a:pt x="4512427" y="2840755"/>
                </a:cubicBezTo>
                <a:lnTo>
                  <a:pt x="4591091" y="3036586"/>
                </a:lnTo>
                <a:cubicBezTo>
                  <a:pt x="4639934" y="3158078"/>
                  <a:pt x="4730818" y="3310586"/>
                  <a:pt x="4757297" y="3388741"/>
                </a:cubicBezTo>
                <a:cubicBezTo>
                  <a:pt x="4756620" y="3412898"/>
                  <a:pt x="4755942" y="3437054"/>
                  <a:pt x="4755264" y="3461211"/>
                </a:cubicBezTo>
                <a:cubicBezTo>
                  <a:pt x="4763881" y="3469559"/>
                  <a:pt x="4774382" y="3498341"/>
                  <a:pt x="4776842" y="3503606"/>
                </a:cubicBezTo>
                <a:cubicBezTo>
                  <a:pt x="4776789" y="3503947"/>
                  <a:pt x="4816006" y="3543555"/>
                  <a:pt x="4815953" y="3543897"/>
                </a:cubicBezTo>
                <a:lnTo>
                  <a:pt x="4826382" y="3589602"/>
                </a:lnTo>
                <a:cubicBezTo>
                  <a:pt x="4854724" y="3618181"/>
                  <a:pt x="4872282" y="3672884"/>
                  <a:pt x="4900664" y="3697326"/>
                </a:cubicBezTo>
                <a:cubicBezTo>
                  <a:pt x="4872593" y="3751610"/>
                  <a:pt x="4889332" y="3712092"/>
                  <a:pt x="4944717" y="3795461"/>
                </a:cubicBezTo>
                <a:cubicBezTo>
                  <a:pt x="4981269" y="3830092"/>
                  <a:pt x="4951776" y="3836266"/>
                  <a:pt x="4981260" y="3887734"/>
                </a:cubicBezTo>
                <a:cubicBezTo>
                  <a:pt x="4992187" y="3900180"/>
                  <a:pt x="5000945" y="3922491"/>
                  <a:pt x="5000423" y="3933089"/>
                </a:cubicBezTo>
                <a:lnTo>
                  <a:pt x="5033013" y="3937041"/>
                </a:lnTo>
                <a:lnTo>
                  <a:pt x="5081597" y="4013154"/>
                </a:lnTo>
                <a:lnTo>
                  <a:pt x="5088052" y="4027525"/>
                </a:lnTo>
                <a:lnTo>
                  <a:pt x="5189054" y="4098668"/>
                </a:lnTo>
                <a:lnTo>
                  <a:pt x="5228545" y="4146658"/>
                </a:lnTo>
                <a:lnTo>
                  <a:pt x="5268336" y="4194504"/>
                </a:lnTo>
                <a:cubicBezTo>
                  <a:pt x="5282676" y="4201217"/>
                  <a:pt x="5302948" y="4267012"/>
                  <a:pt x="5317950" y="4267325"/>
                </a:cubicBezTo>
                <a:cubicBezTo>
                  <a:pt x="5371561" y="4431932"/>
                  <a:pt x="5512417" y="4438996"/>
                  <a:pt x="5598270" y="4563876"/>
                </a:cubicBezTo>
                <a:cubicBezTo>
                  <a:pt x="5684123" y="4688756"/>
                  <a:pt x="5658748" y="4766617"/>
                  <a:pt x="5833068" y="5016605"/>
                </a:cubicBezTo>
                <a:cubicBezTo>
                  <a:pt x="5917959" y="5167124"/>
                  <a:pt x="6007541" y="5258633"/>
                  <a:pt x="6045916" y="5405287"/>
                </a:cubicBezTo>
                <a:cubicBezTo>
                  <a:pt x="6053001" y="5431110"/>
                  <a:pt x="6137180" y="5517469"/>
                  <a:pt x="6117737" y="5538137"/>
                </a:cubicBezTo>
                <a:cubicBezTo>
                  <a:pt x="6096856" y="5567956"/>
                  <a:pt x="6185855" y="5633330"/>
                  <a:pt x="6144230" y="5635151"/>
                </a:cubicBezTo>
                <a:cubicBezTo>
                  <a:pt x="6206267" y="5682015"/>
                  <a:pt x="6167034" y="5753331"/>
                  <a:pt x="6176742" y="5809044"/>
                </a:cubicBezTo>
                <a:cubicBezTo>
                  <a:pt x="6181644" y="5871497"/>
                  <a:pt x="6197878" y="5926431"/>
                  <a:pt x="6245199" y="6038018"/>
                </a:cubicBezTo>
                <a:cubicBezTo>
                  <a:pt x="6276717" y="6104340"/>
                  <a:pt x="6288745" y="6124315"/>
                  <a:pt x="6303931" y="6175618"/>
                </a:cubicBezTo>
                <a:cubicBezTo>
                  <a:pt x="6319117" y="6226921"/>
                  <a:pt x="6298592" y="6320971"/>
                  <a:pt x="6336313" y="6345837"/>
                </a:cubicBezTo>
                <a:cubicBezTo>
                  <a:pt x="6368454" y="6400251"/>
                  <a:pt x="6388884" y="6464262"/>
                  <a:pt x="6401195" y="6542084"/>
                </a:cubicBezTo>
                <a:lnTo>
                  <a:pt x="6408310" y="6612865"/>
                </a:lnTo>
                <a:lnTo>
                  <a:pt x="1146484" y="6912725"/>
                </a:lnTo>
                <a:lnTo>
                  <a:pt x="1108438" y="6825083"/>
                </a:lnTo>
                <a:cubicBezTo>
                  <a:pt x="1057133" y="6684904"/>
                  <a:pt x="1090669" y="6637010"/>
                  <a:pt x="997867" y="6378703"/>
                </a:cubicBezTo>
                <a:cubicBezTo>
                  <a:pt x="956253" y="6228487"/>
                  <a:pt x="874761" y="6010797"/>
                  <a:pt x="858750" y="5923784"/>
                </a:cubicBezTo>
                <a:cubicBezTo>
                  <a:pt x="856924" y="5899993"/>
                  <a:pt x="844018" y="5873122"/>
                  <a:pt x="860408" y="5860728"/>
                </a:cubicBezTo>
                <a:cubicBezTo>
                  <a:pt x="878957" y="5840950"/>
                  <a:pt x="823834" y="5761906"/>
                  <a:pt x="853644" y="5771381"/>
                </a:cubicBezTo>
                <a:cubicBezTo>
                  <a:pt x="815383" y="5715186"/>
                  <a:pt x="852133" y="5665047"/>
                  <a:pt x="852164" y="5615193"/>
                </a:cubicBezTo>
                <a:cubicBezTo>
                  <a:pt x="817076" y="5571334"/>
                  <a:pt x="851740" y="5509975"/>
                  <a:pt x="831986" y="5402745"/>
                </a:cubicBezTo>
                <a:cubicBezTo>
                  <a:pt x="792037" y="5354630"/>
                  <a:pt x="819063" y="5330513"/>
                  <a:pt x="759590" y="5239800"/>
                </a:cubicBezTo>
                <a:cubicBezTo>
                  <a:pt x="762665" y="5236543"/>
                  <a:pt x="765245" y="5232371"/>
                  <a:pt x="767251" y="5227414"/>
                </a:cubicBezTo>
                <a:cubicBezTo>
                  <a:pt x="778914" y="5198604"/>
                  <a:pt x="769142" y="5150045"/>
                  <a:pt x="745427" y="5118958"/>
                </a:cubicBezTo>
                <a:cubicBezTo>
                  <a:pt x="660991" y="4975263"/>
                  <a:pt x="672599" y="4907855"/>
                  <a:pt x="635950" y="4788294"/>
                </a:cubicBezTo>
                <a:cubicBezTo>
                  <a:pt x="600650" y="4653678"/>
                  <a:pt x="646752" y="4690694"/>
                  <a:pt x="558787" y="4518070"/>
                </a:cubicBezTo>
                <a:cubicBezTo>
                  <a:pt x="577057" y="4502442"/>
                  <a:pt x="573633" y="4481342"/>
                  <a:pt x="555530" y="4444433"/>
                </a:cubicBezTo>
                <a:cubicBezTo>
                  <a:pt x="540027" y="4379200"/>
                  <a:pt x="596616" y="4390343"/>
                  <a:pt x="549378" y="4320965"/>
                </a:cubicBezTo>
                <a:cubicBezTo>
                  <a:pt x="581692" y="4336040"/>
                  <a:pt x="535024" y="4198883"/>
                  <a:pt x="572361" y="4232369"/>
                </a:cubicBezTo>
                <a:cubicBezTo>
                  <a:pt x="590648" y="4193014"/>
                  <a:pt x="541489" y="4167113"/>
                  <a:pt x="556288" y="4127673"/>
                </a:cubicBezTo>
                <a:lnTo>
                  <a:pt x="506660" y="3821119"/>
                </a:lnTo>
                <a:cubicBezTo>
                  <a:pt x="481478" y="3781010"/>
                  <a:pt x="483894" y="3751446"/>
                  <a:pt x="494791" y="3723556"/>
                </a:cubicBezTo>
                <a:cubicBezTo>
                  <a:pt x="472516" y="3634460"/>
                  <a:pt x="499836" y="3607209"/>
                  <a:pt x="490230" y="3508893"/>
                </a:cubicBezTo>
                <a:cubicBezTo>
                  <a:pt x="525541" y="3397546"/>
                  <a:pt x="482951" y="3307116"/>
                  <a:pt x="484223" y="3233179"/>
                </a:cubicBezTo>
                <a:cubicBezTo>
                  <a:pt x="465844" y="3133672"/>
                  <a:pt x="460855" y="3219289"/>
                  <a:pt x="460329" y="3041244"/>
                </a:cubicBezTo>
                <a:lnTo>
                  <a:pt x="407197" y="2812292"/>
                </a:lnTo>
                <a:cubicBezTo>
                  <a:pt x="391019" y="2768219"/>
                  <a:pt x="344571" y="2745090"/>
                  <a:pt x="386122" y="2757841"/>
                </a:cubicBezTo>
                <a:cubicBezTo>
                  <a:pt x="381879" y="2743275"/>
                  <a:pt x="360306" y="2721346"/>
                  <a:pt x="363684" y="2714608"/>
                </a:cubicBezTo>
                <a:lnTo>
                  <a:pt x="330746" y="2625146"/>
                </a:lnTo>
                <a:lnTo>
                  <a:pt x="299927" y="2566177"/>
                </a:lnTo>
                <a:cubicBezTo>
                  <a:pt x="300505" y="2524092"/>
                  <a:pt x="287694" y="2482008"/>
                  <a:pt x="288272" y="2439923"/>
                </a:cubicBezTo>
                <a:cubicBezTo>
                  <a:pt x="243273" y="2349673"/>
                  <a:pt x="278610" y="2382839"/>
                  <a:pt x="233611" y="2326248"/>
                </a:cubicBezTo>
                <a:lnTo>
                  <a:pt x="115057" y="212791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0B0BCB6-14FD-A0A1-0437-01B252E6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9" y="1045207"/>
            <a:ext cx="3011196" cy="2259262"/>
          </a:xfrm>
        </p:spPr>
        <p:txBody>
          <a:bodyPr anchor="b">
            <a:normAutofit/>
          </a:bodyPr>
          <a:lstStyle/>
          <a:p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Fånga Specifika Feltyper</a:t>
            </a:r>
            <a:endParaRPr lang="sv-SE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F4C570A-DD15-4EEA-CD38-0871BEAC9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3890" y="205025"/>
            <a:ext cx="9166639" cy="44766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2400">
                <a:solidFill>
                  <a:schemeClr val="tx1">
                    <a:lumMod val="85000"/>
                    <a:lumOff val="15000"/>
                  </a:schemeClr>
                </a:solidFill>
              </a:rPr>
              <a:t>Olika fel kräver olika hantering – PowerShell kan fånga specifika feltyper! </a:t>
            </a:r>
            <a:endParaRPr lang="sv-SE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sv-SE" sz="2400">
                <a:solidFill>
                  <a:schemeClr val="tx1">
                    <a:lumMod val="85000"/>
                    <a:lumOff val="15000"/>
                  </a:schemeClr>
                </a:solidFill>
              </a:rPr>
              <a:t>Exempel – tre olika feltyper:</a:t>
            </a:r>
            <a:endParaRPr lang="sv-SE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sv-SE" sz="1800">
                <a:solidFill>
                  <a:srgbClr val="A626A4"/>
                </a:solidFill>
                <a:latin typeface="Consolas"/>
              </a:rPr>
              <a:t>try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800" i="1">
                <a:solidFill>
                  <a:srgbClr val="A0A1A7"/>
                </a:solidFill>
                <a:latin typeface="Consolas"/>
              </a:rPr>
              <a:t># Tre olika sätt att orsaka fel!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Get-Content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"C:\fake_path\fake_file.txt"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</a:rPr>
              <a:t>ErrorAction Stop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$null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.</a:t>
            </a:r>
            <a:r>
              <a:rPr lang="sv-SE" sz="1800">
                <a:solidFill>
                  <a:srgbClr val="0F1115"/>
                </a:solidFill>
                <a:latin typeface="Consolas"/>
              </a:rPr>
              <a:t>fakeFunction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()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       </a:t>
            </a:r>
            <a:r>
              <a:rPr lang="sv-SE" sz="1800" i="1">
                <a:solidFill>
                  <a:srgbClr val="A0A1A7"/>
                </a:solidFill>
                <a:latin typeface="Consolas"/>
              </a:rPr>
              <a:t># Metod på null-objekt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$divideZero</a:t>
            </a:r>
            <a:r>
              <a:rPr lang="sv-SE" sz="1800">
                <a:solidFill>
                  <a:srgbClr val="0F1115"/>
                </a:solidFill>
                <a:latin typeface="Consolas"/>
              </a:rPr>
              <a:t> = 1/0            </a:t>
            </a:r>
            <a:r>
              <a:rPr lang="sv-SE" sz="1800" i="1">
                <a:solidFill>
                  <a:srgbClr val="A0A1A7"/>
                </a:solidFill>
                <a:latin typeface="Consolas"/>
              </a:rPr>
              <a:t># Division med noll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A626A4"/>
                </a:solidFill>
                <a:latin typeface="Consolas"/>
              </a:rPr>
              <a:t>catch</a:t>
            </a:r>
            <a:r>
              <a:rPr lang="sv-SE" sz="1800">
                <a:solidFill>
                  <a:srgbClr val="0F1115"/>
                </a:solidFill>
                <a:latin typeface="Consolas"/>
              </a:rPr>
              <a:t> [System.Management.Automation.ItemNotFoundException] 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Write-Host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"❌ Filen hittades inte!"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A626A4"/>
                </a:solidFill>
                <a:latin typeface="Consolas"/>
              </a:rPr>
              <a:t>catch</a:t>
            </a:r>
            <a:r>
              <a:rPr lang="sv-SE" sz="1800">
                <a:solidFill>
                  <a:srgbClr val="0F1115"/>
                </a:solidFill>
                <a:latin typeface="Consolas"/>
              </a:rPr>
              <a:t> [System.Management.Automation.RuntimeException] 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Write-Host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"❌ Runtime-fel (t.ex. metod på null)!"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A626A4"/>
                </a:solidFill>
                <a:latin typeface="Consolas"/>
              </a:rPr>
              <a:t>catch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Write-Host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"❌ Annat fel: 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$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(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$_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.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Exception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.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Message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)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"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}</a:t>
            </a:r>
            <a:endParaRPr lang="sv-SE" sz="1800">
              <a:solidFill>
                <a:srgbClr val="383A42"/>
              </a:solidFill>
            </a:endParaRPr>
          </a:p>
        </p:txBody>
      </p:sp>
      <p:graphicFrame>
        <p:nvGraphicFramePr>
          <p:cNvPr id="9" name="Tabell 8">
            <a:extLst>
              <a:ext uri="{FF2B5EF4-FFF2-40B4-BE49-F238E27FC236}">
                <a16:creationId xmlns:a16="http://schemas.microsoft.com/office/drawing/2014/main" id="{143C17B9-5CEC-EE5C-C0E1-680BC85E3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167166"/>
              </p:ext>
            </p:extLst>
          </p:nvPr>
        </p:nvGraphicFramePr>
        <p:xfrm>
          <a:off x="3189110" y="4755444"/>
          <a:ext cx="9008891" cy="19933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28055">
                  <a:extLst>
                    <a:ext uri="{9D8B030D-6E8A-4147-A177-3AD203B41FA5}">
                      <a16:colId xmlns:a16="http://schemas.microsoft.com/office/drawing/2014/main" val="1926142470"/>
                    </a:ext>
                  </a:extLst>
                </a:gridCol>
                <a:gridCol w="6080836">
                  <a:extLst>
                    <a:ext uri="{9D8B030D-6E8A-4147-A177-3AD203B41FA5}">
                      <a16:colId xmlns:a16="http://schemas.microsoft.com/office/drawing/2014/main" val="1950001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Feltyp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När inträffar det?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700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ItemNotFoundException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Filen eller objektet finns inte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381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RuntimeException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Allmänt fel (t.ex. division med noll, metod på null)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558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UnauthorizedAccessException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Inte behörighet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872899"/>
                  </a:ext>
                </a:extLst>
              </a:tr>
            </a:tbl>
          </a:graphicData>
        </a:graphic>
      </p:graphicFrame>
      <p:sp>
        <p:nvSpPr>
          <p:cNvPr id="11" name="textruta 10">
            <a:extLst>
              <a:ext uri="{FF2B5EF4-FFF2-40B4-BE49-F238E27FC236}">
                <a16:creationId xmlns:a16="http://schemas.microsoft.com/office/drawing/2014/main" id="{24076191-CCAC-1CA5-4B51-BE76FF7A2B99}"/>
              </a:ext>
            </a:extLst>
          </p:cNvPr>
          <p:cNvSpPr txBox="1"/>
          <p:nvPr/>
        </p:nvSpPr>
        <p:spPr>
          <a:xfrm>
            <a:off x="14111" y="3302001"/>
            <a:ext cx="299155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Proffstips</a:t>
            </a:r>
            <a:r>
              <a:rPr lang="en-US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: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 Du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kan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fånga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flera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feltyper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i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samma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try-block – den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första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som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matchar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används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614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41393E-C764-4C6F-8886-35CFF2E48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90890DC-37FF-4B49-BD4C-FE4232F69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52708" cy="6858000"/>
          </a:xfrm>
          <a:custGeom>
            <a:avLst/>
            <a:gdLst>
              <a:gd name="connsiteX0" fmla="*/ 0 w 5552708"/>
              <a:gd name="connsiteY0" fmla="*/ 0 h 6858000"/>
              <a:gd name="connsiteX1" fmla="*/ 5443651 w 5552708"/>
              <a:gd name="connsiteY1" fmla="*/ 0 h 6858000"/>
              <a:gd name="connsiteX2" fmla="*/ 5443781 w 5552708"/>
              <a:gd name="connsiteY2" fmla="*/ 512 h 6858000"/>
              <a:gd name="connsiteX3" fmla="*/ 5444033 w 5552708"/>
              <a:gd name="connsiteY3" fmla="*/ 20501 h 6858000"/>
              <a:gd name="connsiteX4" fmla="*/ 5439390 w 5552708"/>
              <a:gd name="connsiteY4" fmla="*/ 44768 h 6858000"/>
              <a:gd name="connsiteX5" fmla="*/ 5443913 w 5552708"/>
              <a:gd name="connsiteY5" fmla="*/ 104988 h 6858000"/>
              <a:gd name="connsiteX6" fmla="*/ 5458241 w 5552708"/>
              <a:gd name="connsiteY6" fmla="*/ 204162 h 6858000"/>
              <a:gd name="connsiteX7" fmla="*/ 5459763 w 5552708"/>
              <a:gd name="connsiteY7" fmla="*/ 225360 h 6858000"/>
              <a:gd name="connsiteX8" fmla="*/ 5454996 w 5552708"/>
              <a:gd name="connsiteY8" fmla="*/ 243902 h 6858000"/>
              <a:gd name="connsiteX9" fmla="*/ 5448597 w 5552708"/>
              <a:gd name="connsiteY9" fmla="*/ 248483 h 6858000"/>
              <a:gd name="connsiteX10" fmla="*/ 5448458 w 5552708"/>
              <a:gd name="connsiteY10" fmla="*/ 260196 h 6858000"/>
              <a:gd name="connsiteX11" fmla="*/ 5447150 w 5552708"/>
              <a:gd name="connsiteY11" fmla="*/ 263377 h 6858000"/>
              <a:gd name="connsiteX12" fmla="*/ 5459187 w 5552708"/>
              <a:gd name="connsiteY12" fmla="*/ 318691 h 6858000"/>
              <a:gd name="connsiteX13" fmla="*/ 5455708 w 5552708"/>
              <a:gd name="connsiteY13" fmla="*/ 365759 h 6858000"/>
              <a:gd name="connsiteX14" fmla="*/ 5473651 w 5552708"/>
              <a:gd name="connsiteY14" fmla="*/ 492182 h 6858000"/>
              <a:gd name="connsiteX15" fmla="*/ 5481453 w 5552708"/>
              <a:gd name="connsiteY15" fmla="*/ 689666 h 6858000"/>
              <a:gd name="connsiteX16" fmla="*/ 5488233 w 5552708"/>
              <a:gd name="connsiteY16" fmla="*/ 816332 h 6858000"/>
              <a:gd name="connsiteX17" fmla="*/ 5529718 w 5552708"/>
              <a:gd name="connsiteY17" fmla="*/ 891550 h 6858000"/>
              <a:gd name="connsiteX18" fmla="*/ 5536104 w 5552708"/>
              <a:gd name="connsiteY18" fmla="*/ 903318 h 6858000"/>
              <a:gd name="connsiteX19" fmla="*/ 5535257 w 5552708"/>
              <a:gd name="connsiteY19" fmla="*/ 905308 h 6858000"/>
              <a:gd name="connsiteX20" fmla="*/ 5537840 w 5552708"/>
              <a:gd name="connsiteY20" fmla="*/ 920621 h 6858000"/>
              <a:gd name="connsiteX21" fmla="*/ 5541663 w 5552708"/>
              <a:gd name="connsiteY21" fmla="*/ 922876 h 6858000"/>
              <a:gd name="connsiteX22" fmla="*/ 5544456 w 5552708"/>
              <a:gd name="connsiteY22" fmla="*/ 933037 h 6858000"/>
              <a:gd name="connsiteX23" fmla="*/ 5552708 w 5552708"/>
              <a:gd name="connsiteY23" fmla="*/ 952132 h 6858000"/>
              <a:gd name="connsiteX24" fmla="*/ 5551675 w 5552708"/>
              <a:gd name="connsiteY24" fmla="*/ 956570 h 6858000"/>
              <a:gd name="connsiteX25" fmla="*/ 5531341 w 5552708"/>
              <a:gd name="connsiteY25" fmla="*/ 1064863 h 6858000"/>
              <a:gd name="connsiteX26" fmla="*/ 5539998 w 5552708"/>
              <a:gd name="connsiteY26" fmla="*/ 1096340 h 6858000"/>
              <a:gd name="connsiteX27" fmla="*/ 5541075 w 5552708"/>
              <a:gd name="connsiteY27" fmla="*/ 1102915 h 6858000"/>
              <a:gd name="connsiteX28" fmla="*/ 5540822 w 5552708"/>
              <a:gd name="connsiteY28" fmla="*/ 1103143 h 6858000"/>
              <a:gd name="connsiteX29" fmla="*/ 5541413 w 5552708"/>
              <a:gd name="connsiteY29" fmla="*/ 1110274 h 6858000"/>
              <a:gd name="connsiteX30" fmla="*/ 5543038 w 5552708"/>
              <a:gd name="connsiteY30" fmla="*/ 1114901 h 6858000"/>
              <a:gd name="connsiteX31" fmla="*/ 5545128 w 5552708"/>
              <a:gd name="connsiteY31" fmla="*/ 1127652 h 6858000"/>
              <a:gd name="connsiteX32" fmla="*/ 5544028 w 5552708"/>
              <a:gd name="connsiteY32" fmla="*/ 1132698 h 6858000"/>
              <a:gd name="connsiteX33" fmla="*/ 5514811 w 5552708"/>
              <a:gd name="connsiteY33" fmla="*/ 1177140 h 6858000"/>
              <a:gd name="connsiteX34" fmla="*/ 5496402 w 5552708"/>
              <a:gd name="connsiteY34" fmla="*/ 1265293 h 6858000"/>
              <a:gd name="connsiteX35" fmla="*/ 5481620 w 5552708"/>
              <a:gd name="connsiteY35" fmla="*/ 1353039 h 6858000"/>
              <a:gd name="connsiteX36" fmla="*/ 5477938 w 5552708"/>
              <a:gd name="connsiteY36" fmla="*/ 1385038 h 6858000"/>
              <a:gd name="connsiteX37" fmla="*/ 5464009 w 5552708"/>
              <a:gd name="connsiteY37" fmla="*/ 1441067 h 6858000"/>
              <a:gd name="connsiteX38" fmla="*/ 5453063 w 5552708"/>
              <a:gd name="connsiteY38" fmla="*/ 1466104 h 6858000"/>
              <a:gd name="connsiteX39" fmla="*/ 5453368 w 5552708"/>
              <a:gd name="connsiteY39" fmla="*/ 1467310 h 6858000"/>
              <a:gd name="connsiteX40" fmla="*/ 5449849 w 5552708"/>
              <a:gd name="connsiteY40" fmla="*/ 1469198 h 6858000"/>
              <a:gd name="connsiteX41" fmla="*/ 5447717 w 5552708"/>
              <a:gd name="connsiteY41" fmla="*/ 1473816 h 6858000"/>
              <a:gd name="connsiteX42" fmla="*/ 5446906 w 5552708"/>
              <a:gd name="connsiteY42" fmla="*/ 1487106 h 6858000"/>
              <a:gd name="connsiteX43" fmla="*/ 5447429 w 5552708"/>
              <a:gd name="connsiteY43" fmla="*/ 1492218 h 6858000"/>
              <a:gd name="connsiteX44" fmla="*/ 5446434 w 5552708"/>
              <a:gd name="connsiteY44" fmla="*/ 1499455 h 6858000"/>
              <a:gd name="connsiteX45" fmla="*/ 5446146 w 5552708"/>
              <a:gd name="connsiteY45" fmla="*/ 1499600 h 6858000"/>
              <a:gd name="connsiteX46" fmla="*/ 5445728 w 5552708"/>
              <a:gd name="connsiteY46" fmla="*/ 1506449 h 6858000"/>
              <a:gd name="connsiteX47" fmla="*/ 5447013 w 5552708"/>
              <a:gd name="connsiteY47" fmla="*/ 1540420 h 6858000"/>
              <a:gd name="connsiteX48" fmla="*/ 5416036 w 5552708"/>
              <a:gd name="connsiteY48" fmla="*/ 1580834 h 6858000"/>
              <a:gd name="connsiteX49" fmla="*/ 5409252 w 5552708"/>
              <a:gd name="connsiteY49" fmla="*/ 1598373 h 6858000"/>
              <a:gd name="connsiteX50" fmla="*/ 5404223 w 5552708"/>
              <a:gd name="connsiteY50" fmla="*/ 1607549 h 6858000"/>
              <a:gd name="connsiteX51" fmla="*/ 5403003 w 5552708"/>
              <a:gd name="connsiteY51" fmla="*/ 1607994 h 6858000"/>
              <a:gd name="connsiteX52" fmla="*/ 5404366 w 5552708"/>
              <a:gd name="connsiteY52" fmla="*/ 1640580 h 6858000"/>
              <a:gd name="connsiteX53" fmla="*/ 5402429 w 5552708"/>
              <a:gd name="connsiteY53" fmla="*/ 1644617 h 6858000"/>
              <a:gd name="connsiteX54" fmla="*/ 5406027 w 5552708"/>
              <a:gd name="connsiteY54" fmla="*/ 1666228 h 6858000"/>
              <a:gd name="connsiteX55" fmla="*/ 5409538 w 5552708"/>
              <a:gd name="connsiteY55" fmla="*/ 1680703 h 6858000"/>
              <a:gd name="connsiteX56" fmla="*/ 5405582 w 5552708"/>
              <a:gd name="connsiteY56" fmla="*/ 1870222 h 6858000"/>
              <a:gd name="connsiteX57" fmla="*/ 5418948 w 5552708"/>
              <a:gd name="connsiteY57" fmla="*/ 1979530 h 6858000"/>
              <a:gd name="connsiteX58" fmla="*/ 5405060 w 5552708"/>
              <a:gd name="connsiteY58" fmla="*/ 2051964 h 6858000"/>
              <a:gd name="connsiteX59" fmla="*/ 5378701 w 5552708"/>
              <a:gd name="connsiteY59" fmla="*/ 2073120 h 6858000"/>
              <a:gd name="connsiteX60" fmla="*/ 5366006 w 5552708"/>
              <a:gd name="connsiteY60" fmla="*/ 2256053 h 6858000"/>
              <a:gd name="connsiteX61" fmla="*/ 5352501 w 5552708"/>
              <a:gd name="connsiteY61" fmla="*/ 2301374 h 6858000"/>
              <a:gd name="connsiteX62" fmla="*/ 5361572 w 5552708"/>
              <a:gd name="connsiteY62" fmla="*/ 2344135 h 6858000"/>
              <a:gd name="connsiteX63" fmla="*/ 5351776 w 5552708"/>
              <a:gd name="connsiteY63" fmla="*/ 2360013 h 6858000"/>
              <a:gd name="connsiteX64" fmla="*/ 5349856 w 5552708"/>
              <a:gd name="connsiteY64" fmla="*/ 2362723 h 6858000"/>
              <a:gd name="connsiteX65" fmla="*/ 5347182 w 5552708"/>
              <a:gd name="connsiteY65" fmla="*/ 2374239 h 6858000"/>
              <a:gd name="connsiteX66" fmla="*/ 5340172 w 5552708"/>
              <a:gd name="connsiteY66" fmla="*/ 2376629 h 6858000"/>
              <a:gd name="connsiteX67" fmla="*/ 5331662 w 5552708"/>
              <a:gd name="connsiteY67" fmla="*/ 2393351 h 6858000"/>
              <a:gd name="connsiteX68" fmla="*/ 5328482 w 5552708"/>
              <a:gd name="connsiteY68" fmla="*/ 2414790 h 6858000"/>
              <a:gd name="connsiteX69" fmla="*/ 5316501 w 5552708"/>
              <a:gd name="connsiteY69" fmla="*/ 2490864 h 6858000"/>
              <a:gd name="connsiteX70" fmla="*/ 5318378 w 5552708"/>
              <a:gd name="connsiteY70" fmla="*/ 2503797 h 6858000"/>
              <a:gd name="connsiteX71" fmla="*/ 5307008 w 5552708"/>
              <a:gd name="connsiteY71" fmla="*/ 2543608 h 6858000"/>
              <a:gd name="connsiteX72" fmla="*/ 5300817 w 5552708"/>
              <a:gd name="connsiteY72" fmla="*/ 2579627 h 6858000"/>
              <a:gd name="connsiteX73" fmla="*/ 5300491 w 5552708"/>
              <a:gd name="connsiteY73" fmla="*/ 2603469 h 6858000"/>
              <a:gd name="connsiteX74" fmla="*/ 5297327 w 5552708"/>
              <a:gd name="connsiteY74" fmla="*/ 2609298 h 6858000"/>
              <a:gd name="connsiteX75" fmla="*/ 5292648 w 5552708"/>
              <a:gd name="connsiteY75" fmla="*/ 2632709 h 6858000"/>
              <a:gd name="connsiteX76" fmla="*/ 5294499 w 5552708"/>
              <a:gd name="connsiteY76" fmla="*/ 2645215 h 6858000"/>
              <a:gd name="connsiteX77" fmla="*/ 5284921 w 5552708"/>
              <a:gd name="connsiteY77" fmla="*/ 2655995 h 6858000"/>
              <a:gd name="connsiteX78" fmla="*/ 5278681 w 5552708"/>
              <a:gd name="connsiteY78" fmla="*/ 2658097 h 6858000"/>
              <a:gd name="connsiteX79" fmla="*/ 5279052 w 5552708"/>
              <a:gd name="connsiteY79" fmla="*/ 2675265 h 6858000"/>
              <a:gd name="connsiteX80" fmla="*/ 5271485 w 5552708"/>
              <a:gd name="connsiteY80" fmla="*/ 2688260 h 6858000"/>
              <a:gd name="connsiteX81" fmla="*/ 5273609 w 5552708"/>
              <a:gd name="connsiteY81" fmla="*/ 2700785 h 6858000"/>
              <a:gd name="connsiteX82" fmla="*/ 5272098 w 5552708"/>
              <a:gd name="connsiteY82" fmla="*/ 2705655 h 6858000"/>
              <a:gd name="connsiteX83" fmla="*/ 5267605 w 5552708"/>
              <a:gd name="connsiteY83" fmla="*/ 2717660 h 6858000"/>
              <a:gd name="connsiteX84" fmla="*/ 5258449 w 5552708"/>
              <a:gd name="connsiteY84" fmla="*/ 2738177 h 6858000"/>
              <a:gd name="connsiteX85" fmla="*/ 5256679 w 5552708"/>
              <a:gd name="connsiteY85" fmla="*/ 2744727 h 6858000"/>
              <a:gd name="connsiteX86" fmla="*/ 5245116 w 5552708"/>
              <a:gd name="connsiteY86" fmla="*/ 2757932 h 6858000"/>
              <a:gd name="connsiteX87" fmla="*/ 5233122 w 5552708"/>
              <a:gd name="connsiteY87" fmla="*/ 2784915 h 6858000"/>
              <a:gd name="connsiteX88" fmla="*/ 5197792 w 5552708"/>
              <a:gd name="connsiteY88" fmla="*/ 2830475 h 6858000"/>
              <a:gd name="connsiteX89" fmla="*/ 5180199 w 5552708"/>
              <a:gd name="connsiteY89" fmla="*/ 2857691 h 6858000"/>
              <a:gd name="connsiteX90" fmla="*/ 5164940 w 5552708"/>
              <a:gd name="connsiteY90" fmla="*/ 2875644 h 6858000"/>
              <a:gd name="connsiteX91" fmla="*/ 5139323 w 5552708"/>
              <a:gd name="connsiteY91" fmla="*/ 2931296 h 6858000"/>
              <a:gd name="connsiteX92" fmla="*/ 5102390 w 5552708"/>
              <a:gd name="connsiteY92" fmla="*/ 3027705 h 6858000"/>
              <a:gd name="connsiteX93" fmla="*/ 5093321 w 5552708"/>
              <a:gd name="connsiteY93" fmla="*/ 3047244 h 6858000"/>
              <a:gd name="connsiteX94" fmla="*/ 5080729 w 5552708"/>
              <a:gd name="connsiteY94" fmla="*/ 3060118 h 6858000"/>
              <a:gd name="connsiteX95" fmla="*/ 5073626 w 5552708"/>
              <a:gd name="connsiteY95" fmla="*/ 3059690 h 6858000"/>
              <a:gd name="connsiteX96" fmla="*/ 5067867 w 5552708"/>
              <a:gd name="connsiteY96" fmla="*/ 3069806 h 6858000"/>
              <a:gd name="connsiteX97" fmla="*/ 5065335 w 5552708"/>
              <a:gd name="connsiteY97" fmla="*/ 3071678 h 6858000"/>
              <a:gd name="connsiteX98" fmla="*/ 5051806 w 5552708"/>
              <a:gd name="connsiteY98" fmla="*/ 3083233 h 6858000"/>
              <a:gd name="connsiteX99" fmla="*/ 5047824 w 5552708"/>
              <a:gd name="connsiteY99" fmla="*/ 3128247 h 6858000"/>
              <a:gd name="connsiteX100" fmla="*/ 5022444 w 5552708"/>
              <a:gd name="connsiteY100" fmla="*/ 3166893 h 6858000"/>
              <a:gd name="connsiteX101" fmla="*/ 4961916 w 5552708"/>
              <a:gd name="connsiteY101" fmla="*/ 3312149 h 6858000"/>
              <a:gd name="connsiteX102" fmla="*/ 4928070 w 5552708"/>
              <a:gd name="connsiteY102" fmla="*/ 3349450 h 6858000"/>
              <a:gd name="connsiteX103" fmla="*/ 4858652 w 5552708"/>
              <a:gd name="connsiteY103" fmla="*/ 3443841 h 6858000"/>
              <a:gd name="connsiteX104" fmla="*/ 4821392 w 5552708"/>
              <a:gd name="connsiteY104" fmla="*/ 3661714 h 6858000"/>
              <a:gd name="connsiteX105" fmla="*/ 4825147 w 5552708"/>
              <a:gd name="connsiteY105" fmla="*/ 3676668 h 6858000"/>
              <a:gd name="connsiteX106" fmla="*/ 4824341 w 5552708"/>
              <a:gd name="connsiteY106" fmla="*/ 3691352 h 6858000"/>
              <a:gd name="connsiteX107" fmla="*/ 4822735 w 5552708"/>
              <a:gd name="connsiteY107" fmla="*/ 3692500 h 6858000"/>
              <a:gd name="connsiteX108" fmla="*/ 4817318 w 5552708"/>
              <a:gd name="connsiteY108" fmla="*/ 3707640 h 6858000"/>
              <a:gd name="connsiteX109" fmla="*/ 4819146 w 5552708"/>
              <a:gd name="connsiteY109" fmla="*/ 3712253 h 6858000"/>
              <a:gd name="connsiteX110" fmla="*/ 4816373 w 5552708"/>
              <a:gd name="connsiteY110" fmla="*/ 3723048 h 6858000"/>
              <a:gd name="connsiteX111" fmla="*/ 4813460 w 5552708"/>
              <a:gd name="connsiteY111" fmla="*/ 3745409 h 6858000"/>
              <a:gd name="connsiteX112" fmla="*/ 4810527 w 5552708"/>
              <a:gd name="connsiteY112" fmla="*/ 3748566 h 6858000"/>
              <a:gd name="connsiteX113" fmla="*/ 4742720 w 5552708"/>
              <a:gd name="connsiteY113" fmla="*/ 3828954 h 6858000"/>
              <a:gd name="connsiteX114" fmla="*/ 4731784 w 5552708"/>
              <a:gd name="connsiteY114" fmla="*/ 3868871 h 6858000"/>
              <a:gd name="connsiteX115" fmla="*/ 4731481 w 5552708"/>
              <a:gd name="connsiteY115" fmla="*/ 3868898 h 6858000"/>
              <a:gd name="connsiteX116" fmla="*/ 4728490 w 5552708"/>
              <a:gd name="connsiteY116" fmla="*/ 3875525 h 6858000"/>
              <a:gd name="connsiteX117" fmla="*/ 4727500 w 5552708"/>
              <a:gd name="connsiteY117" fmla="*/ 3880683 h 6858000"/>
              <a:gd name="connsiteX118" fmla="*/ 4719663 w 5552708"/>
              <a:gd name="connsiteY118" fmla="*/ 3896892 h 6858000"/>
              <a:gd name="connsiteX119" fmla="*/ 4715899 w 5552708"/>
              <a:gd name="connsiteY119" fmla="*/ 3897345 h 6858000"/>
              <a:gd name="connsiteX120" fmla="*/ 4715832 w 5552708"/>
              <a:gd name="connsiteY120" fmla="*/ 3898632 h 6858000"/>
              <a:gd name="connsiteX121" fmla="*/ 4618476 w 5552708"/>
              <a:gd name="connsiteY121" fmla="*/ 4076334 h 6858000"/>
              <a:gd name="connsiteX122" fmla="*/ 4576303 w 5552708"/>
              <a:gd name="connsiteY122" fmla="*/ 4154580 h 6858000"/>
              <a:gd name="connsiteX123" fmla="*/ 4536795 w 5552708"/>
              <a:gd name="connsiteY123" fmla="*/ 4186216 h 6858000"/>
              <a:gd name="connsiteX124" fmla="*/ 4534335 w 5552708"/>
              <a:gd name="connsiteY124" fmla="*/ 4190678 h 6858000"/>
              <a:gd name="connsiteX125" fmla="*/ 4532585 w 5552708"/>
              <a:gd name="connsiteY125" fmla="*/ 4203860 h 6858000"/>
              <a:gd name="connsiteX126" fmla="*/ 4532745 w 5552708"/>
              <a:gd name="connsiteY126" fmla="*/ 4208983 h 6858000"/>
              <a:gd name="connsiteX127" fmla="*/ 4531239 w 5552708"/>
              <a:gd name="connsiteY127" fmla="*/ 4216126 h 6858000"/>
              <a:gd name="connsiteX128" fmla="*/ 4530941 w 5552708"/>
              <a:gd name="connsiteY128" fmla="*/ 4216251 h 6858000"/>
              <a:gd name="connsiteX129" fmla="*/ 4530039 w 5552708"/>
              <a:gd name="connsiteY129" fmla="*/ 4223045 h 6858000"/>
              <a:gd name="connsiteX130" fmla="*/ 4528920 w 5552708"/>
              <a:gd name="connsiteY130" fmla="*/ 4256957 h 6858000"/>
              <a:gd name="connsiteX131" fmla="*/ 4495092 w 5552708"/>
              <a:gd name="connsiteY131" fmla="*/ 4295227 h 6858000"/>
              <a:gd name="connsiteX132" fmla="*/ 4487069 w 5552708"/>
              <a:gd name="connsiteY132" fmla="*/ 4312260 h 6858000"/>
              <a:gd name="connsiteX133" fmla="*/ 4481391 w 5552708"/>
              <a:gd name="connsiteY133" fmla="*/ 4321074 h 6858000"/>
              <a:gd name="connsiteX134" fmla="*/ 4480140 w 5552708"/>
              <a:gd name="connsiteY134" fmla="*/ 4321443 h 6858000"/>
              <a:gd name="connsiteX135" fmla="*/ 4479199 w 5552708"/>
              <a:gd name="connsiteY135" fmla="*/ 4353976 h 6858000"/>
              <a:gd name="connsiteX136" fmla="*/ 4476976 w 5552708"/>
              <a:gd name="connsiteY136" fmla="*/ 4357874 h 6858000"/>
              <a:gd name="connsiteX137" fmla="*/ 4479044 w 5552708"/>
              <a:gd name="connsiteY137" fmla="*/ 4379621 h 6858000"/>
              <a:gd name="connsiteX138" fmla="*/ 4478683 w 5552708"/>
              <a:gd name="connsiteY138" fmla="*/ 4390568 h 6858000"/>
              <a:gd name="connsiteX139" fmla="*/ 4481532 w 5552708"/>
              <a:gd name="connsiteY139" fmla="*/ 4394254 h 6858000"/>
              <a:gd name="connsiteX140" fmla="*/ 4479499 w 5552708"/>
              <a:gd name="connsiteY140" fmla="*/ 4410114 h 6858000"/>
              <a:gd name="connsiteX141" fmla="*/ 4478153 w 5552708"/>
              <a:gd name="connsiteY141" fmla="*/ 4411710 h 6858000"/>
              <a:gd name="connsiteX142" fmla="*/ 4480616 w 5552708"/>
              <a:gd name="connsiteY142" fmla="*/ 4425622 h 6858000"/>
              <a:gd name="connsiteX143" fmla="*/ 4487688 w 5552708"/>
              <a:gd name="connsiteY143" fmla="*/ 4438292 h 6858000"/>
              <a:gd name="connsiteX144" fmla="*/ 4454727 w 5552708"/>
              <a:gd name="connsiteY144" fmla="*/ 4569970 h 6858000"/>
              <a:gd name="connsiteX145" fmla="*/ 4469804 w 5552708"/>
              <a:gd name="connsiteY145" fmla="*/ 4692415 h 6858000"/>
              <a:gd name="connsiteX146" fmla="*/ 4450795 w 5552708"/>
              <a:gd name="connsiteY146" fmla="*/ 4763659 h 6858000"/>
              <a:gd name="connsiteX147" fmla="*/ 4422945 w 5552708"/>
              <a:gd name="connsiteY147" fmla="*/ 4783049 h 6858000"/>
              <a:gd name="connsiteX148" fmla="*/ 4397314 w 5552708"/>
              <a:gd name="connsiteY148" fmla="*/ 4964397 h 6858000"/>
              <a:gd name="connsiteX149" fmla="*/ 4380606 w 5552708"/>
              <a:gd name="connsiteY149" fmla="*/ 5008665 h 6858000"/>
              <a:gd name="connsiteX150" fmla="*/ 4386649 w 5552708"/>
              <a:gd name="connsiteY150" fmla="*/ 5051823 h 6858000"/>
              <a:gd name="connsiteX151" fmla="*/ 4375733 w 5552708"/>
              <a:gd name="connsiteY151" fmla="*/ 5067011 h 6858000"/>
              <a:gd name="connsiteX152" fmla="*/ 4373624 w 5552708"/>
              <a:gd name="connsiteY152" fmla="*/ 5069584 h 6858000"/>
              <a:gd name="connsiteX153" fmla="*/ 4370134 w 5552708"/>
              <a:gd name="connsiteY153" fmla="*/ 5080883 h 6858000"/>
              <a:gd name="connsiteX154" fmla="*/ 4362957 w 5552708"/>
              <a:gd name="connsiteY154" fmla="*/ 5082819 h 6858000"/>
              <a:gd name="connsiteX155" fmla="*/ 4333195 w 5552708"/>
              <a:gd name="connsiteY155" fmla="*/ 5221840 h 6858000"/>
              <a:gd name="connsiteX156" fmla="*/ 4320037 w 5552708"/>
              <a:gd name="connsiteY156" fmla="*/ 5281999 h 6858000"/>
              <a:gd name="connsiteX157" fmla="*/ 4308816 w 5552708"/>
              <a:gd name="connsiteY157" fmla="*/ 5303704 h 6858000"/>
              <a:gd name="connsiteX158" fmla="*/ 4272244 w 5552708"/>
              <a:gd name="connsiteY158" fmla="*/ 5388756 h 6858000"/>
              <a:gd name="connsiteX159" fmla="*/ 4246915 w 5552708"/>
              <a:gd name="connsiteY159" fmla="*/ 5462809 h 6858000"/>
              <a:gd name="connsiteX160" fmla="*/ 4255030 w 5552708"/>
              <a:gd name="connsiteY160" fmla="*/ 5521632 h 6858000"/>
              <a:gd name="connsiteX161" fmla="*/ 4249277 w 5552708"/>
              <a:gd name="connsiteY161" fmla="*/ 5525636 h 6858000"/>
              <a:gd name="connsiteX162" fmla="*/ 4241924 w 5552708"/>
              <a:gd name="connsiteY162" fmla="*/ 5563850 h 6858000"/>
              <a:gd name="connsiteX163" fmla="*/ 4248240 w 5552708"/>
              <a:gd name="connsiteY163" fmla="*/ 5703386 h 6858000"/>
              <a:gd name="connsiteX164" fmla="*/ 4232982 w 5552708"/>
              <a:gd name="connsiteY164" fmla="*/ 5777907 h 6858000"/>
              <a:gd name="connsiteX165" fmla="*/ 4222394 w 5552708"/>
              <a:gd name="connsiteY165" fmla="*/ 5803443 h 6858000"/>
              <a:gd name="connsiteX166" fmla="*/ 4204974 w 5552708"/>
              <a:gd name="connsiteY166" fmla="*/ 5846279 h 6858000"/>
              <a:gd name="connsiteX167" fmla="*/ 4179217 w 5552708"/>
              <a:gd name="connsiteY167" fmla="*/ 5876046 h 6858000"/>
              <a:gd name="connsiteX168" fmla="*/ 4169698 w 5552708"/>
              <a:gd name="connsiteY168" fmla="*/ 5912761 h 6858000"/>
              <a:gd name="connsiteX169" fmla="*/ 4183963 w 5552708"/>
              <a:gd name="connsiteY169" fmla="*/ 5924201 h 6858000"/>
              <a:gd name="connsiteX170" fmla="*/ 4143073 w 5552708"/>
              <a:gd name="connsiteY170" fmla="*/ 6020347 h 6858000"/>
              <a:gd name="connsiteX171" fmla="*/ 4132699 w 5552708"/>
              <a:gd name="connsiteY171" fmla="*/ 6054447 h 6858000"/>
              <a:gd name="connsiteX172" fmla="*/ 4099744 w 5552708"/>
              <a:gd name="connsiteY172" fmla="*/ 6146773 h 6858000"/>
              <a:gd name="connsiteX173" fmla="*/ 4063216 w 5552708"/>
              <a:gd name="connsiteY173" fmla="*/ 6238624 h 6858000"/>
              <a:gd name="connsiteX174" fmla="*/ 4021696 w 5552708"/>
              <a:gd name="connsiteY174" fmla="*/ 6289517 h 6858000"/>
              <a:gd name="connsiteX175" fmla="*/ 3993817 w 5552708"/>
              <a:gd name="connsiteY175" fmla="*/ 6365399 h 6858000"/>
              <a:gd name="connsiteX176" fmla="*/ 3986236 w 5552708"/>
              <a:gd name="connsiteY176" fmla="*/ 6377584 h 6858000"/>
              <a:gd name="connsiteX177" fmla="*/ 3911599 w 5552708"/>
              <a:gd name="connsiteY177" fmla="*/ 6509659 h 6858000"/>
              <a:gd name="connsiteX178" fmla="*/ 3858869 w 5552708"/>
              <a:gd name="connsiteY178" fmla="*/ 6582751 h 6858000"/>
              <a:gd name="connsiteX179" fmla="*/ 3770950 w 5552708"/>
              <a:gd name="connsiteY179" fmla="*/ 6757987 h 6858000"/>
              <a:gd name="connsiteX180" fmla="*/ 3749766 w 5552708"/>
              <a:gd name="connsiteY180" fmla="*/ 6858000 h 6858000"/>
              <a:gd name="connsiteX181" fmla="*/ 12348 w 5552708"/>
              <a:gd name="connsiteY181" fmla="*/ 6858000 h 6858000"/>
              <a:gd name="connsiteX182" fmla="*/ 0 w 5552708"/>
              <a:gd name="connsiteY182" fmla="*/ 672566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</a:cxnLst>
            <a:rect l="l" t="t" r="r" b="b"/>
            <a:pathLst>
              <a:path w="5552708" h="6858000">
                <a:moveTo>
                  <a:pt x="0" y="0"/>
                </a:moveTo>
                <a:lnTo>
                  <a:pt x="5443651" y="0"/>
                </a:lnTo>
                <a:lnTo>
                  <a:pt x="5443781" y="512"/>
                </a:lnTo>
                <a:cubicBezTo>
                  <a:pt x="5446206" y="7309"/>
                  <a:pt x="5449083" y="15278"/>
                  <a:pt x="5444033" y="20501"/>
                </a:cubicBezTo>
                <a:cubicBezTo>
                  <a:pt x="5435420" y="27795"/>
                  <a:pt x="5439966" y="35996"/>
                  <a:pt x="5439390" y="44768"/>
                </a:cubicBezTo>
                <a:cubicBezTo>
                  <a:pt x="5431962" y="55410"/>
                  <a:pt x="5437588" y="94208"/>
                  <a:pt x="5443913" y="104988"/>
                </a:cubicBezTo>
                <a:cubicBezTo>
                  <a:pt x="5467308" y="131885"/>
                  <a:pt x="5440518" y="182050"/>
                  <a:pt x="5458241" y="204162"/>
                </a:cubicBezTo>
                <a:cubicBezTo>
                  <a:pt x="5460281" y="211583"/>
                  <a:pt x="5460566" y="218611"/>
                  <a:pt x="5459763" y="225360"/>
                </a:cubicBezTo>
                <a:lnTo>
                  <a:pt x="5454996" y="243902"/>
                </a:lnTo>
                <a:lnTo>
                  <a:pt x="5448597" y="248483"/>
                </a:lnTo>
                <a:lnTo>
                  <a:pt x="5448458" y="260196"/>
                </a:lnTo>
                <a:lnTo>
                  <a:pt x="5447150" y="263377"/>
                </a:lnTo>
                <a:cubicBezTo>
                  <a:pt x="5448938" y="273127"/>
                  <a:pt x="5457762" y="301628"/>
                  <a:pt x="5459187" y="318691"/>
                </a:cubicBezTo>
                <a:cubicBezTo>
                  <a:pt x="5456617" y="351374"/>
                  <a:pt x="5481393" y="329570"/>
                  <a:pt x="5455708" y="365759"/>
                </a:cubicBezTo>
                <a:cubicBezTo>
                  <a:pt x="5472236" y="419311"/>
                  <a:pt x="5443611" y="447897"/>
                  <a:pt x="5473651" y="492182"/>
                </a:cubicBezTo>
                <a:cubicBezTo>
                  <a:pt x="5483259" y="556102"/>
                  <a:pt x="5473858" y="624576"/>
                  <a:pt x="5481453" y="689666"/>
                </a:cubicBezTo>
                <a:cubicBezTo>
                  <a:pt x="5481825" y="737836"/>
                  <a:pt x="5505966" y="768312"/>
                  <a:pt x="5488233" y="816332"/>
                </a:cubicBezTo>
                <a:cubicBezTo>
                  <a:pt x="5492515" y="818482"/>
                  <a:pt x="5526923" y="887911"/>
                  <a:pt x="5529718" y="891550"/>
                </a:cubicBezTo>
                <a:lnTo>
                  <a:pt x="5536104" y="903318"/>
                </a:lnTo>
                <a:lnTo>
                  <a:pt x="5535257" y="905308"/>
                </a:lnTo>
                <a:cubicBezTo>
                  <a:pt x="5534066" y="913418"/>
                  <a:pt x="5535399" y="917837"/>
                  <a:pt x="5537840" y="920621"/>
                </a:cubicBezTo>
                <a:lnTo>
                  <a:pt x="5541663" y="922876"/>
                </a:lnTo>
                <a:lnTo>
                  <a:pt x="5544456" y="933037"/>
                </a:lnTo>
                <a:lnTo>
                  <a:pt x="5552708" y="952132"/>
                </a:lnTo>
                <a:lnTo>
                  <a:pt x="5551675" y="956570"/>
                </a:lnTo>
                <a:lnTo>
                  <a:pt x="5531341" y="1064863"/>
                </a:lnTo>
                <a:cubicBezTo>
                  <a:pt x="5534620" y="1074818"/>
                  <a:pt x="5537566" y="1085372"/>
                  <a:pt x="5539998" y="1096340"/>
                </a:cubicBezTo>
                <a:lnTo>
                  <a:pt x="5541075" y="1102915"/>
                </a:lnTo>
                <a:lnTo>
                  <a:pt x="5540822" y="1103143"/>
                </a:lnTo>
                <a:cubicBezTo>
                  <a:pt x="5540471" y="1104784"/>
                  <a:pt x="5540605" y="1107024"/>
                  <a:pt x="5541413" y="1110274"/>
                </a:cubicBezTo>
                <a:lnTo>
                  <a:pt x="5543038" y="1114901"/>
                </a:lnTo>
                <a:cubicBezTo>
                  <a:pt x="5543735" y="1119151"/>
                  <a:pt x="5544432" y="1123402"/>
                  <a:pt x="5545128" y="1127652"/>
                </a:cubicBezTo>
                <a:lnTo>
                  <a:pt x="5544028" y="1132698"/>
                </a:lnTo>
                <a:cubicBezTo>
                  <a:pt x="5534609" y="1151029"/>
                  <a:pt x="5496304" y="1149042"/>
                  <a:pt x="5514811" y="1177140"/>
                </a:cubicBezTo>
                <a:cubicBezTo>
                  <a:pt x="5509719" y="1211798"/>
                  <a:pt x="5486957" y="1231445"/>
                  <a:pt x="5496402" y="1265293"/>
                </a:cubicBezTo>
                <a:cubicBezTo>
                  <a:pt x="5491550" y="1297727"/>
                  <a:pt x="5479431" y="1324727"/>
                  <a:pt x="5481620" y="1353039"/>
                </a:cubicBezTo>
                <a:cubicBezTo>
                  <a:pt x="5473631" y="1363324"/>
                  <a:pt x="5469597" y="1373497"/>
                  <a:pt x="5477938" y="1385038"/>
                </a:cubicBezTo>
                <a:cubicBezTo>
                  <a:pt x="5470625" y="1414924"/>
                  <a:pt x="5455771" y="1420367"/>
                  <a:pt x="5464009" y="1441067"/>
                </a:cubicBezTo>
                <a:cubicBezTo>
                  <a:pt x="5439287" y="1455035"/>
                  <a:pt x="5447714" y="1457216"/>
                  <a:pt x="5453063" y="1466104"/>
                </a:cubicBezTo>
                <a:cubicBezTo>
                  <a:pt x="5453164" y="1466506"/>
                  <a:pt x="5453267" y="1466908"/>
                  <a:pt x="5453368" y="1467310"/>
                </a:cubicBezTo>
                <a:lnTo>
                  <a:pt x="5449849" y="1469198"/>
                </a:lnTo>
                <a:lnTo>
                  <a:pt x="5447717" y="1473816"/>
                </a:lnTo>
                <a:lnTo>
                  <a:pt x="5446906" y="1487106"/>
                </a:lnTo>
                <a:cubicBezTo>
                  <a:pt x="5447081" y="1488810"/>
                  <a:pt x="5447254" y="1490514"/>
                  <a:pt x="5447429" y="1492218"/>
                </a:cubicBezTo>
                <a:cubicBezTo>
                  <a:pt x="5447480" y="1495695"/>
                  <a:pt x="5447119" y="1497953"/>
                  <a:pt x="5446434" y="1499455"/>
                </a:cubicBezTo>
                <a:lnTo>
                  <a:pt x="5446146" y="1499600"/>
                </a:lnTo>
                <a:lnTo>
                  <a:pt x="5445728" y="1506449"/>
                </a:lnTo>
                <a:cubicBezTo>
                  <a:pt x="5445627" y="1518090"/>
                  <a:pt x="5446096" y="1529498"/>
                  <a:pt x="5447013" y="1540420"/>
                </a:cubicBezTo>
                <a:cubicBezTo>
                  <a:pt x="5431084" y="1547368"/>
                  <a:pt x="5443219" y="1588924"/>
                  <a:pt x="5416036" y="1580834"/>
                </a:cubicBezTo>
                <a:cubicBezTo>
                  <a:pt x="5416447" y="1595454"/>
                  <a:pt x="5426812" y="1605684"/>
                  <a:pt x="5409252" y="1598373"/>
                </a:cubicBezTo>
                <a:cubicBezTo>
                  <a:pt x="5408864" y="1603115"/>
                  <a:pt x="5406927" y="1605804"/>
                  <a:pt x="5404223" y="1607549"/>
                </a:cubicBezTo>
                <a:lnTo>
                  <a:pt x="5403003" y="1607994"/>
                </a:lnTo>
                <a:lnTo>
                  <a:pt x="5404366" y="1640580"/>
                </a:lnTo>
                <a:lnTo>
                  <a:pt x="5402429" y="1644617"/>
                </a:lnTo>
                <a:cubicBezTo>
                  <a:pt x="5403628" y="1651821"/>
                  <a:pt x="5404828" y="1659024"/>
                  <a:pt x="5406027" y="1666228"/>
                </a:cubicBezTo>
                <a:lnTo>
                  <a:pt x="5409538" y="1680703"/>
                </a:lnTo>
                <a:lnTo>
                  <a:pt x="5405582" y="1870222"/>
                </a:lnTo>
                <a:cubicBezTo>
                  <a:pt x="5407505" y="1917082"/>
                  <a:pt x="5419912" y="1922890"/>
                  <a:pt x="5418948" y="1979530"/>
                </a:cubicBezTo>
                <a:cubicBezTo>
                  <a:pt x="5381653" y="1974789"/>
                  <a:pt x="5447295" y="2092994"/>
                  <a:pt x="5405060" y="2051964"/>
                </a:cubicBezTo>
                <a:cubicBezTo>
                  <a:pt x="5406099" y="2068965"/>
                  <a:pt x="5389286" y="2084064"/>
                  <a:pt x="5378701" y="2073120"/>
                </a:cubicBezTo>
                <a:cubicBezTo>
                  <a:pt x="5397285" y="2126878"/>
                  <a:pt x="5362129" y="2197651"/>
                  <a:pt x="5366006" y="2256053"/>
                </a:cubicBezTo>
                <a:cubicBezTo>
                  <a:pt x="5334011" y="2283221"/>
                  <a:pt x="5362023" y="2269954"/>
                  <a:pt x="5352501" y="2301374"/>
                </a:cubicBezTo>
                <a:cubicBezTo>
                  <a:pt x="5379308" y="2296096"/>
                  <a:pt x="5332887" y="2338416"/>
                  <a:pt x="5361572" y="2344135"/>
                </a:cubicBezTo>
                <a:cubicBezTo>
                  <a:pt x="5358931" y="2349671"/>
                  <a:pt x="5355467" y="2354856"/>
                  <a:pt x="5351776" y="2360013"/>
                </a:cubicBezTo>
                <a:lnTo>
                  <a:pt x="5349856" y="2362723"/>
                </a:lnTo>
                <a:lnTo>
                  <a:pt x="5347182" y="2374239"/>
                </a:lnTo>
                <a:lnTo>
                  <a:pt x="5340172" y="2376629"/>
                </a:lnTo>
                <a:lnTo>
                  <a:pt x="5331662" y="2393351"/>
                </a:lnTo>
                <a:cubicBezTo>
                  <a:pt x="5329441" y="2399746"/>
                  <a:pt x="5328181" y="2406782"/>
                  <a:pt x="5328482" y="2414790"/>
                </a:cubicBezTo>
                <a:cubicBezTo>
                  <a:pt x="5337359" y="2435605"/>
                  <a:pt x="5319289" y="2463646"/>
                  <a:pt x="5316501" y="2490864"/>
                </a:cubicBezTo>
                <a:cubicBezTo>
                  <a:pt x="5317127" y="2495175"/>
                  <a:pt x="5317754" y="2499486"/>
                  <a:pt x="5318378" y="2503797"/>
                </a:cubicBezTo>
                <a:lnTo>
                  <a:pt x="5307008" y="2543608"/>
                </a:lnTo>
                <a:cubicBezTo>
                  <a:pt x="5304307" y="2555015"/>
                  <a:pt x="5302094" y="2566933"/>
                  <a:pt x="5300817" y="2579627"/>
                </a:cubicBezTo>
                <a:lnTo>
                  <a:pt x="5300491" y="2603469"/>
                </a:lnTo>
                <a:lnTo>
                  <a:pt x="5297327" y="2609298"/>
                </a:lnTo>
                <a:cubicBezTo>
                  <a:pt x="5296149" y="2620041"/>
                  <a:pt x="5302481" y="2635343"/>
                  <a:pt x="5292648" y="2632709"/>
                </a:cubicBezTo>
                <a:lnTo>
                  <a:pt x="5294499" y="2645215"/>
                </a:lnTo>
                <a:lnTo>
                  <a:pt x="5284921" y="2655995"/>
                </a:lnTo>
                <a:cubicBezTo>
                  <a:pt x="5282893" y="2657043"/>
                  <a:pt x="5280790" y="2657749"/>
                  <a:pt x="5278681" y="2658097"/>
                </a:cubicBezTo>
                <a:lnTo>
                  <a:pt x="5279052" y="2675265"/>
                </a:lnTo>
                <a:lnTo>
                  <a:pt x="5271485" y="2688260"/>
                </a:lnTo>
                <a:cubicBezTo>
                  <a:pt x="5272192" y="2692435"/>
                  <a:pt x="5272901" y="2696610"/>
                  <a:pt x="5273609" y="2700785"/>
                </a:cubicBezTo>
                <a:lnTo>
                  <a:pt x="5272098" y="2705655"/>
                </a:lnTo>
                <a:lnTo>
                  <a:pt x="5267605" y="2717660"/>
                </a:lnTo>
                <a:cubicBezTo>
                  <a:pt x="5264770" y="2723740"/>
                  <a:pt x="5261426" y="2730522"/>
                  <a:pt x="5258449" y="2738177"/>
                </a:cubicBezTo>
                <a:lnTo>
                  <a:pt x="5256679" y="2744727"/>
                </a:lnTo>
                <a:lnTo>
                  <a:pt x="5245116" y="2757932"/>
                </a:lnTo>
                <a:cubicBezTo>
                  <a:pt x="5236430" y="2767502"/>
                  <a:pt x="5230416" y="2775146"/>
                  <a:pt x="5233122" y="2784915"/>
                </a:cubicBezTo>
                <a:cubicBezTo>
                  <a:pt x="5221620" y="2799359"/>
                  <a:pt x="5193828" y="2806744"/>
                  <a:pt x="5197792" y="2830475"/>
                </a:cubicBezTo>
                <a:cubicBezTo>
                  <a:pt x="5186798" y="2821932"/>
                  <a:pt x="5192955" y="2855565"/>
                  <a:pt x="5180199" y="2857691"/>
                </a:cubicBezTo>
                <a:cubicBezTo>
                  <a:pt x="5170100" y="2858096"/>
                  <a:pt x="5169614" y="2868393"/>
                  <a:pt x="5164940" y="2875644"/>
                </a:cubicBezTo>
                <a:cubicBezTo>
                  <a:pt x="5154127" y="2879787"/>
                  <a:pt x="5139696" y="2917521"/>
                  <a:pt x="5139323" y="2931296"/>
                </a:cubicBezTo>
                <a:cubicBezTo>
                  <a:pt x="5144210" y="2970932"/>
                  <a:pt x="5099528" y="2996158"/>
                  <a:pt x="5102390" y="3027705"/>
                </a:cubicBezTo>
                <a:cubicBezTo>
                  <a:pt x="5100365" y="3035586"/>
                  <a:pt x="5097192" y="3041915"/>
                  <a:pt x="5093321" y="3047244"/>
                </a:cubicBezTo>
                <a:lnTo>
                  <a:pt x="5080729" y="3060118"/>
                </a:lnTo>
                <a:lnTo>
                  <a:pt x="5073626" y="3059690"/>
                </a:lnTo>
                <a:lnTo>
                  <a:pt x="5067867" y="3069806"/>
                </a:lnTo>
                <a:lnTo>
                  <a:pt x="5065335" y="3071678"/>
                </a:lnTo>
                <a:cubicBezTo>
                  <a:pt x="5060475" y="3075234"/>
                  <a:pt x="5055815" y="3078901"/>
                  <a:pt x="5051806" y="3083233"/>
                </a:cubicBezTo>
                <a:cubicBezTo>
                  <a:pt x="5076417" y="3100024"/>
                  <a:pt x="5021773" y="3122856"/>
                  <a:pt x="5047824" y="3128247"/>
                </a:cubicBezTo>
                <a:cubicBezTo>
                  <a:pt x="5030083" y="3154978"/>
                  <a:pt x="5059535" y="3153095"/>
                  <a:pt x="5022444" y="3166893"/>
                </a:cubicBezTo>
                <a:cubicBezTo>
                  <a:pt x="5009215" y="3225035"/>
                  <a:pt x="4960350" y="3252747"/>
                  <a:pt x="4961916" y="3312149"/>
                </a:cubicBezTo>
                <a:cubicBezTo>
                  <a:pt x="4955371" y="3297387"/>
                  <a:pt x="4932004" y="3332561"/>
                  <a:pt x="4928070" y="3349450"/>
                </a:cubicBezTo>
                <a:cubicBezTo>
                  <a:pt x="4901199" y="3293116"/>
                  <a:pt x="4891428" y="3463059"/>
                  <a:pt x="4858652" y="3443841"/>
                </a:cubicBezTo>
                <a:cubicBezTo>
                  <a:pt x="4840872" y="3495884"/>
                  <a:pt x="4832958" y="3617975"/>
                  <a:pt x="4821392" y="3661714"/>
                </a:cubicBezTo>
                <a:cubicBezTo>
                  <a:pt x="4823621" y="3666551"/>
                  <a:pt x="4824768" y="3671561"/>
                  <a:pt x="4825147" y="3676668"/>
                </a:cubicBezTo>
                <a:lnTo>
                  <a:pt x="4824341" y="3691352"/>
                </a:lnTo>
                <a:lnTo>
                  <a:pt x="4822735" y="3692500"/>
                </a:lnTo>
                <a:cubicBezTo>
                  <a:pt x="4817912" y="3698748"/>
                  <a:pt x="4816795" y="3703524"/>
                  <a:pt x="4817318" y="3707640"/>
                </a:cubicBezTo>
                <a:lnTo>
                  <a:pt x="4819146" y="3712253"/>
                </a:lnTo>
                <a:lnTo>
                  <a:pt x="4816373" y="3723048"/>
                </a:lnTo>
                <a:lnTo>
                  <a:pt x="4813460" y="3745409"/>
                </a:lnTo>
                <a:lnTo>
                  <a:pt x="4810527" y="3748566"/>
                </a:lnTo>
                <a:cubicBezTo>
                  <a:pt x="4798737" y="3762490"/>
                  <a:pt x="4755451" y="3809983"/>
                  <a:pt x="4742720" y="3828954"/>
                </a:cubicBezTo>
                <a:lnTo>
                  <a:pt x="4731784" y="3868871"/>
                </a:lnTo>
                <a:lnTo>
                  <a:pt x="4731481" y="3868898"/>
                </a:lnTo>
                <a:cubicBezTo>
                  <a:pt x="4730422" y="3870084"/>
                  <a:pt x="4729442" y="3872132"/>
                  <a:pt x="4728490" y="3875525"/>
                </a:cubicBezTo>
                <a:lnTo>
                  <a:pt x="4727500" y="3880683"/>
                </a:lnTo>
                <a:lnTo>
                  <a:pt x="4719663" y="3896892"/>
                </a:lnTo>
                <a:lnTo>
                  <a:pt x="4715899" y="3897345"/>
                </a:lnTo>
                <a:cubicBezTo>
                  <a:pt x="4715876" y="3897775"/>
                  <a:pt x="4715854" y="3898203"/>
                  <a:pt x="4715832" y="3898632"/>
                </a:cubicBezTo>
                <a:lnTo>
                  <a:pt x="4618476" y="4076334"/>
                </a:lnTo>
                <a:cubicBezTo>
                  <a:pt x="4617399" y="4112851"/>
                  <a:pt x="4590920" y="4122978"/>
                  <a:pt x="4576303" y="4154580"/>
                </a:cubicBezTo>
                <a:cubicBezTo>
                  <a:pt x="4585172" y="4189077"/>
                  <a:pt x="4550681" y="4172136"/>
                  <a:pt x="4536795" y="4186216"/>
                </a:cubicBezTo>
                <a:lnTo>
                  <a:pt x="4534335" y="4190678"/>
                </a:lnTo>
                <a:lnTo>
                  <a:pt x="4532585" y="4203860"/>
                </a:lnTo>
                <a:cubicBezTo>
                  <a:pt x="4532638" y="4205567"/>
                  <a:pt x="4532692" y="4207276"/>
                  <a:pt x="4532745" y="4208983"/>
                </a:cubicBezTo>
                <a:cubicBezTo>
                  <a:pt x="4532551" y="4212450"/>
                  <a:pt x="4532031" y="4214675"/>
                  <a:pt x="4531239" y="4216126"/>
                </a:cubicBezTo>
                <a:lnTo>
                  <a:pt x="4530941" y="4216251"/>
                </a:lnTo>
                <a:lnTo>
                  <a:pt x="4530039" y="4223045"/>
                </a:lnTo>
                <a:cubicBezTo>
                  <a:pt x="4529114" y="4234633"/>
                  <a:pt x="4528779" y="4246020"/>
                  <a:pt x="4528920" y="4256957"/>
                </a:cubicBezTo>
                <a:cubicBezTo>
                  <a:pt x="4512505" y="4262858"/>
                  <a:pt x="4521695" y="4305010"/>
                  <a:pt x="4495092" y="4295227"/>
                </a:cubicBezTo>
                <a:cubicBezTo>
                  <a:pt x="4494469" y="4309813"/>
                  <a:pt x="4504108" y="4320656"/>
                  <a:pt x="4487069" y="4312260"/>
                </a:cubicBezTo>
                <a:cubicBezTo>
                  <a:pt x="4486347" y="4316957"/>
                  <a:pt x="4484219" y="4319510"/>
                  <a:pt x="4481391" y="4321074"/>
                </a:cubicBezTo>
                <a:lnTo>
                  <a:pt x="4480140" y="4321443"/>
                </a:lnTo>
                <a:lnTo>
                  <a:pt x="4479199" y="4353976"/>
                </a:lnTo>
                <a:lnTo>
                  <a:pt x="4476976" y="4357874"/>
                </a:lnTo>
                <a:cubicBezTo>
                  <a:pt x="4477666" y="4365122"/>
                  <a:pt x="4478355" y="4372372"/>
                  <a:pt x="4479044" y="4379621"/>
                </a:cubicBezTo>
                <a:lnTo>
                  <a:pt x="4478683" y="4390568"/>
                </a:lnTo>
                <a:lnTo>
                  <a:pt x="4481532" y="4394254"/>
                </a:lnTo>
                <a:cubicBezTo>
                  <a:pt x="4482969" y="4397909"/>
                  <a:pt x="4482918" y="4402720"/>
                  <a:pt x="4479499" y="4410114"/>
                </a:cubicBezTo>
                <a:lnTo>
                  <a:pt x="4478153" y="4411710"/>
                </a:lnTo>
                <a:lnTo>
                  <a:pt x="4480616" y="4425622"/>
                </a:lnTo>
                <a:cubicBezTo>
                  <a:pt x="4482131" y="4430247"/>
                  <a:pt x="4484387" y="4434528"/>
                  <a:pt x="4487688" y="4438292"/>
                </a:cubicBezTo>
                <a:cubicBezTo>
                  <a:pt x="4457664" y="4477897"/>
                  <a:pt x="4468221" y="4523123"/>
                  <a:pt x="4454727" y="4569970"/>
                </a:cubicBezTo>
                <a:cubicBezTo>
                  <a:pt x="4417898" y="4583966"/>
                  <a:pt x="4440689" y="4674230"/>
                  <a:pt x="4469804" y="4692415"/>
                </a:cubicBezTo>
                <a:cubicBezTo>
                  <a:pt x="4432851" y="4685322"/>
                  <a:pt x="4490117" y="4807198"/>
                  <a:pt x="4450795" y="4763659"/>
                </a:cubicBezTo>
                <a:cubicBezTo>
                  <a:pt x="4450628" y="4780652"/>
                  <a:pt x="4432755" y="4794620"/>
                  <a:pt x="4422945" y="4783049"/>
                </a:cubicBezTo>
                <a:cubicBezTo>
                  <a:pt x="4437721" y="4837759"/>
                  <a:pt x="4397569" y="4905997"/>
                  <a:pt x="4397314" y="4964397"/>
                </a:cubicBezTo>
                <a:cubicBezTo>
                  <a:pt x="4363407" y="4989414"/>
                  <a:pt x="4392349" y="4977986"/>
                  <a:pt x="4380606" y="5008665"/>
                </a:cubicBezTo>
                <a:cubicBezTo>
                  <a:pt x="4407778" y="5005114"/>
                  <a:pt x="4358378" y="5044304"/>
                  <a:pt x="4386649" y="5051823"/>
                </a:cubicBezTo>
                <a:cubicBezTo>
                  <a:pt x="4383620" y="5057169"/>
                  <a:pt x="4379789" y="5062109"/>
                  <a:pt x="4375733" y="5067011"/>
                </a:cubicBezTo>
                <a:lnTo>
                  <a:pt x="4373624" y="5069584"/>
                </a:lnTo>
                <a:lnTo>
                  <a:pt x="4370134" y="5080883"/>
                </a:lnTo>
                <a:lnTo>
                  <a:pt x="4362957" y="5082819"/>
                </a:lnTo>
                <a:lnTo>
                  <a:pt x="4333195" y="5221840"/>
                </a:lnTo>
                <a:cubicBezTo>
                  <a:pt x="4335888" y="5234770"/>
                  <a:pt x="4329894" y="5274591"/>
                  <a:pt x="4320037" y="5281999"/>
                </a:cubicBezTo>
                <a:cubicBezTo>
                  <a:pt x="4316990" y="5290274"/>
                  <a:pt x="4318795" y="5300010"/>
                  <a:pt x="4308816" y="5303704"/>
                </a:cubicBezTo>
                <a:cubicBezTo>
                  <a:pt x="4300851" y="5321498"/>
                  <a:pt x="4282560" y="5362240"/>
                  <a:pt x="4272244" y="5388756"/>
                </a:cubicBezTo>
                <a:cubicBezTo>
                  <a:pt x="4281980" y="5405143"/>
                  <a:pt x="4255067" y="5425092"/>
                  <a:pt x="4246915" y="5462809"/>
                </a:cubicBezTo>
                <a:cubicBezTo>
                  <a:pt x="4258299" y="5480842"/>
                  <a:pt x="4241233" y="5488203"/>
                  <a:pt x="4255030" y="5521632"/>
                </a:cubicBezTo>
                <a:cubicBezTo>
                  <a:pt x="4253005" y="5522647"/>
                  <a:pt x="4251068" y="5523996"/>
                  <a:pt x="4249277" y="5525636"/>
                </a:cubicBezTo>
                <a:cubicBezTo>
                  <a:pt x="4238872" y="5535166"/>
                  <a:pt x="4235581" y="5552275"/>
                  <a:pt x="4241924" y="5563850"/>
                </a:cubicBezTo>
                <a:cubicBezTo>
                  <a:pt x="4259047" y="5616453"/>
                  <a:pt x="4250256" y="5660812"/>
                  <a:pt x="4248240" y="5703386"/>
                </a:cubicBezTo>
                <a:cubicBezTo>
                  <a:pt x="4243085" y="5751111"/>
                  <a:pt x="4218929" y="5715189"/>
                  <a:pt x="4232982" y="5777907"/>
                </a:cubicBezTo>
                <a:cubicBezTo>
                  <a:pt x="4221558" y="5782651"/>
                  <a:pt x="4219728" y="5790057"/>
                  <a:pt x="4222394" y="5803443"/>
                </a:cubicBezTo>
                <a:cubicBezTo>
                  <a:pt x="4219121" y="5826511"/>
                  <a:pt x="4193576" y="5820653"/>
                  <a:pt x="4204974" y="5846279"/>
                </a:cubicBezTo>
                <a:cubicBezTo>
                  <a:pt x="4191825" y="5839931"/>
                  <a:pt x="4191753" y="5888934"/>
                  <a:pt x="4179217" y="5876046"/>
                </a:cubicBezTo>
                <a:cubicBezTo>
                  <a:pt x="4163863" y="5888983"/>
                  <a:pt x="4183376" y="5899672"/>
                  <a:pt x="4169698" y="5912761"/>
                </a:cubicBezTo>
                <a:cubicBezTo>
                  <a:pt x="4164113" y="5929085"/>
                  <a:pt x="4186281" y="5905514"/>
                  <a:pt x="4183963" y="5924201"/>
                </a:cubicBezTo>
                <a:lnTo>
                  <a:pt x="4143073" y="6020347"/>
                </a:lnTo>
                <a:cubicBezTo>
                  <a:pt x="4148635" y="6035084"/>
                  <a:pt x="4142583" y="6045204"/>
                  <a:pt x="4132699" y="6054447"/>
                </a:cubicBezTo>
                <a:cubicBezTo>
                  <a:pt x="4128762" y="6085993"/>
                  <a:pt x="4111337" y="6112491"/>
                  <a:pt x="4099744" y="6146773"/>
                </a:cubicBezTo>
                <a:cubicBezTo>
                  <a:pt x="4101611" y="6186210"/>
                  <a:pt x="4075513" y="6201974"/>
                  <a:pt x="4063216" y="6238624"/>
                </a:cubicBezTo>
                <a:cubicBezTo>
                  <a:pt x="4076714" y="6279119"/>
                  <a:pt x="4027194" y="6257865"/>
                  <a:pt x="4021696" y="6289517"/>
                </a:cubicBezTo>
                <a:cubicBezTo>
                  <a:pt x="4030060" y="6343907"/>
                  <a:pt x="4004638" y="6285373"/>
                  <a:pt x="3993817" y="6365399"/>
                </a:cubicBezTo>
                <a:cubicBezTo>
                  <a:pt x="3996125" y="6370415"/>
                  <a:pt x="3990553" y="6379380"/>
                  <a:pt x="3986236" y="6377584"/>
                </a:cubicBezTo>
                <a:cubicBezTo>
                  <a:pt x="3984044" y="6395147"/>
                  <a:pt x="3911719" y="6484083"/>
                  <a:pt x="3911599" y="6509659"/>
                </a:cubicBezTo>
                <a:cubicBezTo>
                  <a:pt x="3888028" y="6555694"/>
                  <a:pt x="3870378" y="6548451"/>
                  <a:pt x="3858869" y="6582751"/>
                </a:cubicBezTo>
                <a:cubicBezTo>
                  <a:pt x="3834576" y="6620569"/>
                  <a:pt x="3820634" y="6692927"/>
                  <a:pt x="3770950" y="6757987"/>
                </a:cubicBezTo>
                <a:lnTo>
                  <a:pt x="3749766" y="6858000"/>
                </a:lnTo>
                <a:lnTo>
                  <a:pt x="12348" y="6858000"/>
                </a:lnTo>
                <a:lnTo>
                  <a:pt x="0" y="6725668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774211A-C272-8DFE-D47C-1B0C14133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" y="2448178"/>
            <a:ext cx="2767684" cy="1966553"/>
          </a:xfrm>
        </p:spPr>
        <p:txBody>
          <a:bodyPr anchor="t">
            <a:normAutofit/>
          </a:bodyPr>
          <a:lstStyle/>
          <a:p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Nästlade Try/Catch-block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D078261-53F1-417B-3340-2147E352A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9456" y="-4076"/>
            <a:ext cx="9280283" cy="68572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2400" b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Du kan lägga try/catch INUTI andra try/catch – för avancerad felhantering.</a:t>
            </a:r>
            <a:endParaRPr lang="sv-SE" sz="24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sv-SE" sz="24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Varför nästla? Du kan hantera specifika fel i inre catch, och använda yttre catch för att logga alla fel som inte hanterades .</a:t>
            </a:r>
          </a:p>
          <a:p>
            <a:pPr marL="0" indent="0">
              <a:buNone/>
            </a:pPr>
            <a:r>
              <a:rPr lang="sv-SE" sz="24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Exempel – inre och yttre try/catch:</a:t>
            </a:r>
          </a:p>
          <a:p>
            <a:pPr marL="0" indent="0">
              <a:buNone/>
            </a:pP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6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try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18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Yttre try/catch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try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18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Inre try/catch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Get-Content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"C:\fake_path\fake_file.txt"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ErrorAction Stop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catch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[System.Management.Automation.ItemNotFoundException] 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Write-Host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"Inre catch: Filen hittades inte!"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18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Vi hanterar detta fel här – det bubblar inte upp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catch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Write-Host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"Inre catch: Annat fel – bubblar uppåt!"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throw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18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Skicka felet vidare till yttre catch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catch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Write-Host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"Yttre catch: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$_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Exception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Message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18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00740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86AA2DA-281A-4806-8977-D617AEAC8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4185774-6FC0-4B8D-A8DB-A88546889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59988" y="0"/>
            <a:ext cx="2632012" cy="6858000"/>
          </a:xfrm>
          <a:custGeom>
            <a:avLst/>
            <a:gdLst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57677 w 2632012"/>
              <a:gd name="connsiteY27" fmla="*/ 2548608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08456 w 2632012"/>
              <a:gd name="connsiteY22" fmla="*/ 5878851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632012" h="685800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3DA2603-85BC-65E3-1084-03C33B989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" y="-3"/>
            <a:ext cx="9770022" cy="1330841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$ErrorActionPreference – Styr Hur PowerShell Hanterar Fel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D5FD0A4-7628-75B2-754E-96F208BFC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0" y="1459809"/>
            <a:ext cx="7530388" cy="54048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2000">
                <a:ea typeface="+mn-lt"/>
                <a:cs typeface="+mn-lt"/>
              </a:rPr>
              <a:t>Du kan styra hur PowerShell reagerar på fel – globalt eller lokalt.</a:t>
            </a:r>
            <a:endParaRPr lang="sv-SE" sz="2000"/>
          </a:p>
          <a:p>
            <a:r>
              <a:rPr lang="sv-SE" sz="2000">
                <a:ea typeface="+mn-lt"/>
                <a:cs typeface="+mn-lt"/>
              </a:rPr>
              <a:t>Viktigt: PowerShell har två feltyper :</a:t>
            </a:r>
            <a:endParaRPr lang="sv-SE" sz="2000"/>
          </a:p>
          <a:p>
            <a:r>
              <a:rPr lang="sv-SE" sz="2000" b="1">
                <a:ea typeface="+mn-lt"/>
                <a:cs typeface="+mn-lt"/>
              </a:rPr>
              <a:t>Terminating error</a:t>
            </a:r>
            <a:r>
              <a:rPr lang="sv-SE" sz="2000">
                <a:ea typeface="+mn-lt"/>
                <a:cs typeface="+mn-lt"/>
              </a:rPr>
              <a:t> = stoppar skriptet direkt</a:t>
            </a:r>
            <a:endParaRPr lang="sv-SE" sz="2000"/>
          </a:p>
          <a:p>
            <a:r>
              <a:rPr lang="sv-SE" sz="2000" b="1">
                <a:ea typeface="+mn-lt"/>
                <a:cs typeface="+mn-lt"/>
              </a:rPr>
              <a:t>Non-terminating error</a:t>
            </a:r>
            <a:r>
              <a:rPr lang="sv-SE" sz="2000">
                <a:ea typeface="+mn-lt"/>
                <a:cs typeface="+mn-lt"/>
              </a:rPr>
              <a:t> = visar fel men fortsätter (vanligast)</a:t>
            </a:r>
          </a:p>
          <a:p>
            <a:r>
              <a:rPr lang="sv-SE" sz="2000">
                <a:ea typeface="+mn-lt"/>
                <a:cs typeface="+mn-lt"/>
              </a:rPr>
              <a:t>$ErrorActionPreference-värden:</a:t>
            </a:r>
          </a:p>
          <a:p>
            <a:r>
              <a:rPr lang="sv-SE" sz="2000" b="1">
                <a:ea typeface="+mn-lt"/>
                <a:cs typeface="+mn-lt"/>
              </a:rPr>
              <a:t>Värde                                      Vad gör det?</a:t>
            </a:r>
            <a:endParaRPr lang="sv-SE" sz="2000" b="1"/>
          </a:p>
          <a:p>
            <a:r>
              <a:rPr lang="sv-SE" sz="2000">
                <a:ea typeface="+mn-lt"/>
                <a:cs typeface="+mn-lt"/>
              </a:rPr>
              <a:t>Continue                              Visa fel men fortsätt (STANDARD)</a:t>
            </a:r>
            <a:endParaRPr lang="sv-SE" sz="2000"/>
          </a:p>
          <a:p>
            <a:r>
              <a:rPr lang="sv-SE" sz="2000">
                <a:ea typeface="+mn-lt"/>
                <a:cs typeface="+mn-lt"/>
              </a:rPr>
              <a:t>Stop                                        Alla fel stoppar skriptet</a:t>
            </a:r>
            <a:endParaRPr lang="sv-SE" sz="2000"/>
          </a:p>
          <a:p>
            <a:r>
              <a:rPr lang="sv-SE" sz="2000">
                <a:ea typeface="+mn-lt"/>
                <a:cs typeface="+mn-lt"/>
              </a:rPr>
              <a:t>SilentlyContinue               Visa inget fel – fortsätt ändå</a:t>
            </a:r>
            <a:endParaRPr lang="sv-SE" sz="2000"/>
          </a:p>
          <a:p>
            <a:r>
              <a:rPr lang="sv-SE" sz="2000">
                <a:ea typeface="+mn-lt"/>
                <a:cs typeface="+mn-lt"/>
              </a:rPr>
              <a:t>Ignore                                     Ignorera felet helt (loggar inte heller)</a:t>
            </a:r>
            <a:endParaRPr lang="sv-SE" sz="2000"/>
          </a:p>
          <a:p>
            <a:r>
              <a:rPr lang="sv-SE" sz="2000">
                <a:ea typeface="+mn-lt"/>
                <a:cs typeface="+mn-lt"/>
              </a:rPr>
              <a:t>Inquire                                   Fråga användaren vad som ska göras</a:t>
            </a:r>
            <a:endParaRPr lang="sv-SE" sz="2000"/>
          </a:p>
          <a:p>
            <a:r>
              <a:rPr lang="sv-SE" sz="2000">
                <a:ea typeface="+mn-lt"/>
                <a:cs typeface="+mn-lt"/>
              </a:rPr>
              <a:t>Break                                      Gå in i felsökningsläge vid fel</a:t>
            </a:r>
            <a:endParaRPr lang="sv-SE" sz="200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7D3B4FC-79F4-47D2-9D79-DA876E6AD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0496" y="2022496"/>
            <a:ext cx="3795039" cy="404393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Varning">
            <a:extLst>
              <a:ext uri="{FF2B5EF4-FFF2-40B4-BE49-F238E27FC236}">
                <a16:creationId xmlns:a16="http://schemas.microsoft.com/office/drawing/2014/main" id="{66A145E6-9973-53E5-763A-9FFB117AB7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91362" y="2308377"/>
            <a:ext cx="3482910" cy="3482910"/>
          </a:xfrm>
          <a:prstGeom prst="rect">
            <a:avLst/>
          </a:prstGeom>
        </p:spPr>
      </p:pic>
      <p:sp>
        <p:nvSpPr>
          <p:cNvPr id="21" name="Rectangle 6">
            <a:extLst>
              <a:ext uri="{FF2B5EF4-FFF2-40B4-BE49-F238E27FC236}">
                <a16:creationId xmlns:a16="http://schemas.microsoft.com/office/drawing/2014/main" id="{2775D660-3127-4688-9782-F7C4639B1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2788" y="5952857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1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BC3D3C83-8B6D-98D4-F280-82FAC4B037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0" t="8025" r="4225" b="2705"/>
          <a:stretch>
            <a:fillRect/>
          </a:stretch>
        </p:blipFill>
        <p:spPr>
          <a:xfrm>
            <a:off x="1490" y="152368"/>
            <a:ext cx="12190902" cy="655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461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86AA2DA-281A-4806-8977-D617AEAC8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4185774-6FC0-4B8D-A8DB-A88546889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59988" y="0"/>
            <a:ext cx="2632012" cy="6858000"/>
          </a:xfrm>
          <a:custGeom>
            <a:avLst/>
            <a:gdLst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57677 w 2632012"/>
              <a:gd name="connsiteY27" fmla="*/ 2548608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08456 w 2632012"/>
              <a:gd name="connsiteY22" fmla="*/ 5878851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632012" h="685800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762361F-231D-DDCD-36E4-7A228C9A4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0" y="526469"/>
            <a:ext cx="9770022" cy="1330841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Exempel – använda Stop: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C0D489A-A04C-B83B-EE02-7FD1044F8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5" y="2021461"/>
            <a:ext cx="7653177" cy="47185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000" b="1">
                <a:highlight>
                  <a:srgbClr val="FFFFFF"/>
                </a:highlight>
                <a:ea typeface="+mn-lt"/>
                <a:cs typeface="+mn-lt"/>
              </a:rPr>
              <a:t>Proffstips: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 Använd </a:t>
            </a:r>
            <a:r>
              <a:rPr lang="sv-SE" sz="2000">
                <a:highlight>
                  <a:srgbClr val="EBEEF2"/>
                </a:highlight>
                <a:latin typeface="Consolas"/>
              </a:rPr>
              <a:t>-ErrorAction Stop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 på specifika kommandon istället för att ändra globalt .</a:t>
            </a:r>
            <a:endParaRPr lang="sv-SE"/>
          </a:p>
          <a:p>
            <a:pPr marL="0" indent="0">
              <a:buNone/>
            </a:pP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600">
              <a:solidFill>
                <a:srgbClr val="0F1115"/>
              </a:solidFill>
            </a:endParaRPr>
          </a:p>
          <a:p>
            <a:pPr marL="0" indent="0">
              <a:buNone/>
            </a:pP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$ErrorActionPreference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sv-SE" sz="20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"Stop"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try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{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 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Get-Content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"C:\finnsInte.txt"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sv-SE" sz="2000" i="1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# Detta stoppar skriptet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 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Write-Host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"Detta skrivs inte ut!"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}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catch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{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 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Write-Host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"❌ Fel upptäcktes: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$_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Exception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Message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sv-SE" sz="20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sv-SE" sz="2000">
              <a:solidFill>
                <a:srgbClr val="383A42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7D3B4FC-79F4-47D2-9D79-DA876E6AD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0496" y="2022496"/>
            <a:ext cx="3795039" cy="404393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Radera">
            <a:extLst>
              <a:ext uri="{FF2B5EF4-FFF2-40B4-BE49-F238E27FC236}">
                <a16:creationId xmlns:a16="http://schemas.microsoft.com/office/drawing/2014/main" id="{6298E82D-D914-D72C-C812-A3EE7CEBC2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91362" y="2308377"/>
            <a:ext cx="3482910" cy="3482910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2775D660-3127-4688-9782-F7C4639B1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2788" y="5952857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909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A44285C1-5B33-9F80-4C7B-2601EE2F82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9" t="7537" r="2815" b="3860"/>
          <a:stretch>
            <a:fillRect/>
          </a:stretch>
        </p:blipFill>
        <p:spPr>
          <a:xfrm>
            <a:off x="6589" y="244334"/>
            <a:ext cx="12188480" cy="637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018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1B52CF8-9EDE-1E18-D7A4-D4FDAC930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27" y="713312"/>
            <a:ext cx="4038600" cy="5431376"/>
          </a:xfrm>
        </p:spPr>
        <p:txBody>
          <a:bodyPr>
            <a:normAutofit/>
          </a:bodyPr>
          <a:lstStyle/>
          <a:p>
            <a:r>
              <a:rPr lang="sv-SE" sz="3100">
                <a:ea typeface="+mj-lt"/>
                <a:cs typeface="+mj-lt"/>
              </a:rPr>
              <a:t>Vanliga Misstag – $ErrorActionPreference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F47F197-212A-F576-14F7-CE22DCC93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282" y="-5031"/>
            <a:ext cx="7849644" cy="685630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sv-SE" sz="1600">
                <a:ea typeface="+mn-lt"/>
                <a:cs typeface="+mn-lt"/>
              </a:rPr>
              <a:t>Två vanliga fallgropar att undvika:</a:t>
            </a:r>
            <a:endParaRPr lang="sv-SE" sz="1600"/>
          </a:p>
          <a:p>
            <a:pPr marL="0" indent="0">
              <a:buNone/>
            </a:pPr>
            <a:r>
              <a:rPr lang="sv-SE" sz="1600">
                <a:ea typeface="+mn-lt"/>
                <a:cs typeface="+mn-lt"/>
              </a:rPr>
              <a:t>1. Stavfel i värdet :</a:t>
            </a:r>
          </a:p>
          <a:p>
            <a:pPr>
              <a:buNone/>
            </a:pP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400">
              <a:solidFill>
                <a:srgbClr val="0F1115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sv-SE" sz="16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❌ FEL – mellanslag!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$ErrorActionPreference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=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"Silently Continue"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16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Fungerar INTE!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✅ RÄTT – inget mellanslag!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$ErrorActionPreference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=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"SilentlyContinue"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</a:t>
            </a:r>
            <a:r>
              <a:rPr lang="sv-SE" sz="16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Fungerar!</a:t>
            </a:r>
            <a:endParaRPr lang="sv-SE" sz="1600">
              <a:solidFill>
                <a:srgbClr val="A0A1A7"/>
              </a:solidFill>
            </a:endParaRPr>
          </a:p>
          <a:p>
            <a:pPr>
              <a:buNone/>
            </a:pPr>
            <a:r>
              <a:rPr lang="sv-SE" sz="1600" b="1">
                <a:highlight>
                  <a:srgbClr val="FFFFFF"/>
                </a:highlight>
                <a:ea typeface="+mn-lt"/>
                <a:cs typeface="+mn-lt"/>
              </a:rPr>
              <a:t>2. Glömma att try/catch bara fångar terminating errors :</a:t>
            </a:r>
            <a:endParaRPr lang="sv-SE" sz="1600"/>
          </a:p>
          <a:p>
            <a:pPr>
              <a:buNone/>
            </a:pPr>
            <a:r>
              <a:rPr lang="sv-SE" sz="1600"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600"/>
          </a:p>
          <a:p>
            <a:pPr>
              <a:buNone/>
            </a:pPr>
            <a:r>
              <a:rPr lang="sv-SE" sz="1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❌ Fångar INTE felet – Get-ChildItem ger non-terminating error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try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Get-ChildItem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"C:\finnsInte"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catch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Write-Host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"Detta körs ALDRIG!"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✅ RÄTT – lägg till -ErrorAction Stop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try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Get-ChildItem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"C:\finnsInte"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ErrorAction Stop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catch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Write-Host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"Nu fångas felet!"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1400">
              <a:solidFill>
                <a:srgbClr val="383A42"/>
              </a:solidFill>
            </a:endParaRPr>
          </a:p>
          <a:p>
            <a:pPr>
              <a:buNone/>
            </a:pPr>
            <a:r>
              <a:rPr lang="sv-SE" sz="1600" dirty="0"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sv-SE" sz="1600" b="1">
                <a:highlight>
                  <a:srgbClr val="FFFFFF"/>
                </a:highlight>
                <a:ea typeface="+mn-lt"/>
                <a:cs typeface="+mn-lt"/>
              </a:rPr>
              <a:t>Kom ihåg:</a:t>
            </a:r>
            <a:r>
              <a:rPr lang="sv-SE" sz="1600">
                <a:highlight>
                  <a:srgbClr val="FFFFFF"/>
                </a:highlight>
                <a:ea typeface="+mn-lt"/>
                <a:cs typeface="+mn-lt"/>
              </a:rPr>
              <a:t> Try/Catch fångar ENDAST terminating errors! Använd </a:t>
            </a:r>
            <a:r>
              <a:rPr lang="sv-SE" sz="1600">
                <a:highlight>
                  <a:srgbClr val="EBEEF2"/>
                </a:highlight>
                <a:latin typeface="Consolas"/>
              </a:rPr>
              <a:t>-ErrorAction Stop</a:t>
            </a:r>
            <a:r>
              <a:rPr lang="sv-SE" sz="1600">
                <a:highlight>
                  <a:srgbClr val="FFFFFF"/>
                </a:highlight>
                <a:ea typeface="+mn-lt"/>
                <a:cs typeface="+mn-lt"/>
              </a:rPr>
              <a:t> för att göra non-terminating errors till terminating .</a:t>
            </a:r>
            <a:endParaRPr lang="sv-SE" sz="1600"/>
          </a:p>
        </p:txBody>
      </p:sp>
    </p:spTree>
    <p:extLst>
      <p:ext uri="{BB962C8B-B14F-4D97-AF65-F5344CB8AC3E}">
        <p14:creationId xmlns:p14="http://schemas.microsoft.com/office/powerpoint/2010/main" val="522796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515456E-B1B1-48C1-8164-7E567F5D4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CF0DC-D23A-4CA2-8463-27F89928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8A381C4-0C0D-491F-90D8-63CF760B4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5698">
            <a:off x="-195643" y="67946"/>
            <a:ext cx="6408310" cy="6912725"/>
          </a:xfrm>
          <a:custGeom>
            <a:avLst/>
            <a:gdLst>
              <a:gd name="connsiteX0" fmla="*/ 0 w 6408310"/>
              <a:gd name="connsiteY0" fmla="*/ 108934 h 6912725"/>
              <a:gd name="connsiteX1" fmla="*/ 1911522 w 6408310"/>
              <a:gd name="connsiteY1" fmla="*/ 0 h 6912725"/>
              <a:gd name="connsiteX2" fmla="*/ 1916026 w 6408310"/>
              <a:gd name="connsiteY2" fmla="*/ 4704 h 6912725"/>
              <a:gd name="connsiteX3" fmla="*/ 1911112 w 6408310"/>
              <a:gd name="connsiteY3" fmla="*/ 17418 h 6912725"/>
              <a:gd name="connsiteX4" fmla="*/ 1972871 w 6408310"/>
              <a:gd name="connsiteY4" fmla="*/ 72530 h 6912725"/>
              <a:gd name="connsiteX5" fmla="*/ 2069180 w 6408310"/>
              <a:gd name="connsiteY5" fmla="*/ 173199 h 6912725"/>
              <a:gd name="connsiteX6" fmla="*/ 2131569 w 6408310"/>
              <a:gd name="connsiteY6" fmla="*/ 227805 h 6912725"/>
              <a:gd name="connsiteX7" fmla="*/ 2162747 w 6408310"/>
              <a:gd name="connsiteY7" fmla="*/ 239714 h 6912725"/>
              <a:gd name="connsiteX8" fmla="*/ 2220499 w 6408310"/>
              <a:gd name="connsiteY8" fmla="*/ 289903 h 6912725"/>
              <a:gd name="connsiteX9" fmla="*/ 2381978 w 6408310"/>
              <a:gd name="connsiteY9" fmla="*/ 391093 h 6912725"/>
              <a:gd name="connsiteX10" fmla="*/ 2445910 w 6408310"/>
              <a:gd name="connsiteY10" fmla="*/ 463815 h 6912725"/>
              <a:gd name="connsiteX11" fmla="*/ 2531236 w 6408310"/>
              <a:gd name="connsiteY11" fmla="*/ 600817 h 6912725"/>
              <a:gd name="connsiteX12" fmla="*/ 2617149 w 6408310"/>
              <a:gd name="connsiteY12" fmla="*/ 703748 h 6912725"/>
              <a:gd name="connsiteX13" fmla="*/ 2650333 w 6408310"/>
              <a:gd name="connsiteY13" fmla="*/ 720900 h 6912725"/>
              <a:gd name="connsiteX14" fmla="*/ 2705541 w 6408310"/>
              <a:gd name="connsiteY14" fmla="*/ 750090 h 6912725"/>
              <a:gd name="connsiteX15" fmla="*/ 2757210 w 6408310"/>
              <a:gd name="connsiteY15" fmla="*/ 789489 h 6912725"/>
              <a:gd name="connsiteX16" fmla="*/ 2791660 w 6408310"/>
              <a:gd name="connsiteY16" fmla="*/ 816041 h 6912725"/>
              <a:gd name="connsiteX17" fmla="*/ 2840975 w 6408310"/>
              <a:gd name="connsiteY17" fmla="*/ 842225 h 6912725"/>
              <a:gd name="connsiteX18" fmla="*/ 2917970 w 6408310"/>
              <a:gd name="connsiteY18" fmla="*/ 879392 h 6912725"/>
              <a:gd name="connsiteX19" fmla="*/ 2957236 w 6408310"/>
              <a:gd name="connsiteY19" fmla="*/ 906835 h 6912725"/>
              <a:gd name="connsiteX20" fmla="*/ 3117215 w 6408310"/>
              <a:gd name="connsiteY20" fmla="*/ 1073714 h 6912725"/>
              <a:gd name="connsiteX21" fmla="*/ 3250958 w 6408310"/>
              <a:gd name="connsiteY21" fmla="*/ 1130397 h 6912725"/>
              <a:gd name="connsiteX22" fmla="*/ 3496717 w 6408310"/>
              <a:gd name="connsiteY22" fmla="*/ 1260412 h 6912725"/>
              <a:gd name="connsiteX23" fmla="*/ 3494992 w 6408310"/>
              <a:gd name="connsiteY23" fmla="*/ 1268283 h 6912725"/>
              <a:gd name="connsiteX24" fmla="*/ 3508993 w 6408310"/>
              <a:gd name="connsiteY24" fmla="*/ 1287737 h 6912725"/>
              <a:gd name="connsiteX25" fmla="*/ 3512115 w 6408310"/>
              <a:gd name="connsiteY25" fmla="*/ 1288544 h 6912725"/>
              <a:gd name="connsiteX26" fmla="*/ 3548697 w 6408310"/>
              <a:gd name="connsiteY26" fmla="*/ 1363739 h 6912725"/>
              <a:gd name="connsiteX27" fmla="*/ 3656567 w 6408310"/>
              <a:gd name="connsiteY27" fmla="*/ 1479533 h 6912725"/>
              <a:gd name="connsiteX28" fmla="*/ 3661987 w 6408310"/>
              <a:gd name="connsiteY28" fmla="*/ 1491779 h 6912725"/>
              <a:gd name="connsiteX29" fmla="*/ 3667389 w 6408310"/>
              <a:gd name="connsiteY29" fmla="*/ 1495409 h 6912725"/>
              <a:gd name="connsiteX30" fmla="*/ 3800461 w 6408310"/>
              <a:gd name="connsiteY30" fmla="*/ 1696689 h 6912725"/>
              <a:gd name="connsiteX31" fmla="*/ 3933737 w 6408310"/>
              <a:gd name="connsiteY31" fmla="*/ 1853325 h 6912725"/>
              <a:gd name="connsiteX32" fmla="*/ 3946446 w 6408310"/>
              <a:gd name="connsiteY32" fmla="*/ 1903446 h 6912725"/>
              <a:gd name="connsiteX33" fmla="*/ 3960581 w 6408310"/>
              <a:gd name="connsiteY33" fmla="*/ 1913244 h 6912725"/>
              <a:gd name="connsiteX34" fmla="*/ 4015111 w 6408310"/>
              <a:gd name="connsiteY34" fmla="*/ 1956512 h 6912725"/>
              <a:gd name="connsiteX35" fmla="*/ 4070740 w 6408310"/>
              <a:gd name="connsiteY35" fmla="*/ 1999693 h 6912725"/>
              <a:gd name="connsiteX36" fmla="*/ 4091495 w 6408310"/>
              <a:gd name="connsiteY36" fmla="*/ 2064313 h 6912725"/>
              <a:gd name="connsiteX37" fmla="*/ 4118353 w 6408310"/>
              <a:gd name="connsiteY37" fmla="*/ 2073901 h 6912725"/>
              <a:gd name="connsiteX38" fmla="*/ 4123293 w 6408310"/>
              <a:gd name="connsiteY38" fmla="*/ 2075261 h 6912725"/>
              <a:gd name="connsiteX39" fmla="*/ 4166582 w 6408310"/>
              <a:gd name="connsiteY39" fmla="*/ 2120685 h 6912725"/>
              <a:gd name="connsiteX40" fmla="*/ 4213721 w 6408310"/>
              <a:gd name="connsiteY40" fmla="*/ 2168493 h 6912725"/>
              <a:gd name="connsiteX41" fmla="*/ 4250795 w 6408310"/>
              <a:gd name="connsiteY41" fmla="*/ 2261746 h 6912725"/>
              <a:gd name="connsiteX42" fmla="*/ 4295408 w 6408310"/>
              <a:gd name="connsiteY42" fmla="*/ 2340515 h 6912725"/>
              <a:gd name="connsiteX43" fmla="*/ 4318976 w 6408310"/>
              <a:gd name="connsiteY43" fmla="*/ 2371504 h 6912725"/>
              <a:gd name="connsiteX44" fmla="*/ 4323314 w 6408310"/>
              <a:gd name="connsiteY44" fmla="*/ 2378166 h 6912725"/>
              <a:gd name="connsiteX45" fmla="*/ 4323235 w 6408310"/>
              <a:gd name="connsiteY45" fmla="*/ 2378475 h 6912725"/>
              <a:gd name="connsiteX46" fmla="*/ 4327479 w 6408310"/>
              <a:gd name="connsiteY46" fmla="*/ 2385858 h 6912725"/>
              <a:gd name="connsiteX47" fmla="*/ 4331226 w 6408310"/>
              <a:gd name="connsiteY47" fmla="*/ 2390318 h 6912725"/>
              <a:gd name="connsiteX48" fmla="*/ 4339643 w 6408310"/>
              <a:gd name="connsiteY48" fmla="*/ 2403246 h 6912725"/>
              <a:gd name="connsiteX49" fmla="*/ 4341435 w 6408310"/>
              <a:gd name="connsiteY49" fmla="*/ 2408870 h 6912725"/>
              <a:gd name="connsiteX50" fmla="*/ 4340548 w 6408310"/>
              <a:gd name="connsiteY50" fmla="*/ 2412798 h 6912725"/>
              <a:gd name="connsiteX51" fmla="*/ 4351634 w 6408310"/>
              <a:gd name="connsiteY51" fmla="*/ 2443869 h 6912725"/>
              <a:gd name="connsiteX52" fmla="*/ 4380688 w 6408310"/>
              <a:gd name="connsiteY52" fmla="*/ 2504819 h 6912725"/>
              <a:gd name="connsiteX53" fmla="*/ 4399892 w 6408310"/>
              <a:gd name="connsiteY53" fmla="*/ 2537002 h 6912725"/>
              <a:gd name="connsiteX54" fmla="*/ 4449690 w 6408310"/>
              <a:gd name="connsiteY54" fmla="*/ 2628144 h 6912725"/>
              <a:gd name="connsiteX55" fmla="*/ 4512427 w 6408310"/>
              <a:gd name="connsiteY55" fmla="*/ 2840755 h 6912725"/>
              <a:gd name="connsiteX56" fmla="*/ 4591091 w 6408310"/>
              <a:gd name="connsiteY56" fmla="*/ 3036586 h 6912725"/>
              <a:gd name="connsiteX57" fmla="*/ 4757297 w 6408310"/>
              <a:gd name="connsiteY57" fmla="*/ 3388741 h 6912725"/>
              <a:gd name="connsiteX58" fmla="*/ 4755264 w 6408310"/>
              <a:gd name="connsiteY58" fmla="*/ 3461211 h 6912725"/>
              <a:gd name="connsiteX59" fmla="*/ 4776842 w 6408310"/>
              <a:gd name="connsiteY59" fmla="*/ 3503606 h 6912725"/>
              <a:gd name="connsiteX60" fmla="*/ 4815953 w 6408310"/>
              <a:gd name="connsiteY60" fmla="*/ 3543897 h 6912725"/>
              <a:gd name="connsiteX61" fmla="*/ 4826382 w 6408310"/>
              <a:gd name="connsiteY61" fmla="*/ 3589602 h 6912725"/>
              <a:gd name="connsiteX62" fmla="*/ 4900664 w 6408310"/>
              <a:gd name="connsiteY62" fmla="*/ 3697326 h 6912725"/>
              <a:gd name="connsiteX63" fmla="*/ 4944717 w 6408310"/>
              <a:gd name="connsiteY63" fmla="*/ 3795461 h 6912725"/>
              <a:gd name="connsiteX64" fmla="*/ 4981260 w 6408310"/>
              <a:gd name="connsiteY64" fmla="*/ 3887734 h 6912725"/>
              <a:gd name="connsiteX65" fmla="*/ 5000423 w 6408310"/>
              <a:gd name="connsiteY65" fmla="*/ 3933089 h 6912725"/>
              <a:gd name="connsiteX66" fmla="*/ 5033013 w 6408310"/>
              <a:gd name="connsiteY66" fmla="*/ 3937041 h 6912725"/>
              <a:gd name="connsiteX67" fmla="*/ 5081597 w 6408310"/>
              <a:gd name="connsiteY67" fmla="*/ 4013154 h 6912725"/>
              <a:gd name="connsiteX68" fmla="*/ 5088052 w 6408310"/>
              <a:gd name="connsiteY68" fmla="*/ 4027525 h 6912725"/>
              <a:gd name="connsiteX69" fmla="*/ 5189054 w 6408310"/>
              <a:gd name="connsiteY69" fmla="*/ 4098668 h 6912725"/>
              <a:gd name="connsiteX70" fmla="*/ 5228545 w 6408310"/>
              <a:gd name="connsiteY70" fmla="*/ 4146658 h 6912725"/>
              <a:gd name="connsiteX71" fmla="*/ 5268336 w 6408310"/>
              <a:gd name="connsiteY71" fmla="*/ 4194504 h 6912725"/>
              <a:gd name="connsiteX72" fmla="*/ 5317950 w 6408310"/>
              <a:gd name="connsiteY72" fmla="*/ 4267325 h 6912725"/>
              <a:gd name="connsiteX73" fmla="*/ 5598270 w 6408310"/>
              <a:gd name="connsiteY73" fmla="*/ 4563876 h 6912725"/>
              <a:gd name="connsiteX74" fmla="*/ 5833068 w 6408310"/>
              <a:gd name="connsiteY74" fmla="*/ 5016605 h 6912725"/>
              <a:gd name="connsiteX75" fmla="*/ 6045916 w 6408310"/>
              <a:gd name="connsiteY75" fmla="*/ 5405287 h 6912725"/>
              <a:gd name="connsiteX76" fmla="*/ 6117737 w 6408310"/>
              <a:gd name="connsiteY76" fmla="*/ 5538137 h 6912725"/>
              <a:gd name="connsiteX77" fmla="*/ 6144230 w 6408310"/>
              <a:gd name="connsiteY77" fmla="*/ 5635151 h 6912725"/>
              <a:gd name="connsiteX78" fmla="*/ 6176742 w 6408310"/>
              <a:gd name="connsiteY78" fmla="*/ 5809044 h 6912725"/>
              <a:gd name="connsiteX79" fmla="*/ 6245199 w 6408310"/>
              <a:gd name="connsiteY79" fmla="*/ 6038018 h 6912725"/>
              <a:gd name="connsiteX80" fmla="*/ 6303931 w 6408310"/>
              <a:gd name="connsiteY80" fmla="*/ 6175618 h 6912725"/>
              <a:gd name="connsiteX81" fmla="*/ 6336313 w 6408310"/>
              <a:gd name="connsiteY81" fmla="*/ 6345837 h 6912725"/>
              <a:gd name="connsiteX82" fmla="*/ 6401195 w 6408310"/>
              <a:gd name="connsiteY82" fmla="*/ 6542084 h 6912725"/>
              <a:gd name="connsiteX83" fmla="*/ 6408310 w 6408310"/>
              <a:gd name="connsiteY83" fmla="*/ 6612865 h 6912725"/>
              <a:gd name="connsiteX84" fmla="*/ 1146484 w 6408310"/>
              <a:gd name="connsiteY84" fmla="*/ 6912725 h 6912725"/>
              <a:gd name="connsiteX85" fmla="*/ 1108438 w 6408310"/>
              <a:gd name="connsiteY85" fmla="*/ 6825083 h 6912725"/>
              <a:gd name="connsiteX86" fmla="*/ 997867 w 6408310"/>
              <a:gd name="connsiteY86" fmla="*/ 6378703 h 6912725"/>
              <a:gd name="connsiteX87" fmla="*/ 858750 w 6408310"/>
              <a:gd name="connsiteY87" fmla="*/ 5923784 h 6912725"/>
              <a:gd name="connsiteX88" fmla="*/ 860408 w 6408310"/>
              <a:gd name="connsiteY88" fmla="*/ 5860728 h 6912725"/>
              <a:gd name="connsiteX89" fmla="*/ 853644 w 6408310"/>
              <a:gd name="connsiteY89" fmla="*/ 5771381 h 6912725"/>
              <a:gd name="connsiteX90" fmla="*/ 852164 w 6408310"/>
              <a:gd name="connsiteY90" fmla="*/ 5615193 h 6912725"/>
              <a:gd name="connsiteX91" fmla="*/ 831986 w 6408310"/>
              <a:gd name="connsiteY91" fmla="*/ 5402745 h 6912725"/>
              <a:gd name="connsiteX92" fmla="*/ 759590 w 6408310"/>
              <a:gd name="connsiteY92" fmla="*/ 5239800 h 6912725"/>
              <a:gd name="connsiteX93" fmla="*/ 767251 w 6408310"/>
              <a:gd name="connsiteY93" fmla="*/ 5227414 h 6912725"/>
              <a:gd name="connsiteX94" fmla="*/ 745427 w 6408310"/>
              <a:gd name="connsiteY94" fmla="*/ 5118958 h 6912725"/>
              <a:gd name="connsiteX95" fmla="*/ 635950 w 6408310"/>
              <a:gd name="connsiteY95" fmla="*/ 4788294 h 6912725"/>
              <a:gd name="connsiteX96" fmla="*/ 558787 w 6408310"/>
              <a:gd name="connsiteY96" fmla="*/ 4518070 h 6912725"/>
              <a:gd name="connsiteX97" fmla="*/ 555530 w 6408310"/>
              <a:gd name="connsiteY97" fmla="*/ 4444433 h 6912725"/>
              <a:gd name="connsiteX98" fmla="*/ 549378 w 6408310"/>
              <a:gd name="connsiteY98" fmla="*/ 4320965 h 6912725"/>
              <a:gd name="connsiteX99" fmla="*/ 572361 w 6408310"/>
              <a:gd name="connsiteY99" fmla="*/ 4232369 h 6912725"/>
              <a:gd name="connsiteX100" fmla="*/ 556288 w 6408310"/>
              <a:gd name="connsiteY100" fmla="*/ 4127673 h 6912725"/>
              <a:gd name="connsiteX101" fmla="*/ 506660 w 6408310"/>
              <a:gd name="connsiteY101" fmla="*/ 3821119 h 6912725"/>
              <a:gd name="connsiteX102" fmla="*/ 494791 w 6408310"/>
              <a:gd name="connsiteY102" fmla="*/ 3723556 h 6912725"/>
              <a:gd name="connsiteX103" fmla="*/ 490230 w 6408310"/>
              <a:gd name="connsiteY103" fmla="*/ 3508893 h 6912725"/>
              <a:gd name="connsiteX104" fmla="*/ 484223 w 6408310"/>
              <a:gd name="connsiteY104" fmla="*/ 3233179 h 6912725"/>
              <a:gd name="connsiteX105" fmla="*/ 460329 w 6408310"/>
              <a:gd name="connsiteY105" fmla="*/ 3041244 h 6912725"/>
              <a:gd name="connsiteX106" fmla="*/ 407197 w 6408310"/>
              <a:gd name="connsiteY106" fmla="*/ 2812292 h 6912725"/>
              <a:gd name="connsiteX107" fmla="*/ 386122 w 6408310"/>
              <a:gd name="connsiteY107" fmla="*/ 2757841 h 6912725"/>
              <a:gd name="connsiteX108" fmla="*/ 363684 w 6408310"/>
              <a:gd name="connsiteY108" fmla="*/ 2714608 h 6912725"/>
              <a:gd name="connsiteX109" fmla="*/ 330746 w 6408310"/>
              <a:gd name="connsiteY109" fmla="*/ 2625146 h 6912725"/>
              <a:gd name="connsiteX110" fmla="*/ 299927 w 6408310"/>
              <a:gd name="connsiteY110" fmla="*/ 2566177 h 6912725"/>
              <a:gd name="connsiteX111" fmla="*/ 288272 w 6408310"/>
              <a:gd name="connsiteY111" fmla="*/ 2439923 h 6912725"/>
              <a:gd name="connsiteX112" fmla="*/ 233611 w 6408310"/>
              <a:gd name="connsiteY112" fmla="*/ 2326248 h 6912725"/>
              <a:gd name="connsiteX113" fmla="*/ 115057 w 6408310"/>
              <a:gd name="connsiteY113" fmla="*/ 2127916 h 691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6408310" h="6912725">
                <a:moveTo>
                  <a:pt x="0" y="108934"/>
                </a:moveTo>
                <a:lnTo>
                  <a:pt x="1911522" y="0"/>
                </a:lnTo>
                <a:lnTo>
                  <a:pt x="1916026" y="4704"/>
                </a:lnTo>
                <a:cubicBezTo>
                  <a:pt x="1916562" y="7914"/>
                  <a:pt x="1915147" y="12061"/>
                  <a:pt x="1911112" y="17418"/>
                </a:cubicBezTo>
                <a:cubicBezTo>
                  <a:pt x="1943271" y="27853"/>
                  <a:pt x="1947645" y="36373"/>
                  <a:pt x="1972871" y="72530"/>
                </a:cubicBezTo>
                <a:cubicBezTo>
                  <a:pt x="1980767" y="117667"/>
                  <a:pt x="2061296" y="115435"/>
                  <a:pt x="2069180" y="173199"/>
                </a:cubicBezTo>
                <a:cubicBezTo>
                  <a:pt x="2075196" y="191586"/>
                  <a:pt x="2112853" y="231006"/>
                  <a:pt x="2131569" y="227805"/>
                </a:cubicBezTo>
                <a:cubicBezTo>
                  <a:pt x="2141808" y="233828"/>
                  <a:pt x="2146631" y="247405"/>
                  <a:pt x="2162747" y="239714"/>
                </a:cubicBezTo>
                <a:cubicBezTo>
                  <a:pt x="2183739" y="232191"/>
                  <a:pt x="2206491" y="310465"/>
                  <a:pt x="2220499" y="289903"/>
                </a:cubicBezTo>
                <a:cubicBezTo>
                  <a:pt x="2257038" y="315132"/>
                  <a:pt x="2344409" y="362107"/>
                  <a:pt x="2381978" y="391093"/>
                </a:cubicBezTo>
                <a:cubicBezTo>
                  <a:pt x="2419547" y="420079"/>
                  <a:pt x="2445794" y="442621"/>
                  <a:pt x="2445910" y="463815"/>
                </a:cubicBezTo>
                <a:cubicBezTo>
                  <a:pt x="2462109" y="546053"/>
                  <a:pt x="2496860" y="553382"/>
                  <a:pt x="2531236" y="600817"/>
                </a:cubicBezTo>
                <a:cubicBezTo>
                  <a:pt x="2573647" y="650501"/>
                  <a:pt x="2589314" y="613369"/>
                  <a:pt x="2617149" y="703748"/>
                </a:cubicBezTo>
                <a:cubicBezTo>
                  <a:pt x="2635983" y="695546"/>
                  <a:pt x="2643943" y="702017"/>
                  <a:pt x="2650333" y="720900"/>
                </a:cubicBezTo>
                <a:cubicBezTo>
                  <a:pt x="2671881" y="743975"/>
                  <a:pt x="2701744" y="706344"/>
                  <a:pt x="2705541" y="750090"/>
                </a:cubicBezTo>
                <a:cubicBezTo>
                  <a:pt x="2730861" y="760850"/>
                  <a:pt x="2742856" y="778498"/>
                  <a:pt x="2757210" y="789489"/>
                </a:cubicBezTo>
                <a:cubicBezTo>
                  <a:pt x="2776836" y="801882"/>
                  <a:pt x="2774652" y="796949"/>
                  <a:pt x="2791660" y="816041"/>
                </a:cubicBezTo>
                <a:cubicBezTo>
                  <a:pt x="2815343" y="835699"/>
                  <a:pt x="2784183" y="871086"/>
                  <a:pt x="2840975" y="842225"/>
                </a:cubicBezTo>
                <a:cubicBezTo>
                  <a:pt x="2854681" y="875427"/>
                  <a:pt x="2877032" y="859395"/>
                  <a:pt x="2917970" y="879392"/>
                </a:cubicBezTo>
                <a:cubicBezTo>
                  <a:pt x="2921487" y="903353"/>
                  <a:pt x="2937122" y="907916"/>
                  <a:pt x="2957236" y="906835"/>
                </a:cubicBezTo>
                <a:lnTo>
                  <a:pt x="3117215" y="1073714"/>
                </a:lnTo>
                <a:cubicBezTo>
                  <a:pt x="3153906" y="1089285"/>
                  <a:pt x="3232612" y="1124062"/>
                  <a:pt x="3250958" y="1130397"/>
                </a:cubicBezTo>
                <a:cubicBezTo>
                  <a:pt x="3409574" y="1172733"/>
                  <a:pt x="3456045" y="1237431"/>
                  <a:pt x="3496717" y="1260412"/>
                </a:cubicBezTo>
                <a:lnTo>
                  <a:pt x="3494992" y="1268283"/>
                </a:lnTo>
                <a:cubicBezTo>
                  <a:pt x="3495362" y="1274688"/>
                  <a:pt x="3498760" y="1281160"/>
                  <a:pt x="3508993" y="1287737"/>
                </a:cubicBezTo>
                <a:lnTo>
                  <a:pt x="3512115" y="1288544"/>
                </a:lnTo>
                <a:lnTo>
                  <a:pt x="3548697" y="1363739"/>
                </a:lnTo>
                <a:cubicBezTo>
                  <a:pt x="3572773" y="1395571"/>
                  <a:pt x="3623148" y="1421050"/>
                  <a:pt x="3656567" y="1479533"/>
                </a:cubicBezTo>
                <a:lnTo>
                  <a:pt x="3661987" y="1491779"/>
                </a:lnTo>
                <a:lnTo>
                  <a:pt x="3667389" y="1495409"/>
                </a:lnTo>
                <a:lnTo>
                  <a:pt x="3800461" y="1696689"/>
                </a:lnTo>
                <a:cubicBezTo>
                  <a:pt x="3835546" y="1747791"/>
                  <a:pt x="3913146" y="1811386"/>
                  <a:pt x="3933737" y="1853325"/>
                </a:cubicBezTo>
                <a:lnTo>
                  <a:pt x="3946446" y="1903446"/>
                </a:lnTo>
                <a:lnTo>
                  <a:pt x="3960581" y="1913244"/>
                </a:lnTo>
                <a:cubicBezTo>
                  <a:pt x="3979608" y="1926434"/>
                  <a:pt x="3998210" y="1940240"/>
                  <a:pt x="4015111" y="1956512"/>
                </a:cubicBezTo>
                <a:cubicBezTo>
                  <a:pt x="4083226" y="1956238"/>
                  <a:pt x="4031943" y="1969929"/>
                  <a:pt x="4070740" y="1999693"/>
                </a:cubicBezTo>
                <a:cubicBezTo>
                  <a:pt x="4027554" y="2022282"/>
                  <a:pt x="4128681" y="2025600"/>
                  <a:pt x="4091495" y="2064313"/>
                </a:cubicBezTo>
                <a:cubicBezTo>
                  <a:pt x="4099733" y="2068504"/>
                  <a:pt x="4108887" y="2071343"/>
                  <a:pt x="4118353" y="2073901"/>
                </a:cubicBezTo>
                <a:lnTo>
                  <a:pt x="4123293" y="2075261"/>
                </a:lnTo>
                <a:lnTo>
                  <a:pt x="4166582" y="2120685"/>
                </a:lnTo>
                <a:lnTo>
                  <a:pt x="4213721" y="2168493"/>
                </a:lnTo>
                <a:lnTo>
                  <a:pt x="4250795" y="2261746"/>
                </a:lnTo>
                <a:lnTo>
                  <a:pt x="4295408" y="2340515"/>
                </a:lnTo>
                <a:cubicBezTo>
                  <a:pt x="4303294" y="2350172"/>
                  <a:pt x="4311232" y="2360551"/>
                  <a:pt x="4318976" y="2371504"/>
                </a:cubicBezTo>
                <a:lnTo>
                  <a:pt x="4323314" y="2378166"/>
                </a:lnTo>
                <a:cubicBezTo>
                  <a:pt x="4323288" y="2378269"/>
                  <a:pt x="4323261" y="2378372"/>
                  <a:pt x="4323235" y="2378475"/>
                </a:cubicBezTo>
                <a:cubicBezTo>
                  <a:pt x="4323820" y="2380303"/>
                  <a:pt x="4325112" y="2382633"/>
                  <a:pt x="4327479" y="2385858"/>
                </a:cubicBezTo>
                <a:lnTo>
                  <a:pt x="4331226" y="2390318"/>
                </a:lnTo>
                <a:lnTo>
                  <a:pt x="4339643" y="2403246"/>
                </a:lnTo>
                <a:lnTo>
                  <a:pt x="4341435" y="2408870"/>
                </a:lnTo>
                <a:lnTo>
                  <a:pt x="4340548" y="2412798"/>
                </a:lnTo>
                <a:lnTo>
                  <a:pt x="4351634" y="2443869"/>
                </a:lnTo>
                <a:cubicBezTo>
                  <a:pt x="4370557" y="2458176"/>
                  <a:pt x="4365119" y="2472379"/>
                  <a:pt x="4380688" y="2504819"/>
                </a:cubicBezTo>
                <a:cubicBezTo>
                  <a:pt x="4393528" y="2510493"/>
                  <a:pt x="4397884" y="2522485"/>
                  <a:pt x="4399892" y="2537002"/>
                </a:cubicBezTo>
                <a:cubicBezTo>
                  <a:pt x="4420218" y="2562143"/>
                  <a:pt x="4430910" y="2594831"/>
                  <a:pt x="4449690" y="2628144"/>
                </a:cubicBezTo>
                <a:cubicBezTo>
                  <a:pt x="4468446" y="2678770"/>
                  <a:pt x="4488860" y="2772681"/>
                  <a:pt x="4512427" y="2840755"/>
                </a:cubicBezTo>
                <a:lnTo>
                  <a:pt x="4591091" y="3036586"/>
                </a:lnTo>
                <a:cubicBezTo>
                  <a:pt x="4639934" y="3158078"/>
                  <a:pt x="4730818" y="3310586"/>
                  <a:pt x="4757297" y="3388741"/>
                </a:cubicBezTo>
                <a:cubicBezTo>
                  <a:pt x="4756620" y="3412898"/>
                  <a:pt x="4755942" y="3437054"/>
                  <a:pt x="4755264" y="3461211"/>
                </a:cubicBezTo>
                <a:cubicBezTo>
                  <a:pt x="4763881" y="3469559"/>
                  <a:pt x="4774382" y="3498341"/>
                  <a:pt x="4776842" y="3503606"/>
                </a:cubicBezTo>
                <a:cubicBezTo>
                  <a:pt x="4776789" y="3503947"/>
                  <a:pt x="4816006" y="3543555"/>
                  <a:pt x="4815953" y="3543897"/>
                </a:cubicBezTo>
                <a:lnTo>
                  <a:pt x="4826382" y="3589602"/>
                </a:lnTo>
                <a:cubicBezTo>
                  <a:pt x="4854724" y="3618181"/>
                  <a:pt x="4872282" y="3672884"/>
                  <a:pt x="4900664" y="3697326"/>
                </a:cubicBezTo>
                <a:cubicBezTo>
                  <a:pt x="4872593" y="3751610"/>
                  <a:pt x="4889332" y="3712092"/>
                  <a:pt x="4944717" y="3795461"/>
                </a:cubicBezTo>
                <a:cubicBezTo>
                  <a:pt x="4981269" y="3830092"/>
                  <a:pt x="4951776" y="3836266"/>
                  <a:pt x="4981260" y="3887734"/>
                </a:cubicBezTo>
                <a:cubicBezTo>
                  <a:pt x="4992187" y="3900180"/>
                  <a:pt x="5000945" y="3922491"/>
                  <a:pt x="5000423" y="3933089"/>
                </a:cubicBezTo>
                <a:lnTo>
                  <a:pt x="5033013" y="3937041"/>
                </a:lnTo>
                <a:lnTo>
                  <a:pt x="5081597" y="4013154"/>
                </a:lnTo>
                <a:lnTo>
                  <a:pt x="5088052" y="4027525"/>
                </a:lnTo>
                <a:lnTo>
                  <a:pt x="5189054" y="4098668"/>
                </a:lnTo>
                <a:lnTo>
                  <a:pt x="5228545" y="4146658"/>
                </a:lnTo>
                <a:lnTo>
                  <a:pt x="5268336" y="4194504"/>
                </a:lnTo>
                <a:cubicBezTo>
                  <a:pt x="5282676" y="4201217"/>
                  <a:pt x="5302948" y="4267012"/>
                  <a:pt x="5317950" y="4267325"/>
                </a:cubicBezTo>
                <a:cubicBezTo>
                  <a:pt x="5371561" y="4431932"/>
                  <a:pt x="5512417" y="4438996"/>
                  <a:pt x="5598270" y="4563876"/>
                </a:cubicBezTo>
                <a:cubicBezTo>
                  <a:pt x="5684123" y="4688756"/>
                  <a:pt x="5658748" y="4766617"/>
                  <a:pt x="5833068" y="5016605"/>
                </a:cubicBezTo>
                <a:cubicBezTo>
                  <a:pt x="5917959" y="5167124"/>
                  <a:pt x="6007541" y="5258633"/>
                  <a:pt x="6045916" y="5405287"/>
                </a:cubicBezTo>
                <a:cubicBezTo>
                  <a:pt x="6053001" y="5431110"/>
                  <a:pt x="6137180" y="5517469"/>
                  <a:pt x="6117737" y="5538137"/>
                </a:cubicBezTo>
                <a:cubicBezTo>
                  <a:pt x="6096856" y="5567956"/>
                  <a:pt x="6185855" y="5633330"/>
                  <a:pt x="6144230" y="5635151"/>
                </a:cubicBezTo>
                <a:cubicBezTo>
                  <a:pt x="6206267" y="5682015"/>
                  <a:pt x="6167034" y="5753331"/>
                  <a:pt x="6176742" y="5809044"/>
                </a:cubicBezTo>
                <a:cubicBezTo>
                  <a:pt x="6181644" y="5871497"/>
                  <a:pt x="6197878" y="5926431"/>
                  <a:pt x="6245199" y="6038018"/>
                </a:cubicBezTo>
                <a:cubicBezTo>
                  <a:pt x="6276717" y="6104340"/>
                  <a:pt x="6288745" y="6124315"/>
                  <a:pt x="6303931" y="6175618"/>
                </a:cubicBezTo>
                <a:cubicBezTo>
                  <a:pt x="6319117" y="6226921"/>
                  <a:pt x="6298592" y="6320971"/>
                  <a:pt x="6336313" y="6345837"/>
                </a:cubicBezTo>
                <a:cubicBezTo>
                  <a:pt x="6368454" y="6400251"/>
                  <a:pt x="6388884" y="6464262"/>
                  <a:pt x="6401195" y="6542084"/>
                </a:cubicBezTo>
                <a:lnTo>
                  <a:pt x="6408310" y="6612865"/>
                </a:lnTo>
                <a:lnTo>
                  <a:pt x="1146484" y="6912725"/>
                </a:lnTo>
                <a:lnTo>
                  <a:pt x="1108438" y="6825083"/>
                </a:lnTo>
                <a:cubicBezTo>
                  <a:pt x="1057133" y="6684904"/>
                  <a:pt x="1090669" y="6637010"/>
                  <a:pt x="997867" y="6378703"/>
                </a:cubicBezTo>
                <a:cubicBezTo>
                  <a:pt x="956253" y="6228487"/>
                  <a:pt x="874761" y="6010797"/>
                  <a:pt x="858750" y="5923784"/>
                </a:cubicBezTo>
                <a:cubicBezTo>
                  <a:pt x="856924" y="5899993"/>
                  <a:pt x="844018" y="5873122"/>
                  <a:pt x="860408" y="5860728"/>
                </a:cubicBezTo>
                <a:cubicBezTo>
                  <a:pt x="878957" y="5840950"/>
                  <a:pt x="823834" y="5761906"/>
                  <a:pt x="853644" y="5771381"/>
                </a:cubicBezTo>
                <a:cubicBezTo>
                  <a:pt x="815383" y="5715186"/>
                  <a:pt x="852133" y="5665047"/>
                  <a:pt x="852164" y="5615193"/>
                </a:cubicBezTo>
                <a:cubicBezTo>
                  <a:pt x="817076" y="5571334"/>
                  <a:pt x="851740" y="5509975"/>
                  <a:pt x="831986" y="5402745"/>
                </a:cubicBezTo>
                <a:cubicBezTo>
                  <a:pt x="792037" y="5354630"/>
                  <a:pt x="819063" y="5330513"/>
                  <a:pt x="759590" y="5239800"/>
                </a:cubicBezTo>
                <a:cubicBezTo>
                  <a:pt x="762665" y="5236543"/>
                  <a:pt x="765245" y="5232371"/>
                  <a:pt x="767251" y="5227414"/>
                </a:cubicBezTo>
                <a:cubicBezTo>
                  <a:pt x="778914" y="5198604"/>
                  <a:pt x="769142" y="5150045"/>
                  <a:pt x="745427" y="5118958"/>
                </a:cubicBezTo>
                <a:cubicBezTo>
                  <a:pt x="660991" y="4975263"/>
                  <a:pt x="672599" y="4907855"/>
                  <a:pt x="635950" y="4788294"/>
                </a:cubicBezTo>
                <a:cubicBezTo>
                  <a:pt x="600650" y="4653678"/>
                  <a:pt x="646752" y="4690694"/>
                  <a:pt x="558787" y="4518070"/>
                </a:cubicBezTo>
                <a:cubicBezTo>
                  <a:pt x="577057" y="4502442"/>
                  <a:pt x="573633" y="4481342"/>
                  <a:pt x="555530" y="4444433"/>
                </a:cubicBezTo>
                <a:cubicBezTo>
                  <a:pt x="540027" y="4379200"/>
                  <a:pt x="596616" y="4390343"/>
                  <a:pt x="549378" y="4320965"/>
                </a:cubicBezTo>
                <a:cubicBezTo>
                  <a:pt x="581692" y="4336040"/>
                  <a:pt x="535024" y="4198883"/>
                  <a:pt x="572361" y="4232369"/>
                </a:cubicBezTo>
                <a:cubicBezTo>
                  <a:pt x="590648" y="4193014"/>
                  <a:pt x="541489" y="4167113"/>
                  <a:pt x="556288" y="4127673"/>
                </a:cubicBezTo>
                <a:lnTo>
                  <a:pt x="506660" y="3821119"/>
                </a:lnTo>
                <a:cubicBezTo>
                  <a:pt x="481478" y="3781010"/>
                  <a:pt x="483894" y="3751446"/>
                  <a:pt x="494791" y="3723556"/>
                </a:cubicBezTo>
                <a:cubicBezTo>
                  <a:pt x="472516" y="3634460"/>
                  <a:pt x="499836" y="3607209"/>
                  <a:pt x="490230" y="3508893"/>
                </a:cubicBezTo>
                <a:cubicBezTo>
                  <a:pt x="525541" y="3397546"/>
                  <a:pt x="482951" y="3307116"/>
                  <a:pt x="484223" y="3233179"/>
                </a:cubicBezTo>
                <a:cubicBezTo>
                  <a:pt x="465844" y="3133672"/>
                  <a:pt x="460855" y="3219289"/>
                  <a:pt x="460329" y="3041244"/>
                </a:cubicBezTo>
                <a:lnTo>
                  <a:pt x="407197" y="2812292"/>
                </a:lnTo>
                <a:cubicBezTo>
                  <a:pt x="391019" y="2768219"/>
                  <a:pt x="344571" y="2745090"/>
                  <a:pt x="386122" y="2757841"/>
                </a:cubicBezTo>
                <a:cubicBezTo>
                  <a:pt x="381879" y="2743275"/>
                  <a:pt x="360306" y="2721346"/>
                  <a:pt x="363684" y="2714608"/>
                </a:cubicBezTo>
                <a:lnTo>
                  <a:pt x="330746" y="2625146"/>
                </a:lnTo>
                <a:lnTo>
                  <a:pt x="299927" y="2566177"/>
                </a:lnTo>
                <a:cubicBezTo>
                  <a:pt x="300505" y="2524092"/>
                  <a:pt x="287694" y="2482008"/>
                  <a:pt x="288272" y="2439923"/>
                </a:cubicBezTo>
                <a:cubicBezTo>
                  <a:pt x="243273" y="2349673"/>
                  <a:pt x="278610" y="2382839"/>
                  <a:pt x="233611" y="2326248"/>
                </a:cubicBezTo>
                <a:lnTo>
                  <a:pt x="115057" y="212791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011EE39-0042-FD2E-45D1-ED142493A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72" y="2448330"/>
            <a:ext cx="2747079" cy="2146374"/>
          </a:xfrm>
        </p:spPr>
        <p:txBody>
          <a:bodyPr anchor="b">
            <a:normAutofit/>
          </a:bodyPr>
          <a:lstStyle/>
          <a:p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Loggning – Varför och Hur?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FD44A40-BCAC-EEAD-1070-C8F607C63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8718" y="-9304"/>
            <a:ext cx="8583024" cy="686173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sv-SE" sz="15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Utan loggning vet du inte vad som hände när skriptet kördes.</a:t>
            </a:r>
            <a:endParaRPr lang="sv-SE" sz="15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sv-SE" sz="1500" b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Varför loggning?</a:t>
            </a:r>
            <a:endParaRPr lang="sv-SE" sz="15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sv-SE" sz="15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Spåra vad som hände</a:t>
            </a:r>
            <a:endParaRPr lang="sv-SE" sz="15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sv-SE" sz="15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Felsöka problem i produktion</a:t>
            </a:r>
            <a:endParaRPr lang="sv-SE" sz="15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sv-SE" sz="15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Revision och säkerhet</a:t>
            </a:r>
            <a:endParaRPr lang="sv-SE" sz="15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sv-SE" sz="15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Veta om skriptet lyckades eller misslyckades</a:t>
            </a:r>
            <a:endParaRPr lang="sv-SE" sz="15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sv-SE" sz="1500" b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Enkel loggningsfunktion:</a:t>
            </a:r>
            <a:endParaRPr lang="sv-SE" sz="15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v-SE" sz="15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function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Write-Log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5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5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param</a:t>
            </a:r>
            <a:r>
              <a:rPr lang="sv-SE" sz="15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5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[Parameter(Mandatory)]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5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[string]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$Message</a:t>
            </a:r>
            <a:r>
              <a:rPr lang="sv-SE" sz="15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5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[string]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$LogPath</a:t>
            </a:r>
            <a:r>
              <a:rPr lang="sv-SE" sz="15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= </a:t>
            </a:r>
            <a:r>
              <a:rPr lang="sv-SE" sz="15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"C:\Logs\script.log"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5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$timestamp</a:t>
            </a:r>
            <a:r>
              <a:rPr lang="sv-SE" sz="15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=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Get-Date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5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Format </a:t>
            </a:r>
            <a:r>
              <a:rPr lang="sv-SE" sz="15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"yyyy-MM-dd HH:mm:ss"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$logEntry</a:t>
            </a:r>
            <a:r>
              <a:rPr lang="sv-SE" sz="15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= </a:t>
            </a:r>
            <a:r>
              <a:rPr lang="sv-SE" sz="15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$timestamp</a:t>
            </a:r>
            <a:r>
              <a:rPr lang="sv-SE" sz="15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 -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$Message</a:t>
            </a:r>
            <a:r>
              <a:rPr lang="sv-SE" sz="15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Add-Content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5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Path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$LogPath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5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Value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$logEntry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Write-Host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$logEntry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5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5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Användning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Write-Log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5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Message </a:t>
            </a:r>
            <a:r>
              <a:rPr lang="sv-SE" sz="15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"Skriptet startades"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Write-Log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5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Message </a:t>
            </a:r>
            <a:r>
              <a:rPr lang="sv-SE" sz="15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"Åtgärd utförd"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Write-Log</a:t>
            </a:r>
            <a:r>
              <a:rPr lang="sv-SE" sz="15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5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5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Message </a:t>
            </a:r>
            <a:r>
              <a:rPr lang="sv-SE" sz="15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"Skriptet avslutades"</a:t>
            </a:r>
            <a:endParaRPr lang="sv-SE" sz="1500">
              <a:solidFill>
                <a:srgbClr val="50A14F"/>
              </a:solidFill>
            </a:endParaRPr>
          </a:p>
          <a:p>
            <a:pPr>
              <a:lnSpc>
                <a:spcPct val="100000"/>
              </a:lnSpc>
            </a:pPr>
            <a:r>
              <a:rPr lang="sv-SE" sz="1500" b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Proffstips:</a:t>
            </a:r>
            <a:r>
              <a:rPr lang="sv-SE" sz="15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 Se till att loggmappen finns innan du skriver loggar!</a:t>
            </a:r>
            <a:endParaRPr lang="sv-SE" sz="15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441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C879D498-A05E-5226-A764-FF447DDC6F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5" t="8046" r="2778" b="6897"/>
          <a:stretch>
            <a:fillRect/>
          </a:stretch>
        </p:blipFill>
        <p:spPr>
          <a:xfrm>
            <a:off x="20" y="257471"/>
            <a:ext cx="12194019" cy="618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771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716A4B6C-F426-1A00-8F0C-82E47A589C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0" t="9578" r="2619" b="3736"/>
          <a:stretch>
            <a:fillRect/>
          </a:stretch>
        </p:blipFill>
        <p:spPr>
          <a:xfrm>
            <a:off x="6589" y="257472"/>
            <a:ext cx="12187076" cy="621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10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86AA2DA-281A-4806-8977-D617AEAC8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4185774-6FC0-4B8D-A8DB-A88546889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59988" y="0"/>
            <a:ext cx="2632012" cy="6858000"/>
          </a:xfrm>
          <a:custGeom>
            <a:avLst/>
            <a:gdLst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57677 w 2632012"/>
              <a:gd name="connsiteY27" fmla="*/ 2548608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08456 w 2632012"/>
              <a:gd name="connsiteY22" fmla="*/ 5878851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632012" h="685800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72755CD-43C1-0390-36FE-064C5241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5993" y="185362"/>
            <a:ext cx="4081296" cy="1370254"/>
          </a:xfrm>
        </p:spPr>
        <p:txBody>
          <a:bodyPr>
            <a:normAutofit fontScale="90000"/>
          </a:bodyPr>
          <a:lstStyle/>
          <a:p>
            <a:r>
              <a:rPr lang="sv-SE">
                <a:ea typeface="+mj-lt"/>
                <a:cs typeface="+mj-lt"/>
              </a:rPr>
              <a:t>Avancerad Loggning – Med Nivåer och Färger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F3BEA4D-06D9-0EE4-1DD5-D0D3105DF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" y="19775"/>
            <a:ext cx="7612916" cy="68514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1400">
                <a:ea typeface="+mn-lt"/>
                <a:cs typeface="+mn-lt"/>
              </a:rPr>
              <a:t>Olika loggnivåer gör det lättare att hitta problem.</a:t>
            </a:r>
            <a:endParaRPr lang="sv-SE" sz="1400"/>
          </a:p>
          <a:p>
            <a:pPr marL="0" indent="0">
              <a:buNone/>
            </a:pPr>
            <a:r>
              <a:rPr lang="sv-SE" sz="14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Proffstips:</a:t>
            </a:r>
            <a:r>
              <a:rPr lang="sv-SE" sz="14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Använd </a:t>
            </a:r>
            <a:r>
              <a:rPr lang="sv-SE" sz="160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+mn-lt"/>
                <a:cs typeface="+mn-lt"/>
              </a:rPr>
              <a:t>Write-Verbose</a:t>
            </a:r>
            <a:r>
              <a:rPr lang="sv-SE" sz="14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istället för </a:t>
            </a:r>
            <a:r>
              <a:rPr lang="sv-SE" sz="160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+mn-lt"/>
                <a:cs typeface="+mn-lt"/>
              </a:rPr>
              <a:t>Write-Host</a:t>
            </a:r>
            <a:r>
              <a:rPr lang="sv-SE" sz="14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för att stödja inbyggd verbose-loggning !</a:t>
            </a:r>
          </a:p>
          <a:p>
            <a:pPr marL="0" indent="0">
              <a:buNone/>
            </a:pPr>
            <a:r>
              <a:rPr lang="sv-SE" sz="1400">
                <a:solidFill>
                  <a:srgbClr val="A626A4"/>
                </a:solidFill>
                <a:latin typeface="Consolas"/>
              </a:rPr>
              <a:t>function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Write-Log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400">
                <a:solidFill>
                  <a:srgbClr val="A626A4"/>
                </a:solidFill>
                <a:latin typeface="Consolas"/>
              </a:rPr>
              <a:t>param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(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        [Parameter(Mandatory)]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        [string]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$Message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,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      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[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ValidateSet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(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"INFO"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,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"WARNING"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,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"ERROR"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,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"SUCCESS"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)]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        [string]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$Level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 =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"INFO"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,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        [string]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$LogPath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 =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"C:\Logs\app.log"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)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$timestamp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 =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Get-Date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Format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"yyyy-MM-dd HH:mm:ss"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$logEntry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 =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"[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$timestamp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] [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$Level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]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$Message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Add-Content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Path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$LogPath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Value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$logEntry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400" i="1">
                <a:solidFill>
                  <a:srgbClr val="A0A1A7"/>
                </a:solidFill>
                <a:latin typeface="Consolas"/>
              </a:rPr>
              <a:t># Visa med färg i konsolen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400">
                <a:solidFill>
                  <a:srgbClr val="A626A4"/>
                </a:solidFill>
                <a:latin typeface="Consolas"/>
              </a:rPr>
              <a:t>switch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(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$Level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)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     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"ERROR"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  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Write-Host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ForegroundColor Red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$logEntry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     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"WARNING"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Write-Host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ForegroundColor Yellow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$logEntry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     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"SUCCESS"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Write-Host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ForegroundColor Green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$logEntry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        default   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Write-Host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$logEntry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 i="1">
                <a:solidFill>
                  <a:srgbClr val="A0A1A7"/>
                </a:solidFill>
                <a:latin typeface="Consolas"/>
              </a:rPr>
              <a:t># Användning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Write-Log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Message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"Skriptet startades"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Level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"INFO"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Write-Log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Message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"Filen hittades inte"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Level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"WARNING"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Write-Log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Message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"Installation lyckades!"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Level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"SUCCESS"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Write-Log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Message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"Kritiskt fel"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latin typeface="Consolas"/>
              </a:rPr>
              <a:t>Level </a:t>
            </a:r>
            <a:r>
              <a:rPr lang="sv-SE" sz="1400">
                <a:solidFill>
                  <a:srgbClr val="50A14F"/>
                </a:solidFill>
                <a:latin typeface="Consolas"/>
              </a:rPr>
              <a:t>"ERROR"</a:t>
            </a:r>
            <a:endParaRPr lang="sv-SE" sz="1400">
              <a:solidFill>
                <a:srgbClr val="50A14F"/>
              </a:solidFill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B7D3B4FC-79F4-47D2-9D79-DA876E6AD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0496" y="2022496"/>
            <a:ext cx="3795039" cy="404393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Fingeravtryck">
            <a:extLst>
              <a:ext uri="{FF2B5EF4-FFF2-40B4-BE49-F238E27FC236}">
                <a16:creationId xmlns:a16="http://schemas.microsoft.com/office/drawing/2014/main" id="{8CD1F06C-D273-1FC0-1992-E915182679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91362" y="2308377"/>
            <a:ext cx="3482910" cy="3482910"/>
          </a:xfrm>
          <a:prstGeom prst="rect">
            <a:avLst/>
          </a:prstGeom>
        </p:spPr>
      </p:pic>
      <p:sp>
        <p:nvSpPr>
          <p:cNvPr id="38" name="Rectangle 6">
            <a:extLst>
              <a:ext uri="{FF2B5EF4-FFF2-40B4-BE49-F238E27FC236}">
                <a16:creationId xmlns:a16="http://schemas.microsoft.com/office/drawing/2014/main" id="{2775D660-3127-4688-9782-F7C4639B1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2788" y="5952857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9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515456E-B1B1-48C1-8164-7E567F5D4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CF0DC-D23A-4CA2-8463-27F89928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8A381C4-0C0D-491F-90D8-63CF760B4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5698">
            <a:off x="-195643" y="67946"/>
            <a:ext cx="6408310" cy="6912725"/>
          </a:xfrm>
          <a:custGeom>
            <a:avLst/>
            <a:gdLst>
              <a:gd name="connsiteX0" fmla="*/ 0 w 6408310"/>
              <a:gd name="connsiteY0" fmla="*/ 108934 h 6912725"/>
              <a:gd name="connsiteX1" fmla="*/ 1911522 w 6408310"/>
              <a:gd name="connsiteY1" fmla="*/ 0 h 6912725"/>
              <a:gd name="connsiteX2" fmla="*/ 1916026 w 6408310"/>
              <a:gd name="connsiteY2" fmla="*/ 4704 h 6912725"/>
              <a:gd name="connsiteX3" fmla="*/ 1911112 w 6408310"/>
              <a:gd name="connsiteY3" fmla="*/ 17418 h 6912725"/>
              <a:gd name="connsiteX4" fmla="*/ 1972871 w 6408310"/>
              <a:gd name="connsiteY4" fmla="*/ 72530 h 6912725"/>
              <a:gd name="connsiteX5" fmla="*/ 2069180 w 6408310"/>
              <a:gd name="connsiteY5" fmla="*/ 173199 h 6912725"/>
              <a:gd name="connsiteX6" fmla="*/ 2131569 w 6408310"/>
              <a:gd name="connsiteY6" fmla="*/ 227805 h 6912725"/>
              <a:gd name="connsiteX7" fmla="*/ 2162747 w 6408310"/>
              <a:gd name="connsiteY7" fmla="*/ 239714 h 6912725"/>
              <a:gd name="connsiteX8" fmla="*/ 2220499 w 6408310"/>
              <a:gd name="connsiteY8" fmla="*/ 289903 h 6912725"/>
              <a:gd name="connsiteX9" fmla="*/ 2381978 w 6408310"/>
              <a:gd name="connsiteY9" fmla="*/ 391093 h 6912725"/>
              <a:gd name="connsiteX10" fmla="*/ 2445910 w 6408310"/>
              <a:gd name="connsiteY10" fmla="*/ 463815 h 6912725"/>
              <a:gd name="connsiteX11" fmla="*/ 2531236 w 6408310"/>
              <a:gd name="connsiteY11" fmla="*/ 600817 h 6912725"/>
              <a:gd name="connsiteX12" fmla="*/ 2617149 w 6408310"/>
              <a:gd name="connsiteY12" fmla="*/ 703748 h 6912725"/>
              <a:gd name="connsiteX13" fmla="*/ 2650333 w 6408310"/>
              <a:gd name="connsiteY13" fmla="*/ 720900 h 6912725"/>
              <a:gd name="connsiteX14" fmla="*/ 2705541 w 6408310"/>
              <a:gd name="connsiteY14" fmla="*/ 750090 h 6912725"/>
              <a:gd name="connsiteX15" fmla="*/ 2757210 w 6408310"/>
              <a:gd name="connsiteY15" fmla="*/ 789489 h 6912725"/>
              <a:gd name="connsiteX16" fmla="*/ 2791660 w 6408310"/>
              <a:gd name="connsiteY16" fmla="*/ 816041 h 6912725"/>
              <a:gd name="connsiteX17" fmla="*/ 2840975 w 6408310"/>
              <a:gd name="connsiteY17" fmla="*/ 842225 h 6912725"/>
              <a:gd name="connsiteX18" fmla="*/ 2917970 w 6408310"/>
              <a:gd name="connsiteY18" fmla="*/ 879392 h 6912725"/>
              <a:gd name="connsiteX19" fmla="*/ 2957236 w 6408310"/>
              <a:gd name="connsiteY19" fmla="*/ 906835 h 6912725"/>
              <a:gd name="connsiteX20" fmla="*/ 3117215 w 6408310"/>
              <a:gd name="connsiteY20" fmla="*/ 1073714 h 6912725"/>
              <a:gd name="connsiteX21" fmla="*/ 3250958 w 6408310"/>
              <a:gd name="connsiteY21" fmla="*/ 1130397 h 6912725"/>
              <a:gd name="connsiteX22" fmla="*/ 3496717 w 6408310"/>
              <a:gd name="connsiteY22" fmla="*/ 1260412 h 6912725"/>
              <a:gd name="connsiteX23" fmla="*/ 3494992 w 6408310"/>
              <a:gd name="connsiteY23" fmla="*/ 1268283 h 6912725"/>
              <a:gd name="connsiteX24" fmla="*/ 3508993 w 6408310"/>
              <a:gd name="connsiteY24" fmla="*/ 1287737 h 6912725"/>
              <a:gd name="connsiteX25" fmla="*/ 3512115 w 6408310"/>
              <a:gd name="connsiteY25" fmla="*/ 1288544 h 6912725"/>
              <a:gd name="connsiteX26" fmla="*/ 3548697 w 6408310"/>
              <a:gd name="connsiteY26" fmla="*/ 1363739 h 6912725"/>
              <a:gd name="connsiteX27" fmla="*/ 3656567 w 6408310"/>
              <a:gd name="connsiteY27" fmla="*/ 1479533 h 6912725"/>
              <a:gd name="connsiteX28" fmla="*/ 3661987 w 6408310"/>
              <a:gd name="connsiteY28" fmla="*/ 1491779 h 6912725"/>
              <a:gd name="connsiteX29" fmla="*/ 3667389 w 6408310"/>
              <a:gd name="connsiteY29" fmla="*/ 1495409 h 6912725"/>
              <a:gd name="connsiteX30" fmla="*/ 3800461 w 6408310"/>
              <a:gd name="connsiteY30" fmla="*/ 1696689 h 6912725"/>
              <a:gd name="connsiteX31" fmla="*/ 3933737 w 6408310"/>
              <a:gd name="connsiteY31" fmla="*/ 1853325 h 6912725"/>
              <a:gd name="connsiteX32" fmla="*/ 3946446 w 6408310"/>
              <a:gd name="connsiteY32" fmla="*/ 1903446 h 6912725"/>
              <a:gd name="connsiteX33" fmla="*/ 3960581 w 6408310"/>
              <a:gd name="connsiteY33" fmla="*/ 1913244 h 6912725"/>
              <a:gd name="connsiteX34" fmla="*/ 4015111 w 6408310"/>
              <a:gd name="connsiteY34" fmla="*/ 1956512 h 6912725"/>
              <a:gd name="connsiteX35" fmla="*/ 4070740 w 6408310"/>
              <a:gd name="connsiteY35" fmla="*/ 1999693 h 6912725"/>
              <a:gd name="connsiteX36" fmla="*/ 4091495 w 6408310"/>
              <a:gd name="connsiteY36" fmla="*/ 2064313 h 6912725"/>
              <a:gd name="connsiteX37" fmla="*/ 4118353 w 6408310"/>
              <a:gd name="connsiteY37" fmla="*/ 2073901 h 6912725"/>
              <a:gd name="connsiteX38" fmla="*/ 4123293 w 6408310"/>
              <a:gd name="connsiteY38" fmla="*/ 2075261 h 6912725"/>
              <a:gd name="connsiteX39" fmla="*/ 4166582 w 6408310"/>
              <a:gd name="connsiteY39" fmla="*/ 2120685 h 6912725"/>
              <a:gd name="connsiteX40" fmla="*/ 4213721 w 6408310"/>
              <a:gd name="connsiteY40" fmla="*/ 2168493 h 6912725"/>
              <a:gd name="connsiteX41" fmla="*/ 4250795 w 6408310"/>
              <a:gd name="connsiteY41" fmla="*/ 2261746 h 6912725"/>
              <a:gd name="connsiteX42" fmla="*/ 4295408 w 6408310"/>
              <a:gd name="connsiteY42" fmla="*/ 2340515 h 6912725"/>
              <a:gd name="connsiteX43" fmla="*/ 4318976 w 6408310"/>
              <a:gd name="connsiteY43" fmla="*/ 2371504 h 6912725"/>
              <a:gd name="connsiteX44" fmla="*/ 4323314 w 6408310"/>
              <a:gd name="connsiteY44" fmla="*/ 2378166 h 6912725"/>
              <a:gd name="connsiteX45" fmla="*/ 4323235 w 6408310"/>
              <a:gd name="connsiteY45" fmla="*/ 2378475 h 6912725"/>
              <a:gd name="connsiteX46" fmla="*/ 4327479 w 6408310"/>
              <a:gd name="connsiteY46" fmla="*/ 2385858 h 6912725"/>
              <a:gd name="connsiteX47" fmla="*/ 4331226 w 6408310"/>
              <a:gd name="connsiteY47" fmla="*/ 2390318 h 6912725"/>
              <a:gd name="connsiteX48" fmla="*/ 4339643 w 6408310"/>
              <a:gd name="connsiteY48" fmla="*/ 2403246 h 6912725"/>
              <a:gd name="connsiteX49" fmla="*/ 4341435 w 6408310"/>
              <a:gd name="connsiteY49" fmla="*/ 2408870 h 6912725"/>
              <a:gd name="connsiteX50" fmla="*/ 4340548 w 6408310"/>
              <a:gd name="connsiteY50" fmla="*/ 2412798 h 6912725"/>
              <a:gd name="connsiteX51" fmla="*/ 4351634 w 6408310"/>
              <a:gd name="connsiteY51" fmla="*/ 2443869 h 6912725"/>
              <a:gd name="connsiteX52" fmla="*/ 4380688 w 6408310"/>
              <a:gd name="connsiteY52" fmla="*/ 2504819 h 6912725"/>
              <a:gd name="connsiteX53" fmla="*/ 4399892 w 6408310"/>
              <a:gd name="connsiteY53" fmla="*/ 2537002 h 6912725"/>
              <a:gd name="connsiteX54" fmla="*/ 4449690 w 6408310"/>
              <a:gd name="connsiteY54" fmla="*/ 2628144 h 6912725"/>
              <a:gd name="connsiteX55" fmla="*/ 4512427 w 6408310"/>
              <a:gd name="connsiteY55" fmla="*/ 2840755 h 6912725"/>
              <a:gd name="connsiteX56" fmla="*/ 4591091 w 6408310"/>
              <a:gd name="connsiteY56" fmla="*/ 3036586 h 6912725"/>
              <a:gd name="connsiteX57" fmla="*/ 4757297 w 6408310"/>
              <a:gd name="connsiteY57" fmla="*/ 3388741 h 6912725"/>
              <a:gd name="connsiteX58" fmla="*/ 4755264 w 6408310"/>
              <a:gd name="connsiteY58" fmla="*/ 3461211 h 6912725"/>
              <a:gd name="connsiteX59" fmla="*/ 4776842 w 6408310"/>
              <a:gd name="connsiteY59" fmla="*/ 3503606 h 6912725"/>
              <a:gd name="connsiteX60" fmla="*/ 4815953 w 6408310"/>
              <a:gd name="connsiteY60" fmla="*/ 3543897 h 6912725"/>
              <a:gd name="connsiteX61" fmla="*/ 4826382 w 6408310"/>
              <a:gd name="connsiteY61" fmla="*/ 3589602 h 6912725"/>
              <a:gd name="connsiteX62" fmla="*/ 4900664 w 6408310"/>
              <a:gd name="connsiteY62" fmla="*/ 3697326 h 6912725"/>
              <a:gd name="connsiteX63" fmla="*/ 4944717 w 6408310"/>
              <a:gd name="connsiteY63" fmla="*/ 3795461 h 6912725"/>
              <a:gd name="connsiteX64" fmla="*/ 4981260 w 6408310"/>
              <a:gd name="connsiteY64" fmla="*/ 3887734 h 6912725"/>
              <a:gd name="connsiteX65" fmla="*/ 5000423 w 6408310"/>
              <a:gd name="connsiteY65" fmla="*/ 3933089 h 6912725"/>
              <a:gd name="connsiteX66" fmla="*/ 5033013 w 6408310"/>
              <a:gd name="connsiteY66" fmla="*/ 3937041 h 6912725"/>
              <a:gd name="connsiteX67" fmla="*/ 5081597 w 6408310"/>
              <a:gd name="connsiteY67" fmla="*/ 4013154 h 6912725"/>
              <a:gd name="connsiteX68" fmla="*/ 5088052 w 6408310"/>
              <a:gd name="connsiteY68" fmla="*/ 4027525 h 6912725"/>
              <a:gd name="connsiteX69" fmla="*/ 5189054 w 6408310"/>
              <a:gd name="connsiteY69" fmla="*/ 4098668 h 6912725"/>
              <a:gd name="connsiteX70" fmla="*/ 5228545 w 6408310"/>
              <a:gd name="connsiteY70" fmla="*/ 4146658 h 6912725"/>
              <a:gd name="connsiteX71" fmla="*/ 5268336 w 6408310"/>
              <a:gd name="connsiteY71" fmla="*/ 4194504 h 6912725"/>
              <a:gd name="connsiteX72" fmla="*/ 5317950 w 6408310"/>
              <a:gd name="connsiteY72" fmla="*/ 4267325 h 6912725"/>
              <a:gd name="connsiteX73" fmla="*/ 5598270 w 6408310"/>
              <a:gd name="connsiteY73" fmla="*/ 4563876 h 6912725"/>
              <a:gd name="connsiteX74" fmla="*/ 5833068 w 6408310"/>
              <a:gd name="connsiteY74" fmla="*/ 5016605 h 6912725"/>
              <a:gd name="connsiteX75" fmla="*/ 6045916 w 6408310"/>
              <a:gd name="connsiteY75" fmla="*/ 5405287 h 6912725"/>
              <a:gd name="connsiteX76" fmla="*/ 6117737 w 6408310"/>
              <a:gd name="connsiteY76" fmla="*/ 5538137 h 6912725"/>
              <a:gd name="connsiteX77" fmla="*/ 6144230 w 6408310"/>
              <a:gd name="connsiteY77" fmla="*/ 5635151 h 6912725"/>
              <a:gd name="connsiteX78" fmla="*/ 6176742 w 6408310"/>
              <a:gd name="connsiteY78" fmla="*/ 5809044 h 6912725"/>
              <a:gd name="connsiteX79" fmla="*/ 6245199 w 6408310"/>
              <a:gd name="connsiteY79" fmla="*/ 6038018 h 6912725"/>
              <a:gd name="connsiteX80" fmla="*/ 6303931 w 6408310"/>
              <a:gd name="connsiteY80" fmla="*/ 6175618 h 6912725"/>
              <a:gd name="connsiteX81" fmla="*/ 6336313 w 6408310"/>
              <a:gd name="connsiteY81" fmla="*/ 6345837 h 6912725"/>
              <a:gd name="connsiteX82" fmla="*/ 6401195 w 6408310"/>
              <a:gd name="connsiteY82" fmla="*/ 6542084 h 6912725"/>
              <a:gd name="connsiteX83" fmla="*/ 6408310 w 6408310"/>
              <a:gd name="connsiteY83" fmla="*/ 6612865 h 6912725"/>
              <a:gd name="connsiteX84" fmla="*/ 1146484 w 6408310"/>
              <a:gd name="connsiteY84" fmla="*/ 6912725 h 6912725"/>
              <a:gd name="connsiteX85" fmla="*/ 1108438 w 6408310"/>
              <a:gd name="connsiteY85" fmla="*/ 6825083 h 6912725"/>
              <a:gd name="connsiteX86" fmla="*/ 997867 w 6408310"/>
              <a:gd name="connsiteY86" fmla="*/ 6378703 h 6912725"/>
              <a:gd name="connsiteX87" fmla="*/ 858750 w 6408310"/>
              <a:gd name="connsiteY87" fmla="*/ 5923784 h 6912725"/>
              <a:gd name="connsiteX88" fmla="*/ 860408 w 6408310"/>
              <a:gd name="connsiteY88" fmla="*/ 5860728 h 6912725"/>
              <a:gd name="connsiteX89" fmla="*/ 853644 w 6408310"/>
              <a:gd name="connsiteY89" fmla="*/ 5771381 h 6912725"/>
              <a:gd name="connsiteX90" fmla="*/ 852164 w 6408310"/>
              <a:gd name="connsiteY90" fmla="*/ 5615193 h 6912725"/>
              <a:gd name="connsiteX91" fmla="*/ 831986 w 6408310"/>
              <a:gd name="connsiteY91" fmla="*/ 5402745 h 6912725"/>
              <a:gd name="connsiteX92" fmla="*/ 759590 w 6408310"/>
              <a:gd name="connsiteY92" fmla="*/ 5239800 h 6912725"/>
              <a:gd name="connsiteX93" fmla="*/ 767251 w 6408310"/>
              <a:gd name="connsiteY93" fmla="*/ 5227414 h 6912725"/>
              <a:gd name="connsiteX94" fmla="*/ 745427 w 6408310"/>
              <a:gd name="connsiteY94" fmla="*/ 5118958 h 6912725"/>
              <a:gd name="connsiteX95" fmla="*/ 635950 w 6408310"/>
              <a:gd name="connsiteY95" fmla="*/ 4788294 h 6912725"/>
              <a:gd name="connsiteX96" fmla="*/ 558787 w 6408310"/>
              <a:gd name="connsiteY96" fmla="*/ 4518070 h 6912725"/>
              <a:gd name="connsiteX97" fmla="*/ 555530 w 6408310"/>
              <a:gd name="connsiteY97" fmla="*/ 4444433 h 6912725"/>
              <a:gd name="connsiteX98" fmla="*/ 549378 w 6408310"/>
              <a:gd name="connsiteY98" fmla="*/ 4320965 h 6912725"/>
              <a:gd name="connsiteX99" fmla="*/ 572361 w 6408310"/>
              <a:gd name="connsiteY99" fmla="*/ 4232369 h 6912725"/>
              <a:gd name="connsiteX100" fmla="*/ 556288 w 6408310"/>
              <a:gd name="connsiteY100" fmla="*/ 4127673 h 6912725"/>
              <a:gd name="connsiteX101" fmla="*/ 506660 w 6408310"/>
              <a:gd name="connsiteY101" fmla="*/ 3821119 h 6912725"/>
              <a:gd name="connsiteX102" fmla="*/ 494791 w 6408310"/>
              <a:gd name="connsiteY102" fmla="*/ 3723556 h 6912725"/>
              <a:gd name="connsiteX103" fmla="*/ 490230 w 6408310"/>
              <a:gd name="connsiteY103" fmla="*/ 3508893 h 6912725"/>
              <a:gd name="connsiteX104" fmla="*/ 484223 w 6408310"/>
              <a:gd name="connsiteY104" fmla="*/ 3233179 h 6912725"/>
              <a:gd name="connsiteX105" fmla="*/ 460329 w 6408310"/>
              <a:gd name="connsiteY105" fmla="*/ 3041244 h 6912725"/>
              <a:gd name="connsiteX106" fmla="*/ 407197 w 6408310"/>
              <a:gd name="connsiteY106" fmla="*/ 2812292 h 6912725"/>
              <a:gd name="connsiteX107" fmla="*/ 386122 w 6408310"/>
              <a:gd name="connsiteY107" fmla="*/ 2757841 h 6912725"/>
              <a:gd name="connsiteX108" fmla="*/ 363684 w 6408310"/>
              <a:gd name="connsiteY108" fmla="*/ 2714608 h 6912725"/>
              <a:gd name="connsiteX109" fmla="*/ 330746 w 6408310"/>
              <a:gd name="connsiteY109" fmla="*/ 2625146 h 6912725"/>
              <a:gd name="connsiteX110" fmla="*/ 299927 w 6408310"/>
              <a:gd name="connsiteY110" fmla="*/ 2566177 h 6912725"/>
              <a:gd name="connsiteX111" fmla="*/ 288272 w 6408310"/>
              <a:gd name="connsiteY111" fmla="*/ 2439923 h 6912725"/>
              <a:gd name="connsiteX112" fmla="*/ 233611 w 6408310"/>
              <a:gd name="connsiteY112" fmla="*/ 2326248 h 6912725"/>
              <a:gd name="connsiteX113" fmla="*/ 115057 w 6408310"/>
              <a:gd name="connsiteY113" fmla="*/ 2127916 h 691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6408310" h="6912725">
                <a:moveTo>
                  <a:pt x="0" y="108934"/>
                </a:moveTo>
                <a:lnTo>
                  <a:pt x="1911522" y="0"/>
                </a:lnTo>
                <a:lnTo>
                  <a:pt x="1916026" y="4704"/>
                </a:lnTo>
                <a:cubicBezTo>
                  <a:pt x="1916562" y="7914"/>
                  <a:pt x="1915147" y="12061"/>
                  <a:pt x="1911112" y="17418"/>
                </a:cubicBezTo>
                <a:cubicBezTo>
                  <a:pt x="1943271" y="27853"/>
                  <a:pt x="1947645" y="36373"/>
                  <a:pt x="1972871" y="72530"/>
                </a:cubicBezTo>
                <a:cubicBezTo>
                  <a:pt x="1980767" y="117667"/>
                  <a:pt x="2061296" y="115435"/>
                  <a:pt x="2069180" y="173199"/>
                </a:cubicBezTo>
                <a:cubicBezTo>
                  <a:pt x="2075196" y="191586"/>
                  <a:pt x="2112853" y="231006"/>
                  <a:pt x="2131569" y="227805"/>
                </a:cubicBezTo>
                <a:cubicBezTo>
                  <a:pt x="2141808" y="233828"/>
                  <a:pt x="2146631" y="247405"/>
                  <a:pt x="2162747" y="239714"/>
                </a:cubicBezTo>
                <a:cubicBezTo>
                  <a:pt x="2183739" y="232191"/>
                  <a:pt x="2206491" y="310465"/>
                  <a:pt x="2220499" y="289903"/>
                </a:cubicBezTo>
                <a:cubicBezTo>
                  <a:pt x="2257038" y="315132"/>
                  <a:pt x="2344409" y="362107"/>
                  <a:pt x="2381978" y="391093"/>
                </a:cubicBezTo>
                <a:cubicBezTo>
                  <a:pt x="2419547" y="420079"/>
                  <a:pt x="2445794" y="442621"/>
                  <a:pt x="2445910" y="463815"/>
                </a:cubicBezTo>
                <a:cubicBezTo>
                  <a:pt x="2462109" y="546053"/>
                  <a:pt x="2496860" y="553382"/>
                  <a:pt x="2531236" y="600817"/>
                </a:cubicBezTo>
                <a:cubicBezTo>
                  <a:pt x="2573647" y="650501"/>
                  <a:pt x="2589314" y="613369"/>
                  <a:pt x="2617149" y="703748"/>
                </a:cubicBezTo>
                <a:cubicBezTo>
                  <a:pt x="2635983" y="695546"/>
                  <a:pt x="2643943" y="702017"/>
                  <a:pt x="2650333" y="720900"/>
                </a:cubicBezTo>
                <a:cubicBezTo>
                  <a:pt x="2671881" y="743975"/>
                  <a:pt x="2701744" y="706344"/>
                  <a:pt x="2705541" y="750090"/>
                </a:cubicBezTo>
                <a:cubicBezTo>
                  <a:pt x="2730861" y="760850"/>
                  <a:pt x="2742856" y="778498"/>
                  <a:pt x="2757210" y="789489"/>
                </a:cubicBezTo>
                <a:cubicBezTo>
                  <a:pt x="2776836" y="801882"/>
                  <a:pt x="2774652" y="796949"/>
                  <a:pt x="2791660" y="816041"/>
                </a:cubicBezTo>
                <a:cubicBezTo>
                  <a:pt x="2815343" y="835699"/>
                  <a:pt x="2784183" y="871086"/>
                  <a:pt x="2840975" y="842225"/>
                </a:cubicBezTo>
                <a:cubicBezTo>
                  <a:pt x="2854681" y="875427"/>
                  <a:pt x="2877032" y="859395"/>
                  <a:pt x="2917970" y="879392"/>
                </a:cubicBezTo>
                <a:cubicBezTo>
                  <a:pt x="2921487" y="903353"/>
                  <a:pt x="2937122" y="907916"/>
                  <a:pt x="2957236" y="906835"/>
                </a:cubicBezTo>
                <a:lnTo>
                  <a:pt x="3117215" y="1073714"/>
                </a:lnTo>
                <a:cubicBezTo>
                  <a:pt x="3153906" y="1089285"/>
                  <a:pt x="3232612" y="1124062"/>
                  <a:pt x="3250958" y="1130397"/>
                </a:cubicBezTo>
                <a:cubicBezTo>
                  <a:pt x="3409574" y="1172733"/>
                  <a:pt x="3456045" y="1237431"/>
                  <a:pt x="3496717" y="1260412"/>
                </a:cubicBezTo>
                <a:lnTo>
                  <a:pt x="3494992" y="1268283"/>
                </a:lnTo>
                <a:cubicBezTo>
                  <a:pt x="3495362" y="1274688"/>
                  <a:pt x="3498760" y="1281160"/>
                  <a:pt x="3508993" y="1287737"/>
                </a:cubicBezTo>
                <a:lnTo>
                  <a:pt x="3512115" y="1288544"/>
                </a:lnTo>
                <a:lnTo>
                  <a:pt x="3548697" y="1363739"/>
                </a:lnTo>
                <a:cubicBezTo>
                  <a:pt x="3572773" y="1395571"/>
                  <a:pt x="3623148" y="1421050"/>
                  <a:pt x="3656567" y="1479533"/>
                </a:cubicBezTo>
                <a:lnTo>
                  <a:pt x="3661987" y="1491779"/>
                </a:lnTo>
                <a:lnTo>
                  <a:pt x="3667389" y="1495409"/>
                </a:lnTo>
                <a:lnTo>
                  <a:pt x="3800461" y="1696689"/>
                </a:lnTo>
                <a:cubicBezTo>
                  <a:pt x="3835546" y="1747791"/>
                  <a:pt x="3913146" y="1811386"/>
                  <a:pt x="3933737" y="1853325"/>
                </a:cubicBezTo>
                <a:lnTo>
                  <a:pt x="3946446" y="1903446"/>
                </a:lnTo>
                <a:lnTo>
                  <a:pt x="3960581" y="1913244"/>
                </a:lnTo>
                <a:cubicBezTo>
                  <a:pt x="3979608" y="1926434"/>
                  <a:pt x="3998210" y="1940240"/>
                  <a:pt x="4015111" y="1956512"/>
                </a:cubicBezTo>
                <a:cubicBezTo>
                  <a:pt x="4083226" y="1956238"/>
                  <a:pt x="4031943" y="1969929"/>
                  <a:pt x="4070740" y="1999693"/>
                </a:cubicBezTo>
                <a:cubicBezTo>
                  <a:pt x="4027554" y="2022282"/>
                  <a:pt x="4128681" y="2025600"/>
                  <a:pt x="4091495" y="2064313"/>
                </a:cubicBezTo>
                <a:cubicBezTo>
                  <a:pt x="4099733" y="2068504"/>
                  <a:pt x="4108887" y="2071343"/>
                  <a:pt x="4118353" y="2073901"/>
                </a:cubicBezTo>
                <a:lnTo>
                  <a:pt x="4123293" y="2075261"/>
                </a:lnTo>
                <a:lnTo>
                  <a:pt x="4166582" y="2120685"/>
                </a:lnTo>
                <a:lnTo>
                  <a:pt x="4213721" y="2168493"/>
                </a:lnTo>
                <a:lnTo>
                  <a:pt x="4250795" y="2261746"/>
                </a:lnTo>
                <a:lnTo>
                  <a:pt x="4295408" y="2340515"/>
                </a:lnTo>
                <a:cubicBezTo>
                  <a:pt x="4303294" y="2350172"/>
                  <a:pt x="4311232" y="2360551"/>
                  <a:pt x="4318976" y="2371504"/>
                </a:cubicBezTo>
                <a:lnTo>
                  <a:pt x="4323314" y="2378166"/>
                </a:lnTo>
                <a:cubicBezTo>
                  <a:pt x="4323288" y="2378269"/>
                  <a:pt x="4323261" y="2378372"/>
                  <a:pt x="4323235" y="2378475"/>
                </a:cubicBezTo>
                <a:cubicBezTo>
                  <a:pt x="4323820" y="2380303"/>
                  <a:pt x="4325112" y="2382633"/>
                  <a:pt x="4327479" y="2385858"/>
                </a:cubicBezTo>
                <a:lnTo>
                  <a:pt x="4331226" y="2390318"/>
                </a:lnTo>
                <a:lnTo>
                  <a:pt x="4339643" y="2403246"/>
                </a:lnTo>
                <a:lnTo>
                  <a:pt x="4341435" y="2408870"/>
                </a:lnTo>
                <a:lnTo>
                  <a:pt x="4340548" y="2412798"/>
                </a:lnTo>
                <a:lnTo>
                  <a:pt x="4351634" y="2443869"/>
                </a:lnTo>
                <a:cubicBezTo>
                  <a:pt x="4370557" y="2458176"/>
                  <a:pt x="4365119" y="2472379"/>
                  <a:pt x="4380688" y="2504819"/>
                </a:cubicBezTo>
                <a:cubicBezTo>
                  <a:pt x="4393528" y="2510493"/>
                  <a:pt x="4397884" y="2522485"/>
                  <a:pt x="4399892" y="2537002"/>
                </a:cubicBezTo>
                <a:cubicBezTo>
                  <a:pt x="4420218" y="2562143"/>
                  <a:pt x="4430910" y="2594831"/>
                  <a:pt x="4449690" y="2628144"/>
                </a:cubicBezTo>
                <a:cubicBezTo>
                  <a:pt x="4468446" y="2678770"/>
                  <a:pt x="4488860" y="2772681"/>
                  <a:pt x="4512427" y="2840755"/>
                </a:cubicBezTo>
                <a:lnTo>
                  <a:pt x="4591091" y="3036586"/>
                </a:lnTo>
                <a:cubicBezTo>
                  <a:pt x="4639934" y="3158078"/>
                  <a:pt x="4730818" y="3310586"/>
                  <a:pt x="4757297" y="3388741"/>
                </a:cubicBezTo>
                <a:cubicBezTo>
                  <a:pt x="4756620" y="3412898"/>
                  <a:pt x="4755942" y="3437054"/>
                  <a:pt x="4755264" y="3461211"/>
                </a:cubicBezTo>
                <a:cubicBezTo>
                  <a:pt x="4763881" y="3469559"/>
                  <a:pt x="4774382" y="3498341"/>
                  <a:pt x="4776842" y="3503606"/>
                </a:cubicBezTo>
                <a:cubicBezTo>
                  <a:pt x="4776789" y="3503947"/>
                  <a:pt x="4816006" y="3543555"/>
                  <a:pt x="4815953" y="3543897"/>
                </a:cubicBezTo>
                <a:lnTo>
                  <a:pt x="4826382" y="3589602"/>
                </a:lnTo>
                <a:cubicBezTo>
                  <a:pt x="4854724" y="3618181"/>
                  <a:pt x="4872282" y="3672884"/>
                  <a:pt x="4900664" y="3697326"/>
                </a:cubicBezTo>
                <a:cubicBezTo>
                  <a:pt x="4872593" y="3751610"/>
                  <a:pt x="4889332" y="3712092"/>
                  <a:pt x="4944717" y="3795461"/>
                </a:cubicBezTo>
                <a:cubicBezTo>
                  <a:pt x="4981269" y="3830092"/>
                  <a:pt x="4951776" y="3836266"/>
                  <a:pt x="4981260" y="3887734"/>
                </a:cubicBezTo>
                <a:cubicBezTo>
                  <a:pt x="4992187" y="3900180"/>
                  <a:pt x="5000945" y="3922491"/>
                  <a:pt x="5000423" y="3933089"/>
                </a:cubicBezTo>
                <a:lnTo>
                  <a:pt x="5033013" y="3937041"/>
                </a:lnTo>
                <a:lnTo>
                  <a:pt x="5081597" y="4013154"/>
                </a:lnTo>
                <a:lnTo>
                  <a:pt x="5088052" y="4027525"/>
                </a:lnTo>
                <a:lnTo>
                  <a:pt x="5189054" y="4098668"/>
                </a:lnTo>
                <a:lnTo>
                  <a:pt x="5228545" y="4146658"/>
                </a:lnTo>
                <a:lnTo>
                  <a:pt x="5268336" y="4194504"/>
                </a:lnTo>
                <a:cubicBezTo>
                  <a:pt x="5282676" y="4201217"/>
                  <a:pt x="5302948" y="4267012"/>
                  <a:pt x="5317950" y="4267325"/>
                </a:cubicBezTo>
                <a:cubicBezTo>
                  <a:pt x="5371561" y="4431932"/>
                  <a:pt x="5512417" y="4438996"/>
                  <a:pt x="5598270" y="4563876"/>
                </a:cubicBezTo>
                <a:cubicBezTo>
                  <a:pt x="5684123" y="4688756"/>
                  <a:pt x="5658748" y="4766617"/>
                  <a:pt x="5833068" y="5016605"/>
                </a:cubicBezTo>
                <a:cubicBezTo>
                  <a:pt x="5917959" y="5167124"/>
                  <a:pt x="6007541" y="5258633"/>
                  <a:pt x="6045916" y="5405287"/>
                </a:cubicBezTo>
                <a:cubicBezTo>
                  <a:pt x="6053001" y="5431110"/>
                  <a:pt x="6137180" y="5517469"/>
                  <a:pt x="6117737" y="5538137"/>
                </a:cubicBezTo>
                <a:cubicBezTo>
                  <a:pt x="6096856" y="5567956"/>
                  <a:pt x="6185855" y="5633330"/>
                  <a:pt x="6144230" y="5635151"/>
                </a:cubicBezTo>
                <a:cubicBezTo>
                  <a:pt x="6206267" y="5682015"/>
                  <a:pt x="6167034" y="5753331"/>
                  <a:pt x="6176742" y="5809044"/>
                </a:cubicBezTo>
                <a:cubicBezTo>
                  <a:pt x="6181644" y="5871497"/>
                  <a:pt x="6197878" y="5926431"/>
                  <a:pt x="6245199" y="6038018"/>
                </a:cubicBezTo>
                <a:cubicBezTo>
                  <a:pt x="6276717" y="6104340"/>
                  <a:pt x="6288745" y="6124315"/>
                  <a:pt x="6303931" y="6175618"/>
                </a:cubicBezTo>
                <a:cubicBezTo>
                  <a:pt x="6319117" y="6226921"/>
                  <a:pt x="6298592" y="6320971"/>
                  <a:pt x="6336313" y="6345837"/>
                </a:cubicBezTo>
                <a:cubicBezTo>
                  <a:pt x="6368454" y="6400251"/>
                  <a:pt x="6388884" y="6464262"/>
                  <a:pt x="6401195" y="6542084"/>
                </a:cubicBezTo>
                <a:lnTo>
                  <a:pt x="6408310" y="6612865"/>
                </a:lnTo>
                <a:lnTo>
                  <a:pt x="1146484" y="6912725"/>
                </a:lnTo>
                <a:lnTo>
                  <a:pt x="1108438" y="6825083"/>
                </a:lnTo>
                <a:cubicBezTo>
                  <a:pt x="1057133" y="6684904"/>
                  <a:pt x="1090669" y="6637010"/>
                  <a:pt x="997867" y="6378703"/>
                </a:cubicBezTo>
                <a:cubicBezTo>
                  <a:pt x="956253" y="6228487"/>
                  <a:pt x="874761" y="6010797"/>
                  <a:pt x="858750" y="5923784"/>
                </a:cubicBezTo>
                <a:cubicBezTo>
                  <a:pt x="856924" y="5899993"/>
                  <a:pt x="844018" y="5873122"/>
                  <a:pt x="860408" y="5860728"/>
                </a:cubicBezTo>
                <a:cubicBezTo>
                  <a:pt x="878957" y="5840950"/>
                  <a:pt x="823834" y="5761906"/>
                  <a:pt x="853644" y="5771381"/>
                </a:cubicBezTo>
                <a:cubicBezTo>
                  <a:pt x="815383" y="5715186"/>
                  <a:pt x="852133" y="5665047"/>
                  <a:pt x="852164" y="5615193"/>
                </a:cubicBezTo>
                <a:cubicBezTo>
                  <a:pt x="817076" y="5571334"/>
                  <a:pt x="851740" y="5509975"/>
                  <a:pt x="831986" y="5402745"/>
                </a:cubicBezTo>
                <a:cubicBezTo>
                  <a:pt x="792037" y="5354630"/>
                  <a:pt x="819063" y="5330513"/>
                  <a:pt x="759590" y="5239800"/>
                </a:cubicBezTo>
                <a:cubicBezTo>
                  <a:pt x="762665" y="5236543"/>
                  <a:pt x="765245" y="5232371"/>
                  <a:pt x="767251" y="5227414"/>
                </a:cubicBezTo>
                <a:cubicBezTo>
                  <a:pt x="778914" y="5198604"/>
                  <a:pt x="769142" y="5150045"/>
                  <a:pt x="745427" y="5118958"/>
                </a:cubicBezTo>
                <a:cubicBezTo>
                  <a:pt x="660991" y="4975263"/>
                  <a:pt x="672599" y="4907855"/>
                  <a:pt x="635950" y="4788294"/>
                </a:cubicBezTo>
                <a:cubicBezTo>
                  <a:pt x="600650" y="4653678"/>
                  <a:pt x="646752" y="4690694"/>
                  <a:pt x="558787" y="4518070"/>
                </a:cubicBezTo>
                <a:cubicBezTo>
                  <a:pt x="577057" y="4502442"/>
                  <a:pt x="573633" y="4481342"/>
                  <a:pt x="555530" y="4444433"/>
                </a:cubicBezTo>
                <a:cubicBezTo>
                  <a:pt x="540027" y="4379200"/>
                  <a:pt x="596616" y="4390343"/>
                  <a:pt x="549378" y="4320965"/>
                </a:cubicBezTo>
                <a:cubicBezTo>
                  <a:pt x="581692" y="4336040"/>
                  <a:pt x="535024" y="4198883"/>
                  <a:pt x="572361" y="4232369"/>
                </a:cubicBezTo>
                <a:cubicBezTo>
                  <a:pt x="590648" y="4193014"/>
                  <a:pt x="541489" y="4167113"/>
                  <a:pt x="556288" y="4127673"/>
                </a:cubicBezTo>
                <a:lnTo>
                  <a:pt x="506660" y="3821119"/>
                </a:lnTo>
                <a:cubicBezTo>
                  <a:pt x="481478" y="3781010"/>
                  <a:pt x="483894" y="3751446"/>
                  <a:pt x="494791" y="3723556"/>
                </a:cubicBezTo>
                <a:cubicBezTo>
                  <a:pt x="472516" y="3634460"/>
                  <a:pt x="499836" y="3607209"/>
                  <a:pt x="490230" y="3508893"/>
                </a:cubicBezTo>
                <a:cubicBezTo>
                  <a:pt x="525541" y="3397546"/>
                  <a:pt x="482951" y="3307116"/>
                  <a:pt x="484223" y="3233179"/>
                </a:cubicBezTo>
                <a:cubicBezTo>
                  <a:pt x="465844" y="3133672"/>
                  <a:pt x="460855" y="3219289"/>
                  <a:pt x="460329" y="3041244"/>
                </a:cubicBezTo>
                <a:lnTo>
                  <a:pt x="407197" y="2812292"/>
                </a:lnTo>
                <a:cubicBezTo>
                  <a:pt x="391019" y="2768219"/>
                  <a:pt x="344571" y="2745090"/>
                  <a:pt x="386122" y="2757841"/>
                </a:cubicBezTo>
                <a:cubicBezTo>
                  <a:pt x="381879" y="2743275"/>
                  <a:pt x="360306" y="2721346"/>
                  <a:pt x="363684" y="2714608"/>
                </a:cubicBezTo>
                <a:lnTo>
                  <a:pt x="330746" y="2625146"/>
                </a:lnTo>
                <a:lnTo>
                  <a:pt x="299927" y="2566177"/>
                </a:lnTo>
                <a:cubicBezTo>
                  <a:pt x="300505" y="2524092"/>
                  <a:pt x="287694" y="2482008"/>
                  <a:pt x="288272" y="2439923"/>
                </a:cubicBezTo>
                <a:cubicBezTo>
                  <a:pt x="243273" y="2349673"/>
                  <a:pt x="278610" y="2382839"/>
                  <a:pt x="233611" y="2326248"/>
                </a:cubicBezTo>
                <a:lnTo>
                  <a:pt x="115057" y="212791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05E49BD-C291-6C9C-4875-0C90C02D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540" y="3156742"/>
            <a:ext cx="4055418" cy="2146374"/>
          </a:xfrm>
        </p:spPr>
        <p:txBody>
          <a:bodyPr anchor="b">
            <a:normAutofit/>
          </a:bodyPr>
          <a:lstStyle/>
          <a:p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Validera Loggsökväg med ValidateScript</a:t>
            </a:r>
            <a:endParaRPr lang="sv-SE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9376411-EE1D-F8B4-A5C8-C60EC621F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11" y="-4076"/>
            <a:ext cx="7747830" cy="686120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20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Kontrollera att loggmappen finns INNAN du försöker skriva!</a:t>
            </a:r>
          </a:p>
          <a:p>
            <a:pPr marL="0" indent="0">
              <a:buNone/>
            </a:pPr>
            <a:r>
              <a:rPr lang="sv-SE" sz="1800" b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Enligt Microsoft:</a:t>
            </a:r>
            <a:r>
              <a:rPr lang="sv-SE" sz="18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sv-SE" sz="18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BEEF2"/>
                </a:highlight>
                <a:latin typeface="Consolas"/>
              </a:rPr>
              <a:t>ValidateScript</a:t>
            </a:r>
            <a:r>
              <a:rPr lang="sv-SE" sz="18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 kör din scriptblock mot värdet – om den returnerar </a:t>
            </a:r>
            <a:r>
              <a:rPr lang="sv-SE" sz="18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BEEF2"/>
                </a:highlight>
                <a:latin typeface="Consolas"/>
              </a:rPr>
              <a:t>$true</a:t>
            </a:r>
            <a:r>
              <a:rPr lang="sv-SE" sz="18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 godkänns värdet .</a:t>
            </a:r>
            <a:endParaRPr lang="sv-SE" sz="18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>
              <a:buNone/>
            </a:pPr>
            <a:r>
              <a:rPr lang="sv-SE" sz="18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8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sv-SE" sz="1800">
                <a:solidFill>
                  <a:srgbClr val="A626A4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function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Write-Log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{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1800">
                <a:solidFill>
                  <a:srgbClr val="A626A4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param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(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       [Parameter(Mandatory)]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       [string]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$Message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,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       [ValidateScript({Test-Path -Path $_})]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       [string]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$LogPath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= </a:t>
            </a:r>
            <a:r>
              <a:rPr lang="sv-SE" sz="1800">
                <a:solidFill>
                  <a:srgbClr val="50A14F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"C:\Logs\app.log"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)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$timestamp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=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Get-Date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-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Format </a:t>
            </a:r>
            <a:r>
              <a:rPr lang="sv-SE" sz="1800">
                <a:solidFill>
                  <a:srgbClr val="50A14F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"yyyy-MM-dd HH:mm:ss"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$logEntry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= </a:t>
            </a:r>
            <a:r>
              <a:rPr lang="sv-SE" sz="1800">
                <a:solidFill>
                  <a:srgbClr val="50A14F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$timestamp</a:t>
            </a:r>
            <a:r>
              <a:rPr lang="sv-SE" sz="1800">
                <a:solidFill>
                  <a:srgbClr val="50A14F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-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$Message</a:t>
            </a:r>
            <a:r>
              <a:rPr lang="sv-SE" sz="1800">
                <a:solidFill>
                  <a:srgbClr val="50A14F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Add-Content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-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Path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$LogPath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-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Value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$logEntry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}</a:t>
            </a:r>
            <a:endParaRPr lang="sv-SE" sz="1800">
              <a:solidFill>
                <a:srgbClr val="383A42"/>
              </a:solidFill>
            </a:endParaRPr>
          </a:p>
          <a:p>
            <a:pPr marL="0" indent="0">
              <a:buNone/>
            </a:pPr>
            <a:r>
              <a:rPr lang="sv-SE" sz="1800" b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Så här skapar du loggmappen:</a:t>
            </a:r>
          </a:p>
          <a:p>
            <a:pPr>
              <a:buNone/>
            </a:pPr>
            <a:r>
              <a:rPr lang="sv-SE" sz="18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8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$logDir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sv-SE" sz="18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"C:\Logs"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18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-not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Test-Path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$logDir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))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{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 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New-Item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-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Path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$logDir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-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ItemType Directory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 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Write-Host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"Skapade loggmapp: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$logDir</a:t>
            </a:r>
            <a:r>
              <a:rPr lang="sv-SE" sz="18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sv-SE" sz="1800">
              <a:solidFill>
                <a:srgbClr val="383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902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E5037433-873A-D084-39E6-1ACAAB46F3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38" t="9919" r="5095" b="13405"/>
          <a:stretch>
            <a:fillRect/>
          </a:stretch>
        </p:blipFill>
        <p:spPr>
          <a:xfrm>
            <a:off x="-1095" y="375713"/>
            <a:ext cx="12191260" cy="573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EA82CA8-7950-795F-A88C-A448E669B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Bakgrundsjobb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– Kör Tunga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Uppgifter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I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Bakgrunden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61C4811-DE75-23B5-4FE1-7EEAA0878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Start-Job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låter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dig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köra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tunga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uppgifter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bakgrunden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medan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du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fortsätter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med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annat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3D0FB43F-2BD5-F880-47F2-3C1DA78A0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8" y="2252918"/>
            <a:ext cx="12143389" cy="629758"/>
          </a:xfrm>
          <a:prstGeom prst="rect">
            <a:avLst/>
          </a:prstGeom>
        </p:spPr>
      </p:pic>
      <p:sp>
        <p:nvSpPr>
          <p:cNvPr id="5" name="textruta 4">
            <a:extLst>
              <a:ext uri="{FF2B5EF4-FFF2-40B4-BE49-F238E27FC236}">
                <a16:creationId xmlns:a16="http://schemas.microsoft.com/office/drawing/2014/main" id="{638D143D-9990-8895-1DAA-6B399B941D42}"/>
              </a:ext>
            </a:extLst>
          </p:cNvPr>
          <p:cNvSpPr txBox="1"/>
          <p:nvPr/>
        </p:nvSpPr>
        <p:spPr>
          <a:xfrm>
            <a:off x="45982" y="2995449"/>
            <a:ext cx="12139447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Enkelt</a:t>
            </a:r>
            <a:r>
              <a:rPr lang="en-US" sz="16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16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exempel</a:t>
            </a:r>
            <a:r>
              <a:rPr lang="en-US" sz="16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:</a:t>
            </a:r>
            <a:endParaRPr lang="en-US" sz="1600" b="1">
              <a:solidFill>
                <a:srgbClr val="0F1115"/>
              </a:solidFill>
              <a:latin typeface="quote-cjk-patch"/>
            </a:endParaRPr>
          </a:p>
          <a:p>
            <a:r>
              <a:rPr lang="en-US" sz="1600" dirty="0" err="1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en-US" sz="1600"/>
          </a:p>
          <a:p>
            <a:r>
              <a:rPr lang="en-US" sz="1600" i="1" dirty="0">
                <a:solidFill>
                  <a:srgbClr val="A0A1A7"/>
                </a:solidFill>
                <a:latin typeface="Consolas"/>
              </a:rPr>
              <a:t># Starta </a:t>
            </a:r>
            <a:r>
              <a:rPr lang="en-US" sz="1600" i="1" dirty="0" err="1">
                <a:solidFill>
                  <a:srgbClr val="A0A1A7"/>
                </a:solidFill>
                <a:latin typeface="Consolas"/>
              </a:rPr>
              <a:t>ett</a:t>
            </a:r>
            <a:r>
              <a:rPr lang="en-US" sz="1600" i="1" dirty="0">
                <a:solidFill>
                  <a:srgbClr val="A0A1A7"/>
                </a:solidFill>
                <a:latin typeface="Consolas"/>
              </a:rPr>
              <a:t> </a:t>
            </a:r>
            <a:r>
              <a:rPr lang="en-US" sz="1600" i="1" dirty="0" err="1">
                <a:solidFill>
                  <a:srgbClr val="A0A1A7"/>
                </a:solidFill>
                <a:latin typeface="Consolas"/>
              </a:rPr>
              <a:t>jobb</a:t>
            </a:r>
            <a:r>
              <a:rPr lang="en-US" sz="1600" i="1" dirty="0">
                <a:solidFill>
                  <a:srgbClr val="A0A1A7"/>
                </a:solidFill>
                <a:latin typeface="Consolas"/>
              </a:rPr>
              <a:t> </a:t>
            </a:r>
            <a:r>
              <a:rPr lang="en-US" sz="1600" i="1" dirty="0" err="1">
                <a:solidFill>
                  <a:srgbClr val="A0A1A7"/>
                </a:solidFill>
                <a:latin typeface="Consolas"/>
              </a:rPr>
              <a:t>som</a:t>
            </a:r>
            <a:r>
              <a:rPr lang="en-US" sz="1600" i="1" dirty="0">
                <a:solidFill>
                  <a:srgbClr val="A0A1A7"/>
                </a:solidFill>
                <a:latin typeface="Consolas"/>
              </a:rPr>
              <a:t> </a:t>
            </a:r>
            <a:r>
              <a:rPr lang="en-US" sz="1600" i="1" dirty="0" err="1">
                <a:solidFill>
                  <a:srgbClr val="A0A1A7"/>
                </a:solidFill>
                <a:latin typeface="Consolas"/>
              </a:rPr>
              <a:t>kör</a:t>
            </a:r>
            <a:r>
              <a:rPr lang="en-US" sz="1600" i="1" dirty="0">
                <a:solidFill>
                  <a:srgbClr val="A0A1A7"/>
                </a:solidFill>
                <a:latin typeface="Consolas"/>
              </a:rPr>
              <a:t> </a:t>
            </a:r>
            <a:r>
              <a:rPr lang="en-US" sz="1600" i="1" dirty="0" err="1">
                <a:solidFill>
                  <a:srgbClr val="A0A1A7"/>
                </a:solidFill>
                <a:latin typeface="Consolas"/>
              </a:rPr>
              <a:t>i</a:t>
            </a:r>
            <a:r>
              <a:rPr lang="en-US" sz="1600" i="1" dirty="0">
                <a:solidFill>
                  <a:srgbClr val="A0A1A7"/>
                </a:solidFill>
                <a:latin typeface="Consolas"/>
              </a:rPr>
              <a:t> </a:t>
            </a:r>
            <a:r>
              <a:rPr lang="en-US" sz="1600" i="1" dirty="0" err="1">
                <a:solidFill>
                  <a:srgbClr val="A0A1A7"/>
                </a:solidFill>
                <a:latin typeface="Consolas"/>
              </a:rPr>
              <a:t>bakgrunden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en-US" sz="1600" dirty="0">
                <a:solidFill>
                  <a:srgbClr val="4078F2"/>
                </a:solidFill>
                <a:latin typeface="Consolas"/>
              </a:rPr>
              <a:t>$</a:t>
            </a:r>
            <a:r>
              <a:rPr lang="en-US" sz="1600" dirty="0" err="1">
                <a:solidFill>
                  <a:srgbClr val="4078F2"/>
                </a:solidFill>
                <a:latin typeface="Consolas"/>
              </a:rPr>
              <a:t>jobb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 = </a:t>
            </a:r>
            <a:r>
              <a:rPr lang="en-US" sz="1600" dirty="0">
                <a:solidFill>
                  <a:srgbClr val="4078F2"/>
                </a:solidFill>
                <a:latin typeface="Consolas"/>
              </a:rPr>
              <a:t>Start-Job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4078F2"/>
                </a:solidFill>
                <a:latin typeface="Consolas"/>
              </a:rPr>
              <a:t>-</a:t>
            </a:r>
            <a:r>
              <a:rPr lang="en-US" sz="1600" dirty="0" err="1">
                <a:solidFill>
                  <a:srgbClr val="0F1115"/>
                </a:solidFill>
                <a:latin typeface="Consolas"/>
              </a:rPr>
              <a:t>ScriptBlock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383A42"/>
                </a:solidFill>
                <a:latin typeface="Consolas"/>
              </a:rPr>
              <a:t>{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en-US" sz="1600" dirty="0">
                <a:solidFill>
                  <a:srgbClr val="4078F2"/>
                </a:solidFill>
                <a:latin typeface="Consolas"/>
              </a:rPr>
              <a:t>Start-Sleep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4078F2"/>
                </a:solidFill>
                <a:latin typeface="Consolas"/>
              </a:rPr>
              <a:t>-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Seconds 5
    </a:t>
            </a:r>
            <a:r>
              <a:rPr lang="en-US" sz="1600" dirty="0">
                <a:solidFill>
                  <a:srgbClr val="A626A4"/>
                </a:solidFill>
                <a:latin typeface="Consolas"/>
              </a:rPr>
              <a:t>return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50A14F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50A14F"/>
                </a:solidFill>
                <a:latin typeface="Consolas"/>
              </a:rPr>
              <a:t>Jobbet</a:t>
            </a:r>
            <a:r>
              <a:rPr lang="en-US" sz="1600" dirty="0">
                <a:solidFill>
                  <a:srgbClr val="50A14F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50A14F"/>
                </a:solidFill>
                <a:latin typeface="Consolas"/>
              </a:rPr>
              <a:t>är</a:t>
            </a:r>
            <a:r>
              <a:rPr lang="en-US" sz="1600" dirty="0">
                <a:solidFill>
                  <a:srgbClr val="50A14F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50A14F"/>
                </a:solidFill>
                <a:latin typeface="Consolas"/>
              </a:rPr>
              <a:t>klart</a:t>
            </a:r>
            <a:r>
              <a:rPr lang="en-US" sz="1600" dirty="0">
                <a:solidFill>
                  <a:srgbClr val="50A14F"/>
                </a:solidFill>
                <a:latin typeface="Consolas"/>
              </a:rPr>
              <a:t>!"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en-US" sz="1600" dirty="0">
                <a:solidFill>
                  <a:srgbClr val="383A42"/>
                </a:solidFill>
                <a:latin typeface="Consolas"/>
              </a:rPr>
              <a:t>}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en-US" sz="1600" dirty="0">
                <a:solidFill>
                  <a:srgbClr val="4078F2"/>
                </a:solidFill>
                <a:latin typeface="Consolas"/>
              </a:rPr>
              <a:t>Write-Host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50A14F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50A14F"/>
                </a:solidFill>
                <a:latin typeface="Consolas"/>
              </a:rPr>
              <a:t>Väntar</a:t>
            </a:r>
            <a:r>
              <a:rPr lang="en-US" sz="1600" dirty="0">
                <a:solidFill>
                  <a:srgbClr val="50A14F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50A14F"/>
                </a:solidFill>
                <a:latin typeface="Consolas"/>
              </a:rPr>
              <a:t>på</a:t>
            </a:r>
            <a:r>
              <a:rPr lang="en-US" sz="1600" dirty="0">
                <a:solidFill>
                  <a:srgbClr val="50A14F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50A14F"/>
                </a:solidFill>
                <a:latin typeface="Consolas"/>
              </a:rPr>
              <a:t>jobb</a:t>
            </a:r>
            <a:r>
              <a:rPr lang="en-US" sz="1600" dirty="0">
                <a:solidFill>
                  <a:srgbClr val="50A14F"/>
                </a:solidFill>
                <a:latin typeface="Consolas"/>
              </a:rPr>
              <a:t>..."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  </a:t>
            </a:r>
            <a:r>
              <a:rPr lang="en-US" sz="1600" i="1" dirty="0">
                <a:solidFill>
                  <a:srgbClr val="A0A1A7"/>
                </a:solidFill>
                <a:latin typeface="Consolas"/>
              </a:rPr>
              <a:t># Detta visas </a:t>
            </a:r>
            <a:r>
              <a:rPr lang="en-US" sz="1600" i="1" dirty="0" err="1">
                <a:solidFill>
                  <a:srgbClr val="A0A1A7"/>
                </a:solidFill>
                <a:latin typeface="Consolas"/>
              </a:rPr>
              <a:t>direkt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en-US" sz="1600" i="1" dirty="0">
                <a:solidFill>
                  <a:srgbClr val="A0A1A7"/>
                </a:solidFill>
                <a:latin typeface="Consolas"/>
              </a:rPr>
              <a:t># </a:t>
            </a:r>
            <a:r>
              <a:rPr lang="en-US" sz="1600" i="1" dirty="0" err="1">
                <a:solidFill>
                  <a:srgbClr val="A0A1A7"/>
                </a:solidFill>
                <a:latin typeface="Consolas"/>
              </a:rPr>
              <a:t>Vänta</a:t>
            </a:r>
            <a:r>
              <a:rPr lang="en-US" sz="1600" i="1" dirty="0">
                <a:solidFill>
                  <a:srgbClr val="A0A1A7"/>
                </a:solidFill>
                <a:latin typeface="Consolas"/>
              </a:rPr>
              <a:t> </a:t>
            </a:r>
            <a:r>
              <a:rPr lang="en-US" sz="1600" i="1" dirty="0" err="1">
                <a:solidFill>
                  <a:srgbClr val="A0A1A7"/>
                </a:solidFill>
                <a:latin typeface="Consolas"/>
              </a:rPr>
              <a:t>på</a:t>
            </a:r>
            <a:r>
              <a:rPr lang="en-US" sz="1600" i="1" dirty="0">
                <a:solidFill>
                  <a:srgbClr val="A0A1A7"/>
                </a:solidFill>
                <a:latin typeface="Consolas"/>
              </a:rPr>
              <a:t> </a:t>
            </a:r>
            <a:r>
              <a:rPr lang="en-US" sz="1600" i="1" dirty="0" err="1">
                <a:solidFill>
                  <a:srgbClr val="A0A1A7"/>
                </a:solidFill>
                <a:latin typeface="Consolas"/>
              </a:rPr>
              <a:t>att</a:t>
            </a:r>
            <a:r>
              <a:rPr lang="en-US" sz="1600" i="1" dirty="0">
                <a:solidFill>
                  <a:srgbClr val="A0A1A7"/>
                </a:solidFill>
                <a:latin typeface="Consolas"/>
              </a:rPr>
              <a:t> </a:t>
            </a:r>
            <a:r>
              <a:rPr lang="en-US" sz="1600" i="1" dirty="0" err="1">
                <a:solidFill>
                  <a:srgbClr val="A0A1A7"/>
                </a:solidFill>
                <a:latin typeface="Consolas"/>
              </a:rPr>
              <a:t>jobbet</a:t>
            </a:r>
            <a:r>
              <a:rPr lang="en-US" sz="1600" i="1" dirty="0">
                <a:solidFill>
                  <a:srgbClr val="A0A1A7"/>
                </a:solidFill>
                <a:latin typeface="Consolas"/>
              </a:rPr>
              <a:t> ska </a:t>
            </a:r>
            <a:r>
              <a:rPr lang="en-US" sz="1600" i="1" dirty="0" err="1">
                <a:solidFill>
                  <a:srgbClr val="A0A1A7"/>
                </a:solidFill>
                <a:latin typeface="Consolas"/>
              </a:rPr>
              <a:t>bli</a:t>
            </a:r>
            <a:r>
              <a:rPr lang="en-US" sz="1600" i="1" dirty="0">
                <a:solidFill>
                  <a:srgbClr val="A0A1A7"/>
                </a:solidFill>
                <a:latin typeface="Consolas"/>
              </a:rPr>
              <a:t> </a:t>
            </a:r>
            <a:r>
              <a:rPr lang="en-US" sz="1600" i="1" dirty="0" err="1">
                <a:solidFill>
                  <a:srgbClr val="A0A1A7"/>
                </a:solidFill>
                <a:latin typeface="Consolas"/>
              </a:rPr>
              <a:t>klart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en-US" sz="1600" dirty="0">
                <a:solidFill>
                  <a:srgbClr val="4078F2"/>
                </a:solidFill>
                <a:latin typeface="Consolas"/>
              </a:rPr>
              <a:t>$</a:t>
            </a:r>
            <a:r>
              <a:rPr lang="en-US" sz="1600" dirty="0" err="1">
                <a:solidFill>
                  <a:srgbClr val="4078F2"/>
                </a:solidFill>
                <a:latin typeface="Consolas"/>
              </a:rPr>
              <a:t>resultat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 = </a:t>
            </a:r>
            <a:r>
              <a:rPr lang="en-US" sz="1600" dirty="0">
                <a:solidFill>
                  <a:srgbClr val="4078F2"/>
                </a:solidFill>
                <a:latin typeface="Consolas"/>
              </a:rPr>
              <a:t>Receive-Job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4078F2"/>
                </a:solidFill>
                <a:latin typeface="Consolas"/>
              </a:rPr>
              <a:t>-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Job </a:t>
            </a:r>
            <a:r>
              <a:rPr lang="en-US" sz="1600" dirty="0">
                <a:solidFill>
                  <a:srgbClr val="4078F2"/>
                </a:solidFill>
                <a:latin typeface="Consolas"/>
              </a:rPr>
              <a:t>$</a:t>
            </a:r>
            <a:r>
              <a:rPr lang="en-US" sz="1600" dirty="0" err="1">
                <a:solidFill>
                  <a:srgbClr val="4078F2"/>
                </a:solidFill>
                <a:latin typeface="Consolas"/>
              </a:rPr>
              <a:t>jobb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4078F2"/>
                </a:solidFill>
                <a:latin typeface="Consolas"/>
              </a:rPr>
              <a:t>-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Wait
</a:t>
            </a:r>
            <a:r>
              <a:rPr lang="en-US" sz="1600" dirty="0">
                <a:solidFill>
                  <a:srgbClr val="4078F2"/>
                </a:solidFill>
                <a:latin typeface="Consolas"/>
              </a:rPr>
              <a:t>Write-Host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4078F2"/>
                </a:solidFill>
                <a:latin typeface="Consolas"/>
              </a:rPr>
              <a:t>$</a:t>
            </a:r>
            <a:r>
              <a:rPr lang="en-US" sz="1600" dirty="0" err="1">
                <a:solidFill>
                  <a:srgbClr val="4078F2"/>
                </a:solidFill>
                <a:latin typeface="Consolas"/>
              </a:rPr>
              <a:t>resultat</a:t>
            </a:r>
            <a:r>
              <a:rPr lang="en-US" sz="1600" dirty="0">
                <a:solidFill>
                  <a:srgbClr val="0F1115"/>
                </a:solidFill>
                <a:latin typeface="Consolas"/>
              </a:rPr>
              <a:t>  </a:t>
            </a:r>
            <a:r>
              <a:rPr lang="en-US" sz="1600" i="1" dirty="0">
                <a:solidFill>
                  <a:srgbClr val="A0A1A7"/>
                </a:solidFill>
                <a:latin typeface="Consolas"/>
              </a:rPr>
              <a:t># Detta visas </a:t>
            </a:r>
            <a:r>
              <a:rPr lang="en-US" sz="1600" i="1" dirty="0" err="1">
                <a:solidFill>
                  <a:srgbClr val="A0A1A7"/>
                </a:solidFill>
                <a:latin typeface="Consolas"/>
              </a:rPr>
              <a:t>efter</a:t>
            </a:r>
            <a:r>
              <a:rPr lang="en-US" sz="1600" i="1" dirty="0">
                <a:solidFill>
                  <a:srgbClr val="A0A1A7"/>
                </a:solidFill>
                <a:latin typeface="Consolas"/>
              </a:rPr>
              <a:t> 5 </a:t>
            </a:r>
            <a:r>
              <a:rPr lang="en-US" sz="1600" i="1" dirty="0" err="1">
                <a:solidFill>
                  <a:srgbClr val="A0A1A7"/>
                </a:solidFill>
                <a:latin typeface="Consolas"/>
              </a:rPr>
              <a:t>sekunder</a:t>
            </a:r>
            <a:endParaRPr lang="en-US" sz="1600"/>
          </a:p>
          <a:p>
            <a:pPr algn="ctr"/>
            <a:endParaRPr lang="sv-SE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r>
              <a:rPr lang="sv-SE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Proffstips:</a:t>
            </a:r>
            <a:r>
              <a:rPr lang="sv-SE" sz="16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sv-SE" sz="16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Start-Job</a:t>
            </a:r>
            <a:r>
              <a:rPr lang="sv-SE" sz="16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startar en separat PowerShell-process för att köra ditt skript i bakgrunden .</a:t>
            </a:r>
            <a:endParaRPr lang="sv-SE" sz="1600" dirty="0"/>
          </a:p>
        </p:txBody>
      </p:sp>
    </p:spTree>
    <p:extLst>
      <p:ext uri="{BB962C8B-B14F-4D97-AF65-F5344CB8AC3E}">
        <p14:creationId xmlns:p14="http://schemas.microsoft.com/office/powerpoint/2010/main" val="2321676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515456E-B1B1-48C1-8164-7E567F5D4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CF0DC-D23A-4CA2-8463-27F89928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8A381C4-0C0D-491F-90D8-63CF760B4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5698">
            <a:off x="-195643" y="67946"/>
            <a:ext cx="6408310" cy="6912725"/>
          </a:xfrm>
          <a:custGeom>
            <a:avLst/>
            <a:gdLst>
              <a:gd name="connsiteX0" fmla="*/ 0 w 6408310"/>
              <a:gd name="connsiteY0" fmla="*/ 108934 h 6912725"/>
              <a:gd name="connsiteX1" fmla="*/ 1911522 w 6408310"/>
              <a:gd name="connsiteY1" fmla="*/ 0 h 6912725"/>
              <a:gd name="connsiteX2" fmla="*/ 1916026 w 6408310"/>
              <a:gd name="connsiteY2" fmla="*/ 4704 h 6912725"/>
              <a:gd name="connsiteX3" fmla="*/ 1911112 w 6408310"/>
              <a:gd name="connsiteY3" fmla="*/ 17418 h 6912725"/>
              <a:gd name="connsiteX4" fmla="*/ 1972871 w 6408310"/>
              <a:gd name="connsiteY4" fmla="*/ 72530 h 6912725"/>
              <a:gd name="connsiteX5" fmla="*/ 2069180 w 6408310"/>
              <a:gd name="connsiteY5" fmla="*/ 173199 h 6912725"/>
              <a:gd name="connsiteX6" fmla="*/ 2131569 w 6408310"/>
              <a:gd name="connsiteY6" fmla="*/ 227805 h 6912725"/>
              <a:gd name="connsiteX7" fmla="*/ 2162747 w 6408310"/>
              <a:gd name="connsiteY7" fmla="*/ 239714 h 6912725"/>
              <a:gd name="connsiteX8" fmla="*/ 2220499 w 6408310"/>
              <a:gd name="connsiteY8" fmla="*/ 289903 h 6912725"/>
              <a:gd name="connsiteX9" fmla="*/ 2381978 w 6408310"/>
              <a:gd name="connsiteY9" fmla="*/ 391093 h 6912725"/>
              <a:gd name="connsiteX10" fmla="*/ 2445910 w 6408310"/>
              <a:gd name="connsiteY10" fmla="*/ 463815 h 6912725"/>
              <a:gd name="connsiteX11" fmla="*/ 2531236 w 6408310"/>
              <a:gd name="connsiteY11" fmla="*/ 600817 h 6912725"/>
              <a:gd name="connsiteX12" fmla="*/ 2617149 w 6408310"/>
              <a:gd name="connsiteY12" fmla="*/ 703748 h 6912725"/>
              <a:gd name="connsiteX13" fmla="*/ 2650333 w 6408310"/>
              <a:gd name="connsiteY13" fmla="*/ 720900 h 6912725"/>
              <a:gd name="connsiteX14" fmla="*/ 2705541 w 6408310"/>
              <a:gd name="connsiteY14" fmla="*/ 750090 h 6912725"/>
              <a:gd name="connsiteX15" fmla="*/ 2757210 w 6408310"/>
              <a:gd name="connsiteY15" fmla="*/ 789489 h 6912725"/>
              <a:gd name="connsiteX16" fmla="*/ 2791660 w 6408310"/>
              <a:gd name="connsiteY16" fmla="*/ 816041 h 6912725"/>
              <a:gd name="connsiteX17" fmla="*/ 2840975 w 6408310"/>
              <a:gd name="connsiteY17" fmla="*/ 842225 h 6912725"/>
              <a:gd name="connsiteX18" fmla="*/ 2917970 w 6408310"/>
              <a:gd name="connsiteY18" fmla="*/ 879392 h 6912725"/>
              <a:gd name="connsiteX19" fmla="*/ 2957236 w 6408310"/>
              <a:gd name="connsiteY19" fmla="*/ 906835 h 6912725"/>
              <a:gd name="connsiteX20" fmla="*/ 3117215 w 6408310"/>
              <a:gd name="connsiteY20" fmla="*/ 1073714 h 6912725"/>
              <a:gd name="connsiteX21" fmla="*/ 3250958 w 6408310"/>
              <a:gd name="connsiteY21" fmla="*/ 1130397 h 6912725"/>
              <a:gd name="connsiteX22" fmla="*/ 3496717 w 6408310"/>
              <a:gd name="connsiteY22" fmla="*/ 1260412 h 6912725"/>
              <a:gd name="connsiteX23" fmla="*/ 3494992 w 6408310"/>
              <a:gd name="connsiteY23" fmla="*/ 1268283 h 6912725"/>
              <a:gd name="connsiteX24" fmla="*/ 3508993 w 6408310"/>
              <a:gd name="connsiteY24" fmla="*/ 1287737 h 6912725"/>
              <a:gd name="connsiteX25" fmla="*/ 3512115 w 6408310"/>
              <a:gd name="connsiteY25" fmla="*/ 1288544 h 6912725"/>
              <a:gd name="connsiteX26" fmla="*/ 3548697 w 6408310"/>
              <a:gd name="connsiteY26" fmla="*/ 1363739 h 6912725"/>
              <a:gd name="connsiteX27" fmla="*/ 3656567 w 6408310"/>
              <a:gd name="connsiteY27" fmla="*/ 1479533 h 6912725"/>
              <a:gd name="connsiteX28" fmla="*/ 3661987 w 6408310"/>
              <a:gd name="connsiteY28" fmla="*/ 1491779 h 6912725"/>
              <a:gd name="connsiteX29" fmla="*/ 3667389 w 6408310"/>
              <a:gd name="connsiteY29" fmla="*/ 1495409 h 6912725"/>
              <a:gd name="connsiteX30" fmla="*/ 3800461 w 6408310"/>
              <a:gd name="connsiteY30" fmla="*/ 1696689 h 6912725"/>
              <a:gd name="connsiteX31" fmla="*/ 3933737 w 6408310"/>
              <a:gd name="connsiteY31" fmla="*/ 1853325 h 6912725"/>
              <a:gd name="connsiteX32" fmla="*/ 3946446 w 6408310"/>
              <a:gd name="connsiteY32" fmla="*/ 1903446 h 6912725"/>
              <a:gd name="connsiteX33" fmla="*/ 3960581 w 6408310"/>
              <a:gd name="connsiteY33" fmla="*/ 1913244 h 6912725"/>
              <a:gd name="connsiteX34" fmla="*/ 4015111 w 6408310"/>
              <a:gd name="connsiteY34" fmla="*/ 1956512 h 6912725"/>
              <a:gd name="connsiteX35" fmla="*/ 4070740 w 6408310"/>
              <a:gd name="connsiteY35" fmla="*/ 1999693 h 6912725"/>
              <a:gd name="connsiteX36" fmla="*/ 4091495 w 6408310"/>
              <a:gd name="connsiteY36" fmla="*/ 2064313 h 6912725"/>
              <a:gd name="connsiteX37" fmla="*/ 4118353 w 6408310"/>
              <a:gd name="connsiteY37" fmla="*/ 2073901 h 6912725"/>
              <a:gd name="connsiteX38" fmla="*/ 4123293 w 6408310"/>
              <a:gd name="connsiteY38" fmla="*/ 2075261 h 6912725"/>
              <a:gd name="connsiteX39" fmla="*/ 4166582 w 6408310"/>
              <a:gd name="connsiteY39" fmla="*/ 2120685 h 6912725"/>
              <a:gd name="connsiteX40" fmla="*/ 4213721 w 6408310"/>
              <a:gd name="connsiteY40" fmla="*/ 2168493 h 6912725"/>
              <a:gd name="connsiteX41" fmla="*/ 4250795 w 6408310"/>
              <a:gd name="connsiteY41" fmla="*/ 2261746 h 6912725"/>
              <a:gd name="connsiteX42" fmla="*/ 4295408 w 6408310"/>
              <a:gd name="connsiteY42" fmla="*/ 2340515 h 6912725"/>
              <a:gd name="connsiteX43" fmla="*/ 4318976 w 6408310"/>
              <a:gd name="connsiteY43" fmla="*/ 2371504 h 6912725"/>
              <a:gd name="connsiteX44" fmla="*/ 4323314 w 6408310"/>
              <a:gd name="connsiteY44" fmla="*/ 2378166 h 6912725"/>
              <a:gd name="connsiteX45" fmla="*/ 4323235 w 6408310"/>
              <a:gd name="connsiteY45" fmla="*/ 2378475 h 6912725"/>
              <a:gd name="connsiteX46" fmla="*/ 4327479 w 6408310"/>
              <a:gd name="connsiteY46" fmla="*/ 2385858 h 6912725"/>
              <a:gd name="connsiteX47" fmla="*/ 4331226 w 6408310"/>
              <a:gd name="connsiteY47" fmla="*/ 2390318 h 6912725"/>
              <a:gd name="connsiteX48" fmla="*/ 4339643 w 6408310"/>
              <a:gd name="connsiteY48" fmla="*/ 2403246 h 6912725"/>
              <a:gd name="connsiteX49" fmla="*/ 4341435 w 6408310"/>
              <a:gd name="connsiteY49" fmla="*/ 2408870 h 6912725"/>
              <a:gd name="connsiteX50" fmla="*/ 4340548 w 6408310"/>
              <a:gd name="connsiteY50" fmla="*/ 2412798 h 6912725"/>
              <a:gd name="connsiteX51" fmla="*/ 4351634 w 6408310"/>
              <a:gd name="connsiteY51" fmla="*/ 2443869 h 6912725"/>
              <a:gd name="connsiteX52" fmla="*/ 4380688 w 6408310"/>
              <a:gd name="connsiteY52" fmla="*/ 2504819 h 6912725"/>
              <a:gd name="connsiteX53" fmla="*/ 4399892 w 6408310"/>
              <a:gd name="connsiteY53" fmla="*/ 2537002 h 6912725"/>
              <a:gd name="connsiteX54" fmla="*/ 4449690 w 6408310"/>
              <a:gd name="connsiteY54" fmla="*/ 2628144 h 6912725"/>
              <a:gd name="connsiteX55" fmla="*/ 4512427 w 6408310"/>
              <a:gd name="connsiteY55" fmla="*/ 2840755 h 6912725"/>
              <a:gd name="connsiteX56" fmla="*/ 4591091 w 6408310"/>
              <a:gd name="connsiteY56" fmla="*/ 3036586 h 6912725"/>
              <a:gd name="connsiteX57" fmla="*/ 4757297 w 6408310"/>
              <a:gd name="connsiteY57" fmla="*/ 3388741 h 6912725"/>
              <a:gd name="connsiteX58" fmla="*/ 4755264 w 6408310"/>
              <a:gd name="connsiteY58" fmla="*/ 3461211 h 6912725"/>
              <a:gd name="connsiteX59" fmla="*/ 4776842 w 6408310"/>
              <a:gd name="connsiteY59" fmla="*/ 3503606 h 6912725"/>
              <a:gd name="connsiteX60" fmla="*/ 4815953 w 6408310"/>
              <a:gd name="connsiteY60" fmla="*/ 3543897 h 6912725"/>
              <a:gd name="connsiteX61" fmla="*/ 4826382 w 6408310"/>
              <a:gd name="connsiteY61" fmla="*/ 3589602 h 6912725"/>
              <a:gd name="connsiteX62" fmla="*/ 4900664 w 6408310"/>
              <a:gd name="connsiteY62" fmla="*/ 3697326 h 6912725"/>
              <a:gd name="connsiteX63" fmla="*/ 4944717 w 6408310"/>
              <a:gd name="connsiteY63" fmla="*/ 3795461 h 6912725"/>
              <a:gd name="connsiteX64" fmla="*/ 4981260 w 6408310"/>
              <a:gd name="connsiteY64" fmla="*/ 3887734 h 6912725"/>
              <a:gd name="connsiteX65" fmla="*/ 5000423 w 6408310"/>
              <a:gd name="connsiteY65" fmla="*/ 3933089 h 6912725"/>
              <a:gd name="connsiteX66" fmla="*/ 5033013 w 6408310"/>
              <a:gd name="connsiteY66" fmla="*/ 3937041 h 6912725"/>
              <a:gd name="connsiteX67" fmla="*/ 5081597 w 6408310"/>
              <a:gd name="connsiteY67" fmla="*/ 4013154 h 6912725"/>
              <a:gd name="connsiteX68" fmla="*/ 5088052 w 6408310"/>
              <a:gd name="connsiteY68" fmla="*/ 4027525 h 6912725"/>
              <a:gd name="connsiteX69" fmla="*/ 5189054 w 6408310"/>
              <a:gd name="connsiteY69" fmla="*/ 4098668 h 6912725"/>
              <a:gd name="connsiteX70" fmla="*/ 5228545 w 6408310"/>
              <a:gd name="connsiteY70" fmla="*/ 4146658 h 6912725"/>
              <a:gd name="connsiteX71" fmla="*/ 5268336 w 6408310"/>
              <a:gd name="connsiteY71" fmla="*/ 4194504 h 6912725"/>
              <a:gd name="connsiteX72" fmla="*/ 5317950 w 6408310"/>
              <a:gd name="connsiteY72" fmla="*/ 4267325 h 6912725"/>
              <a:gd name="connsiteX73" fmla="*/ 5598270 w 6408310"/>
              <a:gd name="connsiteY73" fmla="*/ 4563876 h 6912725"/>
              <a:gd name="connsiteX74" fmla="*/ 5833068 w 6408310"/>
              <a:gd name="connsiteY74" fmla="*/ 5016605 h 6912725"/>
              <a:gd name="connsiteX75" fmla="*/ 6045916 w 6408310"/>
              <a:gd name="connsiteY75" fmla="*/ 5405287 h 6912725"/>
              <a:gd name="connsiteX76" fmla="*/ 6117737 w 6408310"/>
              <a:gd name="connsiteY76" fmla="*/ 5538137 h 6912725"/>
              <a:gd name="connsiteX77" fmla="*/ 6144230 w 6408310"/>
              <a:gd name="connsiteY77" fmla="*/ 5635151 h 6912725"/>
              <a:gd name="connsiteX78" fmla="*/ 6176742 w 6408310"/>
              <a:gd name="connsiteY78" fmla="*/ 5809044 h 6912725"/>
              <a:gd name="connsiteX79" fmla="*/ 6245199 w 6408310"/>
              <a:gd name="connsiteY79" fmla="*/ 6038018 h 6912725"/>
              <a:gd name="connsiteX80" fmla="*/ 6303931 w 6408310"/>
              <a:gd name="connsiteY80" fmla="*/ 6175618 h 6912725"/>
              <a:gd name="connsiteX81" fmla="*/ 6336313 w 6408310"/>
              <a:gd name="connsiteY81" fmla="*/ 6345837 h 6912725"/>
              <a:gd name="connsiteX82" fmla="*/ 6401195 w 6408310"/>
              <a:gd name="connsiteY82" fmla="*/ 6542084 h 6912725"/>
              <a:gd name="connsiteX83" fmla="*/ 6408310 w 6408310"/>
              <a:gd name="connsiteY83" fmla="*/ 6612865 h 6912725"/>
              <a:gd name="connsiteX84" fmla="*/ 1146484 w 6408310"/>
              <a:gd name="connsiteY84" fmla="*/ 6912725 h 6912725"/>
              <a:gd name="connsiteX85" fmla="*/ 1108438 w 6408310"/>
              <a:gd name="connsiteY85" fmla="*/ 6825083 h 6912725"/>
              <a:gd name="connsiteX86" fmla="*/ 997867 w 6408310"/>
              <a:gd name="connsiteY86" fmla="*/ 6378703 h 6912725"/>
              <a:gd name="connsiteX87" fmla="*/ 858750 w 6408310"/>
              <a:gd name="connsiteY87" fmla="*/ 5923784 h 6912725"/>
              <a:gd name="connsiteX88" fmla="*/ 860408 w 6408310"/>
              <a:gd name="connsiteY88" fmla="*/ 5860728 h 6912725"/>
              <a:gd name="connsiteX89" fmla="*/ 853644 w 6408310"/>
              <a:gd name="connsiteY89" fmla="*/ 5771381 h 6912725"/>
              <a:gd name="connsiteX90" fmla="*/ 852164 w 6408310"/>
              <a:gd name="connsiteY90" fmla="*/ 5615193 h 6912725"/>
              <a:gd name="connsiteX91" fmla="*/ 831986 w 6408310"/>
              <a:gd name="connsiteY91" fmla="*/ 5402745 h 6912725"/>
              <a:gd name="connsiteX92" fmla="*/ 759590 w 6408310"/>
              <a:gd name="connsiteY92" fmla="*/ 5239800 h 6912725"/>
              <a:gd name="connsiteX93" fmla="*/ 767251 w 6408310"/>
              <a:gd name="connsiteY93" fmla="*/ 5227414 h 6912725"/>
              <a:gd name="connsiteX94" fmla="*/ 745427 w 6408310"/>
              <a:gd name="connsiteY94" fmla="*/ 5118958 h 6912725"/>
              <a:gd name="connsiteX95" fmla="*/ 635950 w 6408310"/>
              <a:gd name="connsiteY95" fmla="*/ 4788294 h 6912725"/>
              <a:gd name="connsiteX96" fmla="*/ 558787 w 6408310"/>
              <a:gd name="connsiteY96" fmla="*/ 4518070 h 6912725"/>
              <a:gd name="connsiteX97" fmla="*/ 555530 w 6408310"/>
              <a:gd name="connsiteY97" fmla="*/ 4444433 h 6912725"/>
              <a:gd name="connsiteX98" fmla="*/ 549378 w 6408310"/>
              <a:gd name="connsiteY98" fmla="*/ 4320965 h 6912725"/>
              <a:gd name="connsiteX99" fmla="*/ 572361 w 6408310"/>
              <a:gd name="connsiteY99" fmla="*/ 4232369 h 6912725"/>
              <a:gd name="connsiteX100" fmla="*/ 556288 w 6408310"/>
              <a:gd name="connsiteY100" fmla="*/ 4127673 h 6912725"/>
              <a:gd name="connsiteX101" fmla="*/ 506660 w 6408310"/>
              <a:gd name="connsiteY101" fmla="*/ 3821119 h 6912725"/>
              <a:gd name="connsiteX102" fmla="*/ 494791 w 6408310"/>
              <a:gd name="connsiteY102" fmla="*/ 3723556 h 6912725"/>
              <a:gd name="connsiteX103" fmla="*/ 490230 w 6408310"/>
              <a:gd name="connsiteY103" fmla="*/ 3508893 h 6912725"/>
              <a:gd name="connsiteX104" fmla="*/ 484223 w 6408310"/>
              <a:gd name="connsiteY104" fmla="*/ 3233179 h 6912725"/>
              <a:gd name="connsiteX105" fmla="*/ 460329 w 6408310"/>
              <a:gd name="connsiteY105" fmla="*/ 3041244 h 6912725"/>
              <a:gd name="connsiteX106" fmla="*/ 407197 w 6408310"/>
              <a:gd name="connsiteY106" fmla="*/ 2812292 h 6912725"/>
              <a:gd name="connsiteX107" fmla="*/ 386122 w 6408310"/>
              <a:gd name="connsiteY107" fmla="*/ 2757841 h 6912725"/>
              <a:gd name="connsiteX108" fmla="*/ 363684 w 6408310"/>
              <a:gd name="connsiteY108" fmla="*/ 2714608 h 6912725"/>
              <a:gd name="connsiteX109" fmla="*/ 330746 w 6408310"/>
              <a:gd name="connsiteY109" fmla="*/ 2625146 h 6912725"/>
              <a:gd name="connsiteX110" fmla="*/ 299927 w 6408310"/>
              <a:gd name="connsiteY110" fmla="*/ 2566177 h 6912725"/>
              <a:gd name="connsiteX111" fmla="*/ 288272 w 6408310"/>
              <a:gd name="connsiteY111" fmla="*/ 2439923 h 6912725"/>
              <a:gd name="connsiteX112" fmla="*/ 233611 w 6408310"/>
              <a:gd name="connsiteY112" fmla="*/ 2326248 h 6912725"/>
              <a:gd name="connsiteX113" fmla="*/ 115057 w 6408310"/>
              <a:gd name="connsiteY113" fmla="*/ 2127916 h 691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6408310" h="6912725">
                <a:moveTo>
                  <a:pt x="0" y="108934"/>
                </a:moveTo>
                <a:lnTo>
                  <a:pt x="1911522" y="0"/>
                </a:lnTo>
                <a:lnTo>
                  <a:pt x="1916026" y="4704"/>
                </a:lnTo>
                <a:cubicBezTo>
                  <a:pt x="1916562" y="7914"/>
                  <a:pt x="1915147" y="12061"/>
                  <a:pt x="1911112" y="17418"/>
                </a:cubicBezTo>
                <a:cubicBezTo>
                  <a:pt x="1943271" y="27853"/>
                  <a:pt x="1947645" y="36373"/>
                  <a:pt x="1972871" y="72530"/>
                </a:cubicBezTo>
                <a:cubicBezTo>
                  <a:pt x="1980767" y="117667"/>
                  <a:pt x="2061296" y="115435"/>
                  <a:pt x="2069180" y="173199"/>
                </a:cubicBezTo>
                <a:cubicBezTo>
                  <a:pt x="2075196" y="191586"/>
                  <a:pt x="2112853" y="231006"/>
                  <a:pt x="2131569" y="227805"/>
                </a:cubicBezTo>
                <a:cubicBezTo>
                  <a:pt x="2141808" y="233828"/>
                  <a:pt x="2146631" y="247405"/>
                  <a:pt x="2162747" y="239714"/>
                </a:cubicBezTo>
                <a:cubicBezTo>
                  <a:pt x="2183739" y="232191"/>
                  <a:pt x="2206491" y="310465"/>
                  <a:pt x="2220499" y="289903"/>
                </a:cubicBezTo>
                <a:cubicBezTo>
                  <a:pt x="2257038" y="315132"/>
                  <a:pt x="2344409" y="362107"/>
                  <a:pt x="2381978" y="391093"/>
                </a:cubicBezTo>
                <a:cubicBezTo>
                  <a:pt x="2419547" y="420079"/>
                  <a:pt x="2445794" y="442621"/>
                  <a:pt x="2445910" y="463815"/>
                </a:cubicBezTo>
                <a:cubicBezTo>
                  <a:pt x="2462109" y="546053"/>
                  <a:pt x="2496860" y="553382"/>
                  <a:pt x="2531236" y="600817"/>
                </a:cubicBezTo>
                <a:cubicBezTo>
                  <a:pt x="2573647" y="650501"/>
                  <a:pt x="2589314" y="613369"/>
                  <a:pt x="2617149" y="703748"/>
                </a:cubicBezTo>
                <a:cubicBezTo>
                  <a:pt x="2635983" y="695546"/>
                  <a:pt x="2643943" y="702017"/>
                  <a:pt x="2650333" y="720900"/>
                </a:cubicBezTo>
                <a:cubicBezTo>
                  <a:pt x="2671881" y="743975"/>
                  <a:pt x="2701744" y="706344"/>
                  <a:pt x="2705541" y="750090"/>
                </a:cubicBezTo>
                <a:cubicBezTo>
                  <a:pt x="2730861" y="760850"/>
                  <a:pt x="2742856" y="778498"/>
                  <a:pt x="2757210" y="789489"/>
                </a:cubicBezTo>
                <a:cubicBezTo>
                  <a:pt x="2776836" y="801882"/>
                  <a:pt x="2774652" y="796949"/>
                  <a:pt x="2791660" y="816041"/>
                </a:cubicBezTo>
                <a:cubicBezTo>
                  <a:pt x="2815343" y="835699"/>
                  <a:pt x="2784183" y="871086"/>
                  <a:pt x="2840975" y="842225"/>
                </a:cubicBezTo>
                <a:cubicBezTo>
                  <a:pt x="2854681" y="875427"/>
                  <a:pt x="2877032" y="859395"/>
                  <a:pt x="2917970" y="879392"/>
                </a:cubicBezTo>
                <a:cubicBezTo>
                  <a:pt x="2921487" y="903353"/>
                  <a:pt x="2937122" y="907916"/>
                  <a:pt x="2957236" y="906835"/>
                </a:cubicBezTo>
                <a:lnTo>
                  <a:pt x="3117215" y="1073714"/>
                </a:lnTo>
                <a:cubicBezTo>
                  <a:pt x="3153906" y="1089285"/>
                  <a:pt x="3232612" y="1124062"/>
                  <a:pt x="3250958" y="1130397"/>
                </a:cubicBezTo>
                <a:cubicBezTo>
                  <a:pt x="3409574" y="1172733"/>
                  <a:pt x="3456045" y="1237431"/>
                  <a:pt x="3496717" y="1260412"/>
                </a:cubicBezTo>
                <a:lnTo>
                  <a:pt x="3494992" y="1268283"/>
                </a:lnTo>
                <a:cubicBezTo>
                  <a:pt x="3495362" y="1274688"/>
                  <a:pt x="3498760" y="1281160"/>
                  <a:pt x="3508993" y="1287737"/>
                </a:cubicBezTo>
                <a:lnTo>
                  <a:pt x="3512115" y="1288544"/>
                </a:lnTo>
                <a:lnTo>
                  <a:pt x="3548697" y="1363739"/>
                </a:lnTo>
                <a:cubicBezTo>
                  <a:pt x="3572773" y="1395571"/>
                  <a:pt x="3623148" y="1421050"/>
                  <a:pt x="3656567" y="1479533"/>
                </a:cubicBezTo>
                <a:lnTo>
                  <a:pt x="3661987" y="1491779"/>
                </a:lnTo>
                <a:lnTo>
                  <a:pt x="3667389" y="1495409"/>
                </a:lnTo>
                <a:lnTo>
                  <a:pt x="3800461" y="1696689"/>
                </a:lnTo>
                <a:cubicBezTo>
                  <a:pt x="3835546" y="1747791"/>
                  <a:pt x="3913146" y="1811386"/>
                  <a:pt x="3933737" y="1853325"/>
                </a:cubicBezTo>
                <a:lnTo>
                  <a:pt x="3946446" y="1903446"/>
                </a:lnTo>
                <a:lnTo>
                  <a:pt x="3960581" y="1913244"/>
                </a:lnTo>
                <a:cubicBezTo>
                  <a:pt x="3979608" y="1926434"/>
                  <a:pt x="3998210" y="1940240"/>
                  <a:pt x="4015111" y="1956512"/>
                </a:cubicBezTo>
                <a:cubicBezTo>
                  <a:pt x="4083226" y="1956238"/>
                  <a:pt x="4031943" y="1969929"/>
                  <a:pt x="4070740" y="1999693"/>
                </a:cubicBezTo>
                <a:cubicBezTo>
                  <a:pt x="4027554" y="2022282"/>
                  <a:pt x="4128681" y="2025600"/>
                  <a:pt x="4091495" y="2064313"/>
                </a:cubicBezTo>
                <a:cubicBezTo>
                  <a:pt x="4099733" y="2068504"/>
                  <a:pt x="4108887" y="2071343"/>
                  <a:pt x="4118353" y="2073901"/>
                </a:cubicBezTo>
                <a:lnTo>
                  <a:pt x="4123293" y="2075261"/>
                </a:lnTo>
                <a:lnTo>
                  <a:pt x="4166582" y="2120685"/>
                </a:lnTo>
                <a:lnTo>
                  <a:pt x="4213721" y="2168493"/>
                </a:lnTo>
                <a:lnTo>
                  <a:pt x="4250795" y="2261746"/>
                </a:lnTo>
                <a:lnTo>
                  <a:pt x="4295408" y="2340515"/>
                </a:lnTo>
                <a:cubicBezTo>
                  <a:pt x="4303294" y="2350172"/>
                  <a:pt x="4311232" y="2360551"/>
                  <a:pt x="4318976" y="2371504"/>
                </a:cubicBezTo>
                <a:lnTo>
                  <a:pt x="4323314" y="2378166"/>
                </a:lnTo>
                <a:cubicBezTo>
                  <a:pt x="4323288" y="2378269"/>
                  <a:pt x="4323261" y="2378372"/>
                  <a:pt x="4323235" y="2378475"/>
                </a:cubicBezTo>
                <a:cubicBezTo>
                  <a:pt x="4323820" y="2380303"/>
                  <a:pt x="4325112" y="2382633"/>
                  <a:pt x="4327479" y="2385858"/>
                </a:cubicBezTo>
                <a:lnTo>
                  <a:pt x="4331226" y="2390318"/>
                </a:lnTo>
                <a:lnTo>
                  <a:pt x="4339643" y="2403246"/>
                </a:lnTo>
                <a:lnTo>
                  <a:pt x="4341435" y="2408870"/>
                </a:lnTo>
                <a:lnTo>
                  <a:pt x="4340548" y="2412798"/>
                </a:lnTo>
                <a:lnTo>
                  <a:pt x="4351634" y="2443869"/>
                </a:lnTo>
                <a:cubicBezTo>
                  <a:pt x="4370557" y="2458176"/>
                  <a:pt x="4365119" y="2472379"/>
                  <a:pt x="4380688" y="2504819"/>
                </a:cubicBezTo>
                <a:cubicBezTo>
                  <a:pt x="4393528" y="2510493"/>
                  <a:pt x="4397884" y="2522485"/>
                  <a:pt x="4399892" y="2537002"/>
                </a:cubicBezTo>
                <a:cubicBezTo>
                  <a:pt x="4420218" y="2562143"/>
                  <a:pt x="4430910" y="2594831"/>
                  <a:pt x="4449690" y="2628144"/>
                </a:cubicBezTo>
                <a:cubicBezTo>
                  <a:pt x="4468446" y="2678770"/>
                  <a:pt x="4488860" y="2772681"/>
                  <a:pt x="4512427" y="2840755"/>
                </a:cubicBezTo>
                <a:lnTo>
                  <a:pt x="4591091" y="3036586"/>
                </a:lnTo>
                <a:cubicBezTo>
                  <a:pt x="4639934" y="3158078"/>
                  <a:pt x="4730818" y="3310586"/>
                  <a:pt x="4757297" y="3388741"/>
                </a:cubicBezTo>
                <a:cubicBezTo>
                  <a:pt x="4756620" y="3412898"/>
                  <a:pt x="4755942" y="3437054"/>
                  <a:pt x="4755264" y="3461211"/>
                </a:cubicBezTo>
                <a:cubicBezTo>
                  <a:pt x="4763881" y="3469559"/>
                  <a:pt x="4774382" y="3498341"/>
                  <a:pt x="4776842" y="3503606"/>
                </a:cubicBezTo>
                <a:cubicBezTo>
                  <a:pt x="4776789" y="3503947"/>
                  <a:pt x="4816006" y="3543555"/>
                  <a:pt x="4815953" y="3543897"/>
                </a:cubicBezTo>
                <a:lnTo>
                  <a:pt x="4826382" y="3589602"/>
                </a:lnTo>
                <a:cubicBezTo>
                  <a:pt x="4854724" y="3618181"/>
                  <a:pt x="4872282" y="3672884"/>
                  <a:pt x="4900664" y="3697326"/>
                </a:cubicBezTo>
                <a:cubicBezTo>
                  <a:pt x="4872593" y="3751610"/>
                  <a:pt x="4889332" y="3712092"/>
                  <a:pt x="4944717" y="3795461"/>
                </a:cubicBezTo>
                <a:cubicBezTo>
                  <a:pt x="4981269" y="3830092"/>
                  <a:pt x="4951776" y="3836266"/>
                  <a:pt x="4981260" y="3887734"/>
                </a:cubicBezTo>
                <a:cubicBezTo>
                  <a:pt x="4992187" y="3900180"/>
                  <a:pt x="5000945" y="3922491"/>
                  <a:pt x="5000423" y="3933089"/>
                </a:cubicBezTo>
                <a:lnTo>
                  <a:pt x="5033013" y="3937041"/>
                </a:lnTo>
                <a:lnTo>
                  <a:pt x="5081597" y="4013154"/>
                </a:lnTo>
                <a:lnTo>
                  <a:pt x="5088052" y="4027525"/>
                </a:lnTo>
                <a:lnTo>
                  <a:pt x="5189054" y="4098668"/>
                </a:lnTo>
                <a:lnTo>
                  <a:pt x="5228545" y="4146658"/>
                </a:lnTo>
                <a:lnTo>
                  <a:pt x="5268336" y="4194504"/>
                </a:lnTo>
                <a:cubicBezTo>
                  <a:pt x="5282676" y="4201217"/>
                  <a:pt x="5302948" y="4267012"/>
                  <a:pt x="5317950" y="4267325"/>
                </a:cubicBezTo>
                <a:cubicBezTo>
                  <a:pt x="5371561" y="4431932"/>
                  <a:pt x="5512417" y="4438996"/>
                  <a:pt x="5598270" y="4563876"/>
                </a:cubicBezTo>
                <a:cubicBezTo>
                  <a:pt x="5684123" y="4688756"/>
                  <a:pt x="5658748" y="4766617"/>
                  <a:pt x="5833068" y="5016605"/>
                </a:cubicBezTo>
                <a:cubicBezTo>
                  <a:pt x="5917959" y="5167124"/>
                  <a:pt x="6007541" y="5258633"/>
                  <a:pt x="6045916" y="5405287"/>
                </a:cubicBezTo>
                <a:cubicBezTo>
                  <a:pt x="6053001" y="5431110"/>
                  <a:pt x="6137180" y="5517469"/>
                  <a:pt x="6117737" y="5538137"/>
                </a:cubicBezTo>
                <a:cubicBezTo>
                  <a:pt x="6096856" y="5567956"/>
                  <a:pt x="6185855" y="5633330"/>
                  <a:pt x="6144230" y="5635151"/>
                </a:cubicBezTo>
                <a:cubicBezTo>
                  <a:pt x="6206267" y="5682015"/>
                  <a:pt x="6167034" y="5753331"/>
                  <a:pt x="6176742" y="5809044"/>
                </a:cubicBezTo>
                <a:cubicBezTo>
                  <a:pt x="6181644" y="5871497"/>
                  <a:pt x="6197878" y="5926431"/>
                  <a:pt x="6245199" y="6038018"/>
                </a:cubicBezTo>
                <a:cubicBezTo>
                  <a:pt x="6276717" y="6104340"/>
                  <a:pt x="6288745" y="6124315"/>
                  <a:pt x="6303931" y="6175618"/>
                </a:cubicBezTo>
                <a:cubicBezTo>
                  <a:pt x="6319117" y="6226921"/>
                  <a:pt x="6298592" y="6320971"/>
                  <a:pt x="6336313" y="6345837"/>
                </a:cubicBezTo>
                <a:cubicBezTo>
                  <a:pt x="6368454" y="6400251"/>
                  <a:pt x="6388884" y="6464262"/>
                  <a:pt x="6401195" y="6542084"/>
                </a:cubicBezTo>
                <a:lnTo>
                  <a:pt x="6408310" y="6612865"/>
                </a:lnTo>
                <a:lnTo>
                  <a:pt x="1146484" y="6912725"/>
                </a:lnTo>
                <a:lnTo>
                  <a:pt x="1108438" y="6825083"/>
                </a:lnTo>
                <a:cubicBezTo>
                  <a:pt x="1057133" y="6684904"/>
                  <a:pt x="1090669" y="6637010"/>
                  <a:pt x="997867" y="6378703"/>
                </a:cubicBezTo>
                <a:cubicBezTo>
                  <a:pt x="956253" y="6228487"/>
                  <a:pt x="874761" y="6010797"/>
                  <a:pt x="858750" y="5923784"/>
                </a:cubicBezTo>
                <a:cubicBezTo>
                  <a:pt x="856924" y="5899993"/>
                  <a:pt x="844018" y="5873122"/>
                  <a:pt x="860408" y="5860728"/>
                </a:cubicBezTo>
                <a:cubicBezTo>
                  <a:pt x="878957" y="5840950"/>
                  <a:pt x="823834" y="5761906"/>
                  <a:pt x="853644" y="5771381"/>
                </a:cubicBezTo>
                <a:cubicBezTo>
                  <a:pt x="815383" y="5715186"/>
                  <a:pt x="852133" y="5665047"/>
                  <a:pt x="852164" y="5615193"/>
                </a:cubicBezTo>
                <a:cubicBezTo>
                  <a:pt x="817076" y="5571334"/>
                  <a:pt x="851740" y="5509975"/>
                  <a:pt x="831986" y="5402745"/>
                </a:cubicBezTo>
                <a:cubicBezTo>
                  <a:pt x="792037" y="5354630"/>
                  <a:pt x="819063" y="5330513"/>
                  <a:pt x="759590" y="5239800"/>
                </a:cubicBezTo>
                <a:cubicBezTo>
                  <a:pt x="762665" y="5236543"/>
                  <a:pt x="765245" y="5232371"/>
                  <a:pt x="767251" y="5227414"/>
                </a:cubicBezTo>
                <a:cubicBezTo>
                  <a:pt x="778914" y="5198604"/>
                  <a:pt x="769142" y="5150045"/>
                  <a:pt x="745427" y="5118958"/>
                </a:cubicBezTo>
                <a:cubicBezTo>
                  <a:pt x="660991" y="4975263"/>
                  <a:pt x="672599" y="4907855"/>
                  <a:pt x="635950" y="4788294"/>
                </a:cubicBezTo>
                <a:cubicBezTo>
                  <a:pt x="600650" y="4653678"/>
                  <a:pt x="646752" y="4690694"/>
                  <a:pt x="558787" y="4518070"/>
                </a:cubicBezTo>
                <a:cubicBezTo>
                  <a:pt x="577057" y="4502442"/>
                  <a:pt x="573633" y="4481342"/>
                  <a:pt x="555530" y="4444433"/>
                </a:cubicBezTo>
                <a:cubicBezTo>
                  <a:pt x="540027" y="4379200"/>
                  <a:pt x="596616" y="4390343"/>
                  <a:pt x="549378" y="4320965"/>
                </a:cubicBezTo>
                <a:cubicBezTo>
                  <a:pt x="581692" y="4336040"/>
                  <a:pt x="535024" y="4198883"/>
                  <a:pt x="572361" y="4232369"/>
                </a:cubicBezTo>
                <a:cubicBezTo>
                  <a:pt x="590648" y="4193014"/>
                  <a:pt x="541489" y="4167113"/>
                  <a:pt x="556288" y="4127673"/>
                </a:cubicBezTo>
                <a:lnTo>
                  <a:pt x="506660" y="3821119"/>
                </a:lnTo>
                <a:cubicBezTo>
                  <a:pt x="481478" y="3781010"/>
                  <a:pt x="483894" y="3751446"/>
                  <a:pt x="494791" y="3723556"/>
                </a:cubicBezTo>
                <a:cubicBezTo>
                  <a:pt x="472516" y="3634460"/>
                  <a:pt x="499836" y="3607209"/>
                  <a:pt x="490230" y="3508893"/>
                </a:cubicBezTo>
                <a:cubicBezTo>
                  <a:pt x="525541" y="3397546"/>
                  <a:pt x="482951" y="3307116"/>
                  <a:pt x="484223" y="3233179"/>
                </a:cubicBezTo>
                <a:cubicBezTo>
                  <a:pt x="465844" y="3133672"/>
                  <a:pt x="460855" y="3219289"/>
                  <a:pt x="460329" y="3041244"/>
                </a:cubicBezTo>
                <a:lnTo>
                  <a:pt x="407197" y="2812292"/>
                </a:lnTo>
                <a:cubicBezTo>
                  <a:pt x="391019" y="2768219"/>
                  <a:pt x="344571" y="2745090"/>
                  <a:pt x="386122" y="2757841"/>
                </a:cubicBezTo>
                <a:cubicBezTo>
                  <a:pt x="381879" y="2743275"/>
                  <a:pt x="360306" y="2721346"/>
                  <a:pt x="363684" y="2714608"/>
                </a:cubicBezTo>
                <a:lnTo>
                  <a:pt x="330746" y="2625146"/>
                </a:lnTo>
                <a:lnTo>
                  <a:pt x="299927" y="2566177"/>
                </a:lnTo>
                <a:cubicBezTo>
                  <a:pt x="300505" y="2524092"/>
                  <a:pt x="287694" y="2482008"/>
                  <a:pt x="288272" y="2439923"/>
                </a:cubicBezTo>
                <a:cubicBezTo>
                  <a:pt x="243273" y="2349673"/>
                  <a:pt x="278610" y="2382839"/>
                  <a:pt x="233611" y="2326248"/>
                </a:cubicBezTo>
                <a:lnTo>
                  <a:pt x="115057" y="212791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915C15B-B941-E1D3-A3CE-B8CC149D7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794" y="2935069"/>
            <a:ext cx="3431964" cy="2146374"/>
          </a:xfrm>
        </p:spPr>
        <p:txBody>
          <a:bodyPr anchor="b">
            <a:normAutofit/>
          </a:bodyPr>
          <a:lstStyle/>
          <a:p>
            <a:r>
              <a:rPr lang="sv-SE" sz="370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Start-ThreadJob – Snabbare Bakgrundsjobb (PowerShell 7+)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194F163-38FA-EE04-2D27-DDED51753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782" y="-4075"/>
            <a:ext cx="7983359" cy="206753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3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Start-ThreadJob är nytt i PowerShell 7 – mycket snabbare än Start-Job!</a:t>
            </a:r>
          </a:p>
          <a:p>
            <a:r>
              <a:rPr lang="sv-SE" sz="3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Prestandajämförelse från Microsoft :</a:t>
            </a:r>
            <a:endParaRPr lang="sv-SE" sz="3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502AC779-5AD9-5E3A-E22E-EA50FD778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637460"/>
              </p:ext>
            </p:extLst>
          </p:nvPr>
        </p:nvGraphicFramePr>
        <p:xfrm>
          <a:off x="4558145" y="1953490"/>
          <a:ext cx="7630571" cy="430809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81772">
                  <a:extLst>
                    <a:ext uri="{9D8B030D-6E8A-4147-A177-3AD203B41FA5}">
                      <a16:colId xmlns:a16="http://schemas.microsoft.com/office/drawing/2014/main" val="4017534103"/>
                    </a:ext>
                  </a:extLst>
                </a:gridCol>
                <a:gridCol w="2451279">
                  <a:extLst>
                    <a:ext uri="{9D8B030D-6E8A-4147-A177-3AD203B41FA5}">
                      <a16:colId xmlns:a16="http://schemas.microsoft.com/office/drawing/2014/main" val="3492432081"/>
                    </a:ext>
                  </a:extLst>
                </a:gridCol>
                <a:gridCol w="3297520">
                  <a:extLst>
                    <a:ext uri="{9D8B030D-6E8A-4147-A177-3AD203B41FA5}">
                      <a16:colId xmlns:a16="http://schemas.microsoft.com/office/drawing/2014/main" val="543269408"/>
                    </a:ext>
                  </a:extLst>
                </a:gridCol>
              </a:tblGrid>
              <a:tr h="112984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Metod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Tid för 20 jobb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Varför?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727092"/>
                  </a:ext>
                </a:extLst>
              </a:tr>
              <a:tr h="186469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Start-Job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7.58 sekunder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Startar ny PowerShell-process för varje jobb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872912"/>
                  </a:ext>
                </a:extLst>
              </a:tr>
              <a:tr h="131355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Start-ThreadJob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2.37 sekunder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Kör i samma process (trådar)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549829"/>
                  </a:ext>
                </a:extLst>
              </a:tr>
            </a:tbl>
          </a:graphicData>
        </a:graphic>
      </p:graphicFrame>
      <p:pic>
        <p:nvPicPr>
          <p:cNvPr id="4" name="Bildobjekt 3">
            <a:extLst>
              <a:ext uri="{FF2B5EF4-FFF2-40B4-BE49-F238E27FC236}">
                <a16:creationId xmlns:a16="http://schemas.microsoft.com/office/drawing/2014/main" id="{702326E2-54FD-39C8-6AFE-8E4AFB2D69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9" t="10588" r="4730" b="3252"/>
          <a:stretch>
            <a:fillRect/>
          </a:stretch>
        </p:blipFill>
        <p:spPr>
          <a:xfrm>
            <a:off x="0" y="173"/>
            <a:ext cx="12197233" cy="637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41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86AA2DA-281A-4806-8977-D617AEAC8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4185774-6FC0-4B8D-A8DB-A88546889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59988" y="0"/>
            <a:ext cx="2632012" cy="6858000"/>
          </a:xfrm>
          <a:custGeom>
            <a:avLst/>
            <a:gdLst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57677 w 2632012"/>
              <a:gd name="connsiteY27" fmla="*/ 2548608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08456 w 2632012"/>
              <a:gd name="connsiteY22" fmla="*/ 5878851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632012" h="685800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D35CFCB-D276-7FCA-4937-3FC8D11DC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93" y="-3"/>
            <a:ext cx="7470168" cy="1330841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Exempel med Start-ThreadJob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401E2D6-86EF-1007-AB88-7D71E6DCF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" y="1473664"/>
            <a:ext cx="7890604" cy="50585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2000" b="1">
                <a:highlight>
                  <a:srgbClr val="FFFFFF"/>
                </a:highlight>
                <a:ea typeface="+mn-lt"/>
                <a:cs typeface="+mn-lt"/>
              </a:rPr>
              <a:t>Proffstips: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 Använd </a:t>
            </a:r>
            <a:r>
              <a:rPr lang="sv-SE" sz="2000">
                <a:highlight>
                  <a:srgbClr val="EBEEF2"/>
                </a:highlight>
                <a:latin typeface="Consolas"/>
              </a:rPr>
              <a:t>Start-ThreadJob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 i PowerShell 7 för bättre prestanda – särskilt om dina jobb returnerar mycket data .</a:t>
            </a:r>
            <a:endParaRPr lang="sv-SE" sz="2000"/>
          </a:p>
          <a:p>
            <a:pPr marL="0" indent="0">
              <a:buNone/>
            </a:pPr>
            <a:r>
              <a:rPr lang="sv-SE" sz="2000"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2000"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sv-SE" sz="2000" i="1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# PowerShell 7+ krävs!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$jobb1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Start-ThreadJob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ScriptBlock 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{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Get-Service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}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$jobb2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Start-ThreadJob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ScriptBlock 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{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Get-Process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}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 i="1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# Vänta på båda jobben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$null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$jobb1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,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$jobb2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|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Wait-Job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 i="1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# Hämta resultaten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$resultat1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Receive-Job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Job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$jobb1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$resultat2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Receive-Job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Job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$jobb2</a:t>
            </a:r>
            <a:endParaRPr lang="sv-SE" sz="2000">
              <a:solidFill>
                <a:srgbClr val="4078F2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7D3B4FC-79F4-47D2-9D79-DA876E6AD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0496" y="2022496"/>
            <a:ext cx="3795039" cy="404393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Svetsare">
            <a:extLst>
              <a:ext uri="{FF2B5EF4-FFF2-40B4-BE49-F238E27FC236}">
                <a16:creationId xmlns:a16="http://schemas.microsoft.com/office/drawing/2014/main" id="{369B6DD2-4F59-E042-613A-E82A64DB2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91362" y="2308377"/>
            <a:ext cx="3482910" cy="3482910"/>
          </a:xfrm>
          <a:prstGeom prst="rect">
            <a:avLst/>
          </a:prstGeom>
        </p:spPr>
      </p:pic>
      <p:sp>
        <p:nvSpPr>
          <p:cNvPr id="27" name="Rectangle 6">
            <a:extLst>
              <a:ext uri="{FF2B5EF4-FFF2-40B4-BE49-F238E27FC236}">
                <a16:creationId xmlns:a16="http://schemas.microsoft.com/office/drawing/2014/main" id="{2775D660-3127-4688-9782-F7C4639B1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2788" y="5952857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825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61B8A23-5341-C206-742A-0711763B6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27" y="713312"/>
            <a:ext cx="3041073" cy="5431376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Felsökning – Breakpoints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0859C76-5813-E5BF-3ECD-C43438332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0" y="713313"/>
            <a:ext cx="8679872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400">
                <a:ea typeface="+mn-lt"/>
                <a:cs typeface="+mn-lt"/>
              </a:rPr>
              <a:t>Breakpoints = "stoppskyltar" där skriptet pausar så att du kan undersöka vad som händer.</a:t>
            </a:r>
          </a:p>
          <a:p>
            <a:pPr>
              <a:buNone/>
            </a:pPr>
            <a:r>
              <a:rPr lang="sv-SE" sz="2400">
                <a:ea typeface="+mn-lt"/>
                <a:cs typeface="+mn-lt"/>
              </a:rPr>
              <a:t>Tre typer av breakpoints :</a:t>
            </a:r>
            <a:endParaRPr lang="sv-SE" sz="2400" dirty="0"/>
          </a:p>
          <a:p>
            <a:pPr>
              <a:buNone/>
            </a:pPr>
            <a:endParaRPr lang="sv-SE" sz="2400" dirty="0"/>
          </a:p>
          <a:p>
            <a:pPr>
              <a:buNone/>
            </a:pPr>
            <a:r>
              <a:rPr lang="sv-SE" sz="2400" b="1">
                <a:ea typeface="+mn-lt"/>
                <a:cs typeface="+mn-lt"/>
              </a:rPr>
              <a:t>Typ                                                  När pausar den?</a:t>
            </a:r>
            <a:endParaRPr lang="sv-SE" sz="2400" b="1"/>
          </a:p>
          <a:p>
            <a:pPr>
              <a:buNone/>
            </a:pPr>
            <a:r>
              <a:rPr lang="sv-SE" sz="2400">
                <a:ea typeface="+mn-lt"/>
                <a:cs typeface="+mn-lt"/>
              </a:rPr>
              <a:t>Line breakpoint                        När en specifik rad nås</a:t>
            </a:r>
            <a:endParaRPr lang="sv-SE" sz="2400" dirty="0"/>
          </a:p>
          <a:p>
            <a:pPr>
              <a:buNone/>
            </a:pPr>
            <a:r>
              <a:rPr lang="sv-SE" sz="2400">
                <a:ea typeface="+mn-lt"/>
                <a:cs typeface="+mn-lt"/>
              </a:rPr>
              <a:t>Variable breakpoint                När en variabel ändras</a:t>
            </a:r>
            <a:endParaRPr lang="sv-SE" sz="2400" dirty="0"/>
          </a:p>
          <a:p>
            <a:pPr marL="0" indent="0">
              <a:buNone/>
            </a:pPr>
            <a:r>
              <a:rPr lang="sv-SE" sz="2400">
                <a:ea typeface="+mn-lt"/>
                <a:cs typeface="+mn-lt"/>
              </a:rPr>
              <a:t>Command breakpoint           När ett specifikt kommando körs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1725429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9B292F5A-8447-7082-04B5-C8F34A4748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32" t="10153" r="5929" b="3448"/>
          <a:stretch>
            <a:fillRect/>
          </a:stretch>
        </p:blipFill>
        <p:spPr>
          <a:xfrm>
            <a:off x="21" y="191782"/>
            <a:ext cx="12187374" cy="647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90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F2DD873-9348-8FFF-8F3C-34816CFA2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32" y="195755"/>
            <a:ext cx="12230191" cy="850025"/>
          </a:xfrm>
        </p:spPr>
        <p:txBody>
          <a:bodyPr>
            <a:noAutofit/>
          </a:bodyPr>
          <a:lstStyle/>
          <a:p>
            <a:pPr algn="ctr"/>
            <a:r>
              <a:rPr lang="sv-SE" sz="600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Så här sätter du breakpoints: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65F030E-3978-5569-B820-9EC8F4CA3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3136" y="904218"/>
            <a:ext cx="12210367" cy="59560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sv-SE" sz="24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None/>
            </a:pPr>
            <a:r>
              <a:rPr lang="sv-SE" sz="20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Line breakpoint – pausa på rad 23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Set-PSBreakPoint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Script 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"mittskript.ps1"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Line 23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Variable breakpoint – pausa när $server ändras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Set-PSBreakPoint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Script 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"mittskript.ps1"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Variable 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"server"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Command breakpoint – pausa när Set-ADUser körs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Set-PSBreakPoint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Script 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"mittskript.ps1"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Command 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"Set-ADUser"</a:t>
            </a:r>
            <a:endParaRPr lang="sv-SE" sz="2000">
              <a:solidFill>
                <a:srgbClr val="50A14F"/>
              </a:solidFill>
            </a:endParaRPr>
          </a:p>
          <a:p>
            <a:pPr>
              <a:buNone/>
            </a:pPr>
            <a:r>
              <a:rPr lang="sv-SE" sz="2400" b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I PowerShell ISE:</a:t>
            </a:r>
            <a:r>
              <a:rPr lang="sv-SE" sz="24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 Högerklicka på raden → "Toggle Breakpoint" (eller F9) .</a:t>
            </a:r>
            <a:endParaRPr lang="sv-SE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None/>
            </a:pPr>
            <a:r>
              <a:rPr lang="sv-SE" sz="2400" b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I VS Code:</a:t>
            </a:r>
            <a:r>
              <a:rPr lang="sv-SE" sz="24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 Klicka i vänstra marginalen vid radnumret för att sätta en breakpoint .</a:t>
            </a:r>
            <a:endParaRPr lang="sv-SE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None/>
            </a:pPr>
            <a:r>
              <a:rPr lang="sv-SE" sz="2400" b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Proffstips:</a:t>
            </a:r>
            <a:r>
              <a:rPr lang="sv-SE" sz="24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 När skriptet pausar kan du undersöka variabler och till och med ändra deras värden innan du fortsätter! </a:t>
            </a:r>
            <a:endParaRPr lang="sv-SE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9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338D1DBC-F840-DA13-17FF-02371AF55E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67" t="10106" r="5213" b="7801"/>
          <a:stretch>
            <a:fillRect/>
          </a:stretch>
        </p:blipFill>
        <p:spPr>
          <a:xfrm>
            <a:off x="22" y="316592"/>
            <a:ext cx="12194670" cy="622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843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44F0C74-ED00-E7D5-2DFB-8635A4C57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" y="1562100"/>
            <a:ext cx="3061352" cy="3733800"/>
          </a:xfrm>
        </p:spPr>
        <p:txBody>
          <a:bodyPr>
            <a:normAutofit/>
          </a:bodyPr>
          <a:lstStyle/>
          <a:p>
            <a:pPr algn="ctr"/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Schema – Planera Skript Automatiskt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7F5331A-A70A-0E6C-76E9-2FED20F28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2" y="-865"/>
            <a:ext cx="9139553" cy="68597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4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Register-ScheduledJob gör att dina skript körs automatiskt vid bestämda tider.</a:t>
            </a:r>
            <a:endParaRPr lang="sv-SE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sv-SE" sz="24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Exempel – skript som körs om 5 minuter:</a:t>
            </a:r>
          </a:p>
          <a:p>
            <a:pPr marL="0" indent="0">
              <a:buNone/>
            </a:pPr>
            <a:r>
              <a:rPr lang="sv-SE" sz="24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sv-SE" sz="2400" i="1">
                <a:solidFill>
                  <a:srgbClr val="A0A1A7"/>
                </a:solidFill>
                <a:latin typeface="Consolas"/>
              </a:rPr>
              <a:t># Skapa en trigger (kör om 5 minuter)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$trigger</a:t>
            </a:r>
            <a:r>
              <a:rPr lang="sv-SE" sz="2400">
                <a:solidFill>
                  <a:srgbClr val="0F1115"/>
                </a:solidFill>
                <a:latin typeface="Consolas"/>
              </a:rPr>
              <a:t> = 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New-JobTrigger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400">
                <a:solidFill>
                  <a:srgbClr val="0F1115"/>
                </a:solidFill>
                <a:latin typeface="Consolas"/>
              </a:rPr>
              <a:t>Once 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400">
                <a:solidFill>
                  <a:srgbClr val="0F1115"/>
                </a:solidFill>
                <a:latin typeface="Consolas"/>
              </a:rPr>
              <a:t>At </a:t>
            </a:r>
            <a:r>
              <a:rPr lang="sv-SE" sz="2400">
                <a:solidFill>
                  <a:srgbClr val="383A42"/>
                </a:solidFill>
                <a:latin typeface="Consolas"/>
              </a:rPr>
              <a:t>(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Get-Date</a:t>
            </a:r>
            <a:r>
              <a:rPr lang="sv-SE" sz="2400">
                <a:solidFill>
                  <a:srgbClr val="383A42"/>
                </a:solidFill>
                <a:latin typeface="Consolas"/>
              </a:rPr>
              <a:t>).</a:t>
            </a:r>
            <a:r>
              <a:rPr lang="sv-SE" sz="2400">
                <a:solidFill>
                  <a:srgbClr val="0F1115"/>
                </a:solidFill>
                <a:latin typeface="Consolas"/>
              </a:rPr>
              <a:t>AddMinutes</a:t>
            </a:r>
            <a:r>
              <a:rPr lang="sv-SE" sz="2400">
                <a:solidFill>
                  <a:srgbClr val="383A42"/>
                </a:solidFill>
                <a:latin typeface="Consolas"/>
              </a:rPr>
              <a:t>(</a:t>
            </a:r>
            <a:r>
              <a:rPr lang="sv-SE" sz="2400">
                <a:solidFill>
                  <a:srgbClr val="0F1115"/>
                </a:solidFill>
                <a:latin typeface="Consolas"/>
              </a:rPr>
              <a:t>5</a:t>
            </a:r>
            <a:r>
              <a:rPr lang="sv-SE" sz="2400">
                <a:solidFill>
                  <a:srgbClr val="383A42"/>
                </a:solidFill>
                <a:latin typeface="Consolas"/>
              </a:rPr>
              <a:t>)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400" i="1">
                <a:solidFill>
                  <a:srgbClr val="A0A1A7"/>
                </a:solidFill>
                <a:latin typeface="Consolas"/>
              </a:rPr>
              <a:t># Registrera jobbet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Register-ScheduledJob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400">
                <a:solidFill>
                  <a:srgbClr val="0F1115"/>
                </a:solidFill>
                <a:latin typeface="Consolas"/>
              </a:rPr>
              <a:t>Name </a:t>
            </a:r>
            <a:r>
              <a:rPr lang="sv-SE" sz="2400">
                <a:solidFill>
                  <a:srgbClr val="50A14F"/>
                </a:solidFill>
                <a:latin typeface="Consolas"/>
              </a:rPr>
              <a:t>"NattligBackup"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400">
                <a:solidFill>
                  <a:srgbClr val="0F1115"/>
                </a:solidFill>
                <a:latin typeface="Consolas"/>
              </a:rPr>
              <a:t>Trigger 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$trigger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400">
                <a:solidFill>
                  <a:srgbClr val="0F1115"/>
                </a:solidFill>
                <a:latin typeface="Consolas"/>
              </a:rPr>
              <a:t>ScriptBlock </a:t>
            </a:r>
            <a:r>
              <a:rPr lang="sv-SE" sz="24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2400" i="1">
                <a:solidFill>
                  <a:srgbClr val="A0A1A7"/>
                </a:solidFill>
                <a:latin typeface="Consolas"/>
              </a:rPr>
              <a:t># Din kod här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Write-Host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latin typeface="Consolas"/>
              </a:rPr>
              <a:t>"Backup kördes!"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400">
                <a:solidFill>
                  <a:srgbClr val="383A42"/>
                </a:solidFill>
                <a:latin typeface="Consolas"/>
              </a:rPr>
              <a:t>}</a:t>
            </a:r>
            <a:endParaRPr lang="sv-SE" sz="2400">
              <a:solidFill>
                <a:srgbClr val="383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568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E9FF7ED-C67F-4E8D-8157-6BB83D644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2325" y="643467"/>
            <a:ext cx="10407351" cy="1891626"/>
          </a:xfrm>
          <a:custGeom>
            <a:avLst/>
            <a:gdLst>
              <a:gd name="connsiteX0" fmla="*/ 0 w 10407351"/>
              <a:gd name="connsiteY0" fmla="*/ 0 h 1891626"/>
              <a:gd name="connsiteX1" fmla="*/ 10407351 w 10407351"/>
              <a:gd name="connsiteY1" fmla="*/ 0 h 1891626"/>
              <a:gd name="connsiteX2" fmla="*/ 10407351 w 10407351"/>
              <a:gd name="connsiteY2" fmla="*/ 1364684 h 1891626"/>
              <a:gd name="connsiteX3" fmla="*/ 10278187 w 10407351"/>
              <a:gd name="connsiteY3" fmla="*/ 1375369 h 1891626"/>
              <a:gd name="connsiteX4" fmla="*/ 10183452 w 10407351"/>
              <a:gd name="connsiteY4" fmla="*/ 1391690 h 1891626"/>
              <a:gd name="connsiteX5" fmla="*/ 9936834 w 10407351"/>
              <a:gd name="connsiteY5" fmla="*/ 1413567 h 1891626"/>
              <a:gd name="connsiteX6" fmla="*/ 9633679 w 10407351"/>
              <a:gd name="connsiteY6" fmla="*/ 1479227 h 1891626"/>
              <a:gd name="connsiteX7" fmla="*/ 9464371 w 10407351"/>
              <a:gd name="connsiteY7" fmla="*/ 1479341 h 1891626"/>
              <a:gd name="connsiteX8" fmla="*/ 9351136 w 10407351"/>
              <a:gd name="connsiteY8" fmla="*/ 1473048 h 1891626"/>
              <a:gd name="connsiteX9" fmla="*/ 9277477 w 10407351"/>
              <a:gd name="connsiteY9" fmla="*/ 1467445 h 1891626"/>
              <a:gd name="connsiteX10" fmla="*/ 9221081 w 10407351"/>
              <a:gd name="connsiteY10" fmla="*/ 1462245 h 1891626"/>
              <a:gd name="connsiteX11" fmla="*/ 9145968 w 10407351"/>
              <a:gd name="connsiteY11" fmla="*/ 1462282 h 1891626"/>
              <a:gd name="connsiteX12" fmla="*/ 9023280 w 10407351"/>
              <a:gd name="connsiteY12" fmla="*/ 1511217 h 1891626"/>
              <a:gd name="connsiteX13" fmla="*/ 8830925 w 10407351"/>
              <a:gd name="connsiteY13" fmla="*/ 1554093 h 1891626"/>
              <a:gd name="connsiteX14" fmla="*/ 8676048 w 10407351"/>
              <a:gd name="connsiteY14" fmla="*/ 1560374 h 1891626"/>
              <a:gd name="connsiteX15" fmla="*/ 8638989 w 10407351"/>
              <a:gd name="connsiteY15" fmla="*/ 1568839 h 1891626"/>
              <a:gd name="connsiteX16" fmla="*/ 8456861 w 10407351"/>
              <a:gd name="connsiteY16" fmla="*/ 1566972 h 1891626"/>
              <a:gd name="connsiteX17" fmla="*/ 8189198 w 10407351"/>
              <a:gd name="connsiteY17" fmla="*/ 1584307 h 1891626"/>
              <a:gd name="connsiteX18" fmla="*/ 7898401 w 10407351"/>
              <a:gd name="connsiteY18" fmla="*/ 1565768 h 1891626"/>
              <a:gd name="connsiteX19" fmla="*/ 7563813 w 10407351"/>
              <a:gd name="connsiteY19" fmla="*/ 1558454 h 1891626"/>
              <a:gd name="connsiteX20" fmla="*/ 7349063 w 10407351"/>
              <a:gd name="connsiteY20" fmla="*/ 1551966 h 1891626"/>
              <a:gd name="connsiteX21" fmla="*/ 7131024 w 10407351"/>
              <a:gd name="connsiteY21" fmla="*/ 1585911 h 1891626"/>
              <a:gd name="connsiteX22" fmla="*/ 6889291 w 10407351"/>
              <a:gd name="connsiteY22" fmla="*/ 1610925 h 1891626"/>
              <a:gd name="connsiteX23" fmla="*/ 6668938 w 10407351"/>
              <a:gd name="connsiteY23" fmla="*/ 1613148 h 1891626"/>
              <a:gd name="connsiteX24" fmla="*/ 6538541 w 10407351"/>
              <a:gd name="connsiteY24" fmla="*/ 1620507 h 1891626"/>
              <a:gd name="connsiteX25" fmla="*/ 6491279 w 10407351"/>
              <a:gd name="connsiteY25" fmla="*/ 1632773 h 1891626"/>
              <a:gd name="connsiteX26" fmla="*/ 6423751 w 10407351"/>
              <a:gd name="connsiteY26" fmla="*/ 1643536 h 1891626"/>
              <a:gd name="connsiteX27" fmla="*/ 6306336 w 10407351"/>
              <a:gd name="connsiteY27" fmla="*/ 1669857 h 1891626"/>
              <a:gd name="connsiteX28" fmla="*/ 6155679 w 10407351"/>
              <a:gd name="connsiteY28" fmla="*/ 1680409 h 1891626"/>
              <a:gd name="connsiteX29" fmla="*/ 6018716 w 10407351"/>
              <a:gd name="connsiteY29" fmla="*/ 1668513 h 1891626"/>
              <a:gd name="connsiteX30" fmla="*/ 5927081 w 10407351"/>
              <a:gd name="connsiteY30" fmla="*/ 1663779 h 1891626"/>
              <a:gd name="connsiteX31" fmla="*/ 5704857 w 10407351"/>
              <a:gd name="connsiteY31" fmla="*/ 1661355 h 1891626"/>
              <a:gd name="connsiteX32" fmla="*/ 5464353 w 10407351"/>
              <a:gd name="connsiteY32" fmla="*/ 1649361 h 1891626"/>
              <a:gd name="connsiteX33" fmla="*/ 5408840 w 10407351"/>
              <a:gd name="connsiteY33" fmla="*/ 1659913 h 1891626"/>
              <a:gd name="connsiteX34" fmla="*/ 5315720 w 10407351"/>
              <a:gd name="connsiteY34" fmla="*/ 1677105 h 1891626"/>
              <a:gd name="connsiteX35" fmla="*/ 5250566 w 10407351"/>
              <a:gd name="connsiteY35" fmla="*/ 1709327 h 1891626"/>
              <a:gd name="connsiteX36" fmla="*/ 5170942 w 10407351"/>
              <a:gd name="connsiteY36" fmla="*/ 1716026 h 1891626"/>
              <a:gd name="connsiteX37" fmla="*/ 5063388 w 10407351"/>
              <a:gd name="connsiteY37" fmla="*/ 1707824 h 1891626"/>
              <a:gd name="connsiteX38" fmla="*/ 4937644 w 10407351"/>
              <a:gd name="connsiteY38" fmla="*/ 1733778 h 1891626"/>
              <a:gd name="connsiteX39" fmla="*/ 4863636 w 10407351"/>
              <a:gd name="connsiteY39" fmla="*/ 1742276 h 1891626"/>
              <a:gd name="connsiteX40" fmla="*/ 4663097 w 10407351"/>
              <a:gd name="connsiteY40" fmla="*/ 1772517 h 1891626"/>
              <a:gd name="connsiteX41" fmla="*/ 4576142 w 10407351"/>
              <a:gd name="connsiteY41" fmla="*/ 1801338 h 1891626"/>
              <a:gd name="connsiteX42" fmla="*/ 4432728 w 10407351"/>
              <a:gd name="connsiteY42" fmla="*/ 1821550 h 1891626"/>
              <a:gd name="connsiteX43" fmla="*/ 4330325 w 10407351"/>
              <a:gd name="connsiteY43" fmla="*/ 1832397 h 1891626"/>
              <a:gd name="connsiteX44" fmla="*/ 4301301 w 10407351"/>
              <a:gd name="connsiteY44" fmla="*/ 1853709 h 1891626"/>
              <a:gd name="connsiteX45" fmla="*/ 4300886 w 10407351"/>
              <a:gd name="connsiteY45" fmla="*/ 1854105 h 1891626"/>
              <a:gd name="connsiteX46" fmla="*/ 4238651 w 10407351"/>
              <a:gd name="connsiteY46" fmla="*/ 1857049 h 1891626"/>
              <a:gd name="connsiteX47" fmla="*/ 4102292 w 10407351"/>
              <a:gd name="connsiteY47" fmla="*/ 1880193 h 1891626"/>
              <a:gd name="connsiteX48" fmla="*/ 4059333 w 10407351"/>
              <a:gd name="connsiteY48" fmla="*/ 1886249 h 1891626"/>
              <a:gd name="connsiteX49" fmla="*/ 4036441 w 10407351"/>
              <a:gd name="connsiteY49" fmla="*/ 1891626 h 1891626"/>
              <a:gd name="connsiteX50" fmla="*/ 4002125 w 10407351"/>
              <a:gd name="connsiteY50" fmla="*/ 1877697 h 1891626"/>
              <a:gd name="connsiteX51" fmla="*/ 3959209 w 10407351"/>
              <a:gd name="connsiteY51" fmla="*/ 1883738 h 1891626"/>
              <a:gd name="connsiteX52" fmla="*/ 3949215 w 10407351"/>
              <a:gd name="connsiteY52" fmla="*/ 1885692 h 1891626"/>
              <a:gd name="connsiteX53" fmla="*/ 3874146 w 10407351"/>
              <a:gd name="connsiteY53" fmla="*/ 1872130 h 1891626"/>
              <a:gd name="connsiteX54" fmla="*/ 3866827 w 10407351"/>
              <a:gd name="connsiteY54" fmla="*/ 1866688 h 1891626"/>
              <a:gd name="connsiteX55" fmla="*/ 3829184 w 10407351"/>
              <a:gd name="connsiteY55" fmla="*/ 1864322 h 1891626"/>
              <a:gd name="connsiteX56" fmla="*/ 3824903 w 10407351"/>
              <a:gd name="connsiteY56" fmla="*/ 1865766 h 1891626"/>
              <a:gd name="connsiteX57" fmla="*/ 3793706 w 10407351"/>
              <a:gd name="connsiteY57" fmla="*/ 1857436 h 1891626"/>
              <a:gd name="connsiteX58" fmla="*/ 3668616 w 10407351"/>
              <a:gd name="connsiteY58" fmla="*/ 1842745 h 1891626"/>
              <a:gd name="connsiteX59" fmla="*/ 3428086 w 10407351"/>
              <a:gd name="connsiteY59" fmla="*/ 1835034 h 1891626"/>
              <a:gd name="connsiteX60" fmla="*/ 3177594 w 10407351"/>
              <a:gd name="connsiteY60" fmla="*/ 1813026 h 1891626"/>
              <a:gd name="connsiteX61" fmla="*/ 2940077 w 10407351"/>
              <a:gd name="connsiteY61" fmla="*/ 1821546 h 1891626"/>
              <a:gd name="connsiteX62" fmla="*/ 2508536 w 10407351"/>
              <a:gd name="connsiteY62" fmla="*/ 1797990 h 1891626"/>
              <a:gd name="connsiteX63" fmla="*/ 2360486 w 10407351"/>
              <a:gd name="connsiteY63" fmla="*/ 1795882 h 1891626"/>
              <a:gd name="connsiteX64" fmla="*/ 2261294 w 10407351"/>
              <a:gd name="connsiteY64" fmla="*/ 1795084 h 1891626"/>
              <a:gd name="connsiteX65" fmla="*/ 2254419 w 10407351"/>
              <a:gd name="connsiteY65" fmla="*/ 1797320 h 1891626"/>
              <a:gd name="connsiteX66" fmla="*/ 2226713 w 10407351"/>
              <a:gd name="connsiteY66" fmla="*/ 1798641 h 1891626"/>
              <a:gd name="connsiteX67" fmla="*/ 2219128 w 10407351"/>
              <a:gd name="connsiteY67" fmla="*/ 1808552 h 1891626"/>
              <a:gd name="connsiteX68" fmla="*/ 2126538 w 10407351"/>
              <a:gd name="connsiteY68" fmla="*/ 1817143 h 1891626"/>
              <a:gd name="connsiteX69" fmla="*/ 1903694 w 10407351"/>
              <a:gd name="connsiteY69" fmla="*/ 1821035 h 1891626"/>
              <a:gd name="connsiteX70" fmla="*/ 1738778 w 10407351"/>
              <a:gd name="connsiteY70" fmla="*/ 1804426 h 1891626"/>
              <a:gd name="connsiteX71" fmla="*/ 1683603 w 10407351"/>
              <a:gd name="connsiteY71" fmla="*/ 1813609 h 1891626"/>
              <a:gd name="connsiteX72" fmla="*/ 1613964 w 10407351"/>
              <a:gd name="connsiteY72" fmla="*/ 1812650 h 1891626"/>
              <a:gd name="connsiteX73" fmla="*/ 1613403 w 10407351"/>
              <a:gd name="connsiteY73" fmla="*/ 1813209 h 1891626"/>
              <a:gd name="connsiteX74" fmla="*/ 1602061 w 10407351"/>
              <a:gd name="connsiteY74" fmla="*/ 1811331 h 1891626"/>
              <a:gd name="connsiteX75" fmla="*/ 1395632 w 10407351"/>
              <a:gd name="connsiteY75" fmla="*/ 1797257 h 1891626"/>
              <a:gd name="connsiteX76" fmla="*/ 1181443 w 10407351"/>
              <a:gd name="connsiteY76" fmla="*/ 1751614 h 1891626"/>
              <a:gd name="connsiteX77" fmla="*/ 974248 w 10407351"/>
              <a:gd name="connsiteY77" fmla="*/ 1721123 h 1891626"/>
              <a:gd name="connsiteX78" fmla="*/ 867706 w 10407351"/>
              <a:gd name="connsiteY78" fmla="*/ 1694653 h 1891626"/>
              <a:gd name="connsiteX79" fmla="*/ 841666 w 10407351"/>
              <a:gd name="connsiteY79" fmla="*/ 1683413 h 1891626"/>
              <a:gd name="connsiteX80" fmla="*/ 837797 w 10407351"/>
              <a:gd name="connsiteY80" fmla="*/ 1684443 h 1891626"/>
              <a:gd name="connsiteX81" fmla="*/ 805502 w 10407351"/>
              <a:gd name="connsiteY81" fmla="*/ 1678518 h 1891626"/>
              <a:gd name="connsiteX82" fmla="*/ 799788 w 10407351"/>
              <a:gd name="connsiteY82" fmla="*/ 1672416 h 1891626"/>
              <a:gd name="connsiteX83" fmla="*/ 736389 w 10407351"/>
              <a:gd name="connsiteY83" fmla="*/ 1651814 h 1891626"/>
              <a:gd name="connsiteX84" fmla="*/ 727522 w 10407351"/>
              <a:gd name="connsiteY84" fmla="*/ 1652807 h 1891626"/>
              <a:gd name="connsiteX85" fmla="*/ 689713 w 10407351"/>
              <a:gd name="connsiteY85" fmla="*/ 1654738 h 1891626"/>
              <a:gd name="connsiteX86" fmla="*/ 661608 w 10407351"/>
              <a:gd name="connsiteY86" fmla="*/ 1637638 h 1891626"/>
              <a:gd name="connsiteX87" fmla="*/ 641195 w 10407351"/>
              <a:gd name="connsiteY87" fmla="*/ 1640809 h 1891626"/>
              <a:gd name="connsiteX88" fmla="*/ 603348 w 10407351"/>
              <a:gd name="connsiteY88" fmla="*/ 1642751 h 1891626"/>
              <a:gd name="connsiteX89" fmla="*/ 482767 w 10407351"/>
              <a:gd name="connsiteY89" fmla="*/ 1652811 h 1891626"/>
              <a:gd name="connsiteX90" fmla="*/ 428597 w 10407351"/>
              <a:gd name="connsiteY90" fmla="*/ 1649830 h 1891626"/>
              <a:gd name="connsiteX91" fmla="*/ 428193 w 10407351"/>
              <a:gd name="connsiteY91" fmla="*/ 1650184 h 1891626"/>
              <a:gd name="connsiteX92" fmla="*/ 400669 w 10407351"/>
              <a:gd name="connsiteY92" fmla="*/ 1668609 h 1891626"/>
              <a:gd name="connsiteX93" fmla="*/ 310856 w 10407351"/>
              <a:gd name="connsiteY93" fmla="*/ 1669671 h 1891626"/>
              <a:gd name="connsiteX94" fmla="*/ 184505 w 10407351"/>
              <a:gd name="connsiteY94" fmla="*/ 1676148 h 1891626"/>
              <a:gd name="connsiteX95" fmla="*/ 106017 w 10407351"/>
              <a:gd name="connsiteY95" fmla="*/ 1696538 h 1891626"/>
              <a:gd name="connsiteX96" fmla="*/ 15107 w 10407351"/>
              <a:gd name="connsiteY96" fmla="*/ 1705860 h 1891626"/>
              <a:gd name="connsiteX97" fmla="*/ 0 w 10407351"/>
              <a:gd name="connsiteY97" fmla="*/ 1707056 h 189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0407351" h="1891626">
                <a:moveTo>
                  <a:pt x="0" y="0"/>
                </a:moveTo>
                <a:lnTo>
                  <a:pt x="10407351" y="0"/>
                </a:lnTo>
                <a:lnTo>
                  <a:pt x="10407351" y="1364684"/>
                </a:lnTo>
                <a:lnTo>
                  <a:pt x="10278187" y="1375369"/>
                </a:lnTo>
                <a:cubicBezTo>
                  <a:pt x="10230814" y="1379006"/>
                  <a:pt x="10192985" y="1383268"/>
                  <a:pt x="10183452" y="1391690"/>
                </a:cubicBezTo>
                <a:cubicBezTo>
                  <a:pt x="10056050" y="1406552"/>
                  <a:pt x="10047372" y="1392862"/>
                  <a:pt x="9936834" y="1413567"/>
                </a:cubicBezTo>
                <a:cubicBezTo>
                  <a:pt x="9842543" y="1449236"/>
                  <a:pt x="9758704" y="1437289"/>
                  <a:pt x="9633679" y="1479227"/>
                </a:cubicBezTo>
                <a:cubicBezTo>
                  <a:pt x="9572087" y="1477856"/>
                  <a:pt x="9524044" y="1488294"/>
                  <a:pt x="9464371" y="1479341"/>
                </a:cubicBezTo>
                <a:cubicBezTo>
                  <a:pt x="9437979" y="1471131"/>
                  <a:pt x="9382095" y="1495583"/>
                  <a:pt x="9351136" y="1473048"/>
                </a:cubicBezTo>
                <a:cubicBezTo>
                  <a:pt x="9348834" y="1489421"/>
                  <a:pt x="9290403" y="1475047"/>
                  <a:pt x="9277477" y="1467445"/>
                </a:cubicBezTo>
                <a:cubicBezTo>
                  <a:pt x="9262484" y="1474590"/>
                  <a:pt x="9237294" y="1461551"/>
                  <a:pt x="9221081" y="1462245"/>
                </a:cubicBezTo>
                <a:cubicBezTo>
                  <a:pt x="9189009" y="1426438"/>
                  <a:pt x="9185445" y="1482627"/>
                  <a:pt x="9145968" y="1462282"/>
                </a:cubicBezTo>
                <a:cubicBezTo>
                  <a:pt x="9128623" y="1474438"/>
                  <a:pt x="9069817" y="1500224"/>
                  <a:pt x="9023280" y="1511217"/>
                </a:cubicBezTo>
                <a:cubicBezTo>
                  <a:pt x="8931735" y="1535229"/>
                  <a:pt x="8925405" y="1563795"/>
                  <a:pt x="8830925" y="1554093"/>
                </a:cubicBezTo>
                <a:cubicBezTo>
                  <a:pt x="8817633" y="1577274"/>
                  <a:pt x="8655791" y="1518891"/>
                  <a:pt x="8676048" y="1560374"/>
                </a:cubicBezTo>
                <a:cubicBezTo>
                  <a:pt x="8644516" y="1558347"/>
                  <a:pt x="8621413" y="1541838"/>
                  <a:pt x="8638989" y="1568839"/>
                </a:cubicBezTo>
                <a:lnTo>
                  <a:pt x="8456861" y="1566972"/>
                </a:lnTo>
                <a:cubicBezTo>
                  <a:pt x="8355907" y="1574502"/>
                  <a:pt x="8292865" y="1594374"/>
                  <a:pt x="8189198" y="1584307"/>
                </a:cubicBezTo>
                <a:cubicBezTo>
                  <a:pt x="8087659" y="1583101"/>
                  <a:pt x="8036427" y="1565402"/>
                  <a:pt x="7898401" y="1565768"/>
                </a:cubicBezTo>
                <a:cubicBezTo>
                  <a:pt x="7801198" y="1563426"/>
                  <a:pt x="7662139" y="1549692"/>
                  <a:pt x="7563813" y="1558454"/>
                </a:cubicBezTo>
                <a:cubicBezTo>
                  <a:pt x="7446107" y="1537502"/>
                  <a:pt x="7475233" y="1563414"/>
                  <a:pt x="7349063" y="1551966"/>
                </a:cubicBezTo>
                <a:cubicBezTo>
                  <a:pt x="7293901" y="1597253"/>
                  <a:pt x="7197687" y="1574689"/>
                  <a:pt x="7131024" y="1585911"/>
                </a:cubicBezTo>
                <a:cubicBezTo>
                  <a:pt x="7054397" y="1595738"/>
                  <a:pt x="6966306" y="1606385"/>
                  <a:pt x="6889291" y="1610925"/>
                </a:cubicBezTo>
                <a:cubicBezTo>
                  <a:pt x="6828293" y="1590519"/>
                  <a:pt x="6744624" y="1640610"/>
                  <a:pt x="6668938" y="1613148"/>
                </a:cubicBezTo>
                <a:cubicBezTo>
                  <a:pt x="6641091" y="1606533"/>
                  <a:pt x="6554865" y="1607368"/>
                  <a:pt x="6538541" y="1620507"/>
                </a:cubicBezTo>
                <a:cubicBezTo>
                  <a:pt x="6520561" y="1623357"/>
                  <a:pt x="6499589" y="1618703"/>
                  <a:pt x="6491279" y="1632773"/>
                </a:cubicBezTo>
                <a:cubicBezTo>
                  <a:pt x="6477549" y="1649705"/>
                  <a:pt x="6414822" y="1623561"/>
                  <a:pt x="6423751" y="1643536"/>
                </a:cubicBezTo>
                <a:cubicBezTo>
                  <a:pt x="6379212" y="1625620"/>
                  <a:pt x="6343784" y="1661091"/>
                  <a:pt x="6306336" y="1669857"/>
                </a:cubicBezTo>
                <a:cubicBezTo>
                  <a:pt x="6271255" y="1652084"/>
                  <a:pt x="6237427" y="1675939"/>
                  <a:pt x="6155679" y="1680409"/>
                </a:cubicBezTo>
                <a:cubicBezTo>
                  <a:pt x="6117102" y="1659854"/>
                  <a:pt x="6090477" y="1695769"/>
                  <a:pt x="6018716" y="1668513"/>
                </a:cubicBezTo>
                <a:cubicBezTo>
                  <a:pt x="5980616" y="1668349"/>
                  <a:pt x="5992558" y="1668233"/>
                  <a:pt x="5927081" y="1663779"/>
                </a:cubicBezTo>
                <a:cubicBezTo>
                  <a:pt x="5827173" y="1658997"/>
                  <a:pt x="5796898" y="1666984"/>
                  <a:pt x="5704857" y="1661355"/>
                </a:cubicBezTo>
                <a:cubicBezTo>
                  <a:pt x="5601589" y="1659346"/>
                  <a:pt x="5599375" y="1682928"/>
                  <a:pt x="5464353" y="1649361"/>
                </a:cubicBezTo>
                <a:cubicBezTo>
                  <a:pt x="5453726" y="1665362"/>
                  <a:pt x="5437668" y="1666580"/>
                  <a:pt x="5408840" y="1659913"/>
                </a:cubicBezTo>
                <a:cubicBezTo>
                  <a:pt x="5358895" y="1660103"/>
                  <a:pt x="5370707" y="1699223"/>
                  <a:pt x="5315720" y="1677105"/>
                </a:cubicBezTo>
                <a:cubicBezTo>
                  <a:pt x="5329008" y="1697915"/>
                  <a:pt x="5223140" y="1688103"/>
                  <a:pt x="5250566" y="1709327"/>
                </a:cubicBezTo>
                <a:cubicBezTo>
                  <a:pt x="5222116" y="1729504"/>
                  <a:pt x="5199669" y="1698367"/>
                  <a:pt x="5170942" y="1716026"/>
                </a:cubicBezTo>
                <a:cubicBezTo>
                  <a:pt x="5139745" y="1715775"/>
                  <a:pt x="5102270" y="1704865"/>
                  <a:pt x="5063388" y="1707824"/>
                </a:cubicBezTo>
                <a:cubicBezTo>
                  <a:pt x="5010058" y="1697604"/>
                  <a:pt x="5004778" y="1720109"/>
                  <a:pt x="4937644" y="1733778"/>
                </a:cubicBezTo>
                <a:cubicBezTo>
                  <a:pt x="4905985" y="1722536"/>
                  <a:pt x="4883924" y="1729474"/>
                  <a:pt x="4863636" y="1742276"/>
                </a:cubicBezTo>
                <a:cubicBezTo>
                  <a:pt x="4795354" y="1741736"/>
                  <a:pt x="4737536" y="1762242"/>
                  <a:pt x="4663097" y="1772517"/>
                </a:cubicBezTo>
                <a:cubicBezTo>
                  <a:pt x="4581331" y="1791410"/>
                  <a:pt x="4626382" y="1787132"/>
                  <a:pt x="4576142" y="1801338"/>
                </a:cubicBezTo>
                <a:lnTo>
                  <a:pt x="4432728" y="1821550"/>
                </a:lnTo>
                <a:lnTo>
                  <a:pt x="4330325" y="1832397"/>
                </a:lnTo>
                <a:lnTo>
                  <a:pt x="4301301" y="1853709"/>
                </a:lnTo>
                <a:lnTo>
                  <a:pt x="4300886" y="1854105"/>
                </a:lnTo>
                <a:lnTo>
                  <a:pt x="4238651" y="1857049"/>
                </a:lnTo>
                <a:cubicBezTo>
                  <a:pt x="4205553" y="1861397"/>
                  <a:pt x="4139860" y="1874675"/>
                  <a:pt x="4102292" y="1880193"/>
                </a:cubicBezTo>
                <a:cubicBezTo>
                  <a:pt x="4068199" y="1876181"/>
                  <a:pt x="4047224" y="1858325"/>
                  <a:pt x="4059333" y="1886249"/>
                </a:cubicBezTo>
                <a:cubicBezTo>
                  <a:pt x="4048134" y="1885724"/>
                  <a:pt x="4041292" y="1887993"/>
                  <a:pt x="4036441" y="1891626"/>
                </a:cubicBezTo>
                <a:lnTo>
                  <a:pt x="4002125" y="1877697"/>
                </a:lnTo>
                <a:lnTo>
                  <a:pt x="3959209" y="1883738"/>
                </a:lnTo>
                <a:lnTo>
                  <a:pt x="3949215" y="1885692"/>
                </a:lnTo>
                <a:lnTo>
                  <a:pt x="3874146" y="1872130"/>
                </a:lnTo>
                <a:lnTo>
                  <a:pt x="3866827" y="1866688"/>
                </a:lnTo>
                <a:cubicBezTo>
                  <a:pt x="3858976" y="1863338"/>
                  <a:pt x="3847802" y="1861787"/>
                  <a:pt x="3829184" y="1864322"/>
                </a:cubicBezTo>
                <a:lnTo>
                  <a:pt x="3824903" y="1865766"/>
                </a:lnTo>
                <a:lnTo>
                  <a:pt x="3793706" y="1857436"/>
                </a:lnTo>
                <a:cubicBezTo>
                  <a:pt x="3783639" y="1853644"/>
                  <a:pt x="3675915" y="1848872"/>
                  <a:pt x="3668616" y="1842745"/>
                </a:cubicBezTo>
                <a:cubicBezTo>
                  <a:pt x="3550655" y="1857913"/>
                  <a:pt x="3542534" y="1830996"/>
                  <a:pt x="3428086" y="1835034"/>
                </a:cubicBezTo>
                <a:cubicBezTo>
                  <a:pt x="3328965" y="1794018"/>
                  <a:pt x="3266446" y="1819001"/>
                  <a:pt x="3177594" y="1813026"/>
                </a:cubicBezTo>
                <a:cubicBezTo>
                  <a:pt x="3092965" y="1808822"/>
                  <a:pt x="3053780" y="1822095"/>
                  <a:pt x="2940077" y="1821546"/>
                </a:cubicBezTo>
                <a:cubicBezTo>
                  <a:pt x="2819604" y="1812601"/>
                  <a:pt x="2644050" y="1817354"/>
                  <a:pt x="2508536" y="1797990"/>
                </a:cubicBezTo>
                <a:cubicBezTo>
                  <a:pt x="2402062" y="1791757"/>
                  <a:pt x="2401694" y="1796365"/>
                  <a:pt x="2360486" y="1795882"/>
                </a:cubicBezTo>
                <a:cubicBezTo>
                  <a:pt x="2346784" y="1798538"/>
                  <a:pt x="2274412" y="1790769"/>
                  <a:pt x="2261294" y="1795084"/>
                </a:cubicBezTo>
                <a:lnTo>
                  <a:pt x="2254419" y="1797320"/>
                </a:lnTo>
                <a:lnTo>
                  <a:pt x="2226713" y="1798641"/>
                </a:lnTo>
                <a:lnTo>
                  <a:pt x="2219128" y="1808552"/>
                </a:lnTo>
                <a:lnTo>
                  <a:pt x="2126538" y="1817143"/>
                </a:lnTo>
                <a:cubicBezTo>
                  <a:pt x="2064983" y="1793016"/>
                  <a:pt x="2012426" y="1821800"/>
                  <a:pt x="1903694" y="1821035"/>
                </a:cubicBezTo>
                <a:cubicBezTo>
                  <a:pt x="1874879" y="1812700"/>
                  <a:pt x="1760206" y="1792415"/>
                  <a:pt x="1738778" y="1804426"/>
                </a:cubicBezTo>
                <a:cubicBezTo>
                  <a:pt x="1718271" y="1806115"/>
                  <a:pt x="1696479" y="1800166"/>
                  <a:pt x="1683603" y="1813609"/>
                </a:cubicBezTo>
                <a:cubicBezTo>
                  <a:pt x="1668912" y="1825566"/>
                  <a:pt x="1630407" y="1811717"/>
                  <a:pt x="1613964" y="1812650"/>
                </a:cubicBezTo>
                <a:lnTo>
                  <a:pt x="1613403" y="1813209"/>
                </a:lnTo>
                <a:lnTo>
                  <a:pt x="1602061" y="1811331"/>
                </a:lnTo>
                <a:cubicBezTo>
                  <a:pt x="1503765" y="1799996"/>
                  <a:pt x="1468364" y="1809467"/>
                  <a:pt x="1395632" y="1797257"/>
                </a:cubicBezTo>
                <a:cubicBezTo>
                  <a:pt x="1319449" y="1782888"/>
                  <a:pt x="1262534" y="1801782"/>
                  <a:pt x="1181443" y="1751614"/>
                </a:cubicBezTo>
                <a:cubicBezTo>
                  <a:pt x="1081982" y="1744765"/>
                  <a:pt x="1078010" y="1717244"/>
                  <a:pt x="974248" y="1721123"/>
                </a:cubicBezTo>
                <a:cubicBezTo>
                  <a:pt x="968629" y="1714342"/>
                  <a:pt x="875985" y="1699376"/>
                  <a:pt x="867706" y="1694653"/>
                </a:cubicBezTo>
                <a:lnTo>
                  <a:pt x="841666" y="1683413"/>
                </a:lnTo>
                <a:lnTo>
                  <a:pt x="837797" y="1684443"/>
                </a:lnTo>
                <a:cubicBezTo>
                  <a:pt x="821405" y="1685195"/>
                  <a:pt x="811914" y="1682594"/>
                  <a:pt x="805502" y="1678518"/>
                </a:cubicBezTo>
                <a:lnTo>
                  <a:pt x="799788" y="1672416"/>
                </a:lnTo>
                <a:lnTo>
                  <a:pt x="736389" y="1651814"/>
                </a:lnTo>
                <a:lnTo>
                  <a:pt x="727522" y="1652807"/>
                </a:lnTo>
                <a:lnTo>
                  <a:pt x="689713" y="1654738"/>
                </a:lnTo>
                <a:lnTo>
                  <a:pt x="661608" y="1637638"/>
                </a:lnTo>
                <a:cubicBezTo>
                  <a:pt x="657000" y="1640788"/>
                  <a:pt x="650823" y="1642394"/>
                  <a:pt x="641195" y="1640809"/>
                </a:cubicBezTo>
                <a:cubicBezTo>
                  <a:pt x="648504" y="1669709"/>
                  <a:pt x="632384" y="1649973"/>
                  <a:pt x="603348" y="1642751"/>
                </a:cubicBezTo>
                <a:cubicBezTo>
                  <a:pt x="570224" y="1644670"/>
                  <a:pt x="511891" y="1651631"/>
                  <a:pt x="482767" y="1652811"/>
                </a:cubicBezTo>
                <a:lnTo>
                  <a:pt x="428597" y="1649830"/>
                </a:lnTo>
                <a:lnTo>
                  <a:pt x="428193" y="1650184"/>
                </a:lnTo>
                <a:lnTo>
                  <a:pt x="400669" y="1668609"/>
                </a:lnTo>
                <a:lnTo>
                  <a:pt x="310856" y="1669671"/>
                </a:lnTo>
                <a:lnTo>
                  <a:pt x="184505" y="1676148"/>
                </a:lnTo>
                <a:cubicBezTo>
                  <a:pt x="139434" y="1685497"/>
                  <a:pt x="178890" y="1685521"/>
                  <a:pt x="106017" y="1696538"/>
                </a:cubicBezTo>
                <a:cubicBezTo>
                  <a:pt x="73238" y="1698110"/>
                  <a:pt x="43763" y="1702620"/>
                  <a:pt x="15107" y="1705860"/>
                </a:cubicBezTo>
                <a:lnTo>
                  <a:pt x="0" y="1707056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D013C6E-C4FC-BEE3-6D1E-BDBF869A0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576" y="975815"/>
            <a:ext cx="9614848" cy="1126780"/>
          </a:xfrm>
        </p:spPr>
        <p:txBody>
          <a:bodyPr>
            <a:noAutofit/>
          </a:bodyPr>
          <a:lstStyle/>
          <a:p>
            <a:pPr algn="ctr"/>
            <a:r>
              <a:rPr lang="sv-SE" sz="8000">
                <a:ea typeface="+mj-lt"/>
                <a:cs typeface="+mj-lt"/>
              </a:rPr>
              <a:t>Vanliga triggers</a:t>
            </a:r>
            <a:endParaRPr lang="sv-SE" sz="8000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9A36BEEB-EAB3-44BC-BC82-10039F230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419766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3133F60-CB6C-FBED-70B1-FC8754E33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29" y="2724165"/>
            <a:ext cx="11833996" cy="38568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3200" b="1">
                <a:ea typeface="+mn-lt"/>
                <a:cs typeface="+mn-lt"/>
              </a:rPr>
              <a:t>     Kommando                                                     När körs jobbet?</a:t>
            </a:r>
            <a:endParaRPr lang="sv-SE" sz="3200" b="1"/>
          </a:p>
          <a:p>
            <a:r>
              <a:rPr lang="sv-SE" sz="3200">
                <a:ea typeface="+mn-lt"/>
                <a:cs typeface="+mn-lt"/>
              </a:rPr>
              <a:t>-Once -At (Get-Date).AddMinutes(5)    Om 5 minuter</a:t>
            </a:r>
            <a:endParaRPr lang="sv-SE" sz="3200"/>
          </a:p>
          <a:p>
            <a:r>
              <a:rPr lang="sv-SE" sz="3200">
                <a:ea typeface="+mn-lt"/>
                <a:cs typeface="+mn-lt"/>
              </a:rPr>
              <a:t>-Daily -At "02:00"                                            Varje natt kl 02:00</a:t>
            </a:r>
            <a:endParaRPr lang="sv-SE" sz="3200"/>
          </a:p>
          <a:p>
            <a:r>
              <a:rPr lang="sv-SE" sz="3200">
                <a:ea typeface="+mn-lt"/>
                <a:cs typeface="+mn-lt"/>
              </a:rPr>
              <a:t>-Weekly -DaysOfWeek "Monday"            Varje måndag</a:t>
            </a:r>
            <a:endParaRPr lang="sv-SE" sz="3200" dirty="0">
              <a:ea typeface="+mn-lt"/>
              <a:cs typeface="+mn-lt"/>
            </a:endParaRPr>
          </a:p>
          <a:p>
            <a:endParaRPr lang="sv-SE" sz="3200" dirty="0">
              <a:ea typeface="+mn-lt"/>
              <a:cs typeface="+mn-lt"/>
            </a:endParaRPr>
          </a:p>
          <a:p>
            <a:r>
              <a:rPr lang="sv-SE" sz="3200">
                <a:ea typeface="+mn-lt"/>
                <a:cs typeface="+mn-lt"/>
              </a:rPr>
              <a:t>Proffstips: Schemalagda jobb registreras i Windows Task Scheduler och finns kvar även efter omstart.</a:t>
            </a:r>
            <a:endParaRPr lang="sv-SE" sz="3200"/>
          </a:p>
        </p:txBody>
      </p:sp>
    </p:spTree>
    <p:extLst>
      <p:ext uri="{BB962C8B-B14F-4D97-AF65-F5344CB8AC3E}">
        <p14:creationId xmlns:p14="http://schemas.microsoft.com/office/powerpoint/2010/main" val="11421060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CC4BDB-5B81-4023-B967-7DF04BC13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C5413BE2-1588-428D-DC52-70208E0600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43" r="871" b="2783"/>
          <a:stretch>
            <a:fillRect/>
          </a:stretch>
        </p:blipFill>
        <p:spPr>
          <a:xfrm>
            <a:off x="690564" y="345291"/>
            <a:ext cx="11503513" cy="6321220"/>
          </a:xfrm>
          <a:custGeom>
            <a:avLst/>
            <a:gdLst/>
            <a:ahLst/>
            <a:cxnLst/>
            <a:rect l="l" t="t" r="r" b="b"/>
            <a:pathLst>
              <a:path w="12191271" h="6850048">
                <a:moveTo>
                  <a:pt x="636938" y="0"/>
                </a:moveTo>
                <a:lnTo>
                  <a:pt x="12191271" y="0"/>
                </a:lnTo>
                <a:lnTo>
                  <a:pt x="12191271" y="34"/>
                </a:lnTo>
                <a:lnTo>
                  <a:pt x="12188836" y="26696"/>
                </a:lnTo>
                <a:cubicBezTo>
                  <a:pt x="12159738" y="43228"/>
                  <a:pt x="12151834" y="118002"/>
                  <a:pt x="12131136" y="168244"/>
                </a:cubicBezTo>
                <a:cubicBezTo>
                  <a:pt x="12124808" y="199505"/>
                  <a:pt x="12149886" y="254732"/>
                  <a:pt x="12134482" y="260696"/>
                </a:cubicBezTo>
                <a:cubicBezTo>
                  <a:pt x="12141738" y="278745"/>
                  <a:pt x="12126232" y="287417"/>
                  <a:pt x="12123358" y="303160"/>
                </a:cubicBezTo>
                <a:cubicBezTo>
                  <a:pt x="12127622" y="318147"/>
                  <a:pt x="12122174" y="322795"/>
                  <a:pt x="12119930" y="334153"/>
                </a:cubicBezTo>
                <a:cubicBezTo>
                  <a:pt x="12122824" y="340739"/>
                  <a:pt x="12121652" y="350621"/>
                  <a:pt x="12117292" y="352523"/>
                </a:cubicBezTo>
                <a:cubicBezTo>
                  <a:pt x="12108502" y="344302"/>
                  <a:pt x="12109672" y="380554"/>
                  <a:pt x="12103022" y="380764"/>
                </a:cubicBezTo>
                <a:cubicBezTo>
                  <a:pt x="12099682" y="400323"/>
                  <a:pt x="12099092" y="490383"/>
                  <a:pt x="12087384" y="501357"/>
                </a:cubicBezTo>
                <a:cubicBezTo>
                  <a:pt x="12078470" y="540103"/>
                  <a:pt x="12088892" y="604695"/>
                  <a:pt x="12086884" y="621818"/>
                </a:cubicBezTo>
                <a:cubicBezTo>
                  <a:pt x="12103872" y="645808"/>
                  <a:pt x="12046274" y="710838"/>
                  <a:pt x="12037912" y="783603"/>
                </a:cubicBezTo>
                <a:cubicBezTo>
                  <a:pt x="12038728" y="794128"/>
                  <a:pt x="12038178" y="799388"/>
                  <a:pt x="12033652" y="800460"/>
                </a:cubicBezTo>
                <a:cubicBezTo>
                  <a:pt x="12030680" y="822866"/>
                  <a:pt x="12018000" y="839465"/>
                  <a:pt x="12021616" y="857543"/>
                </a:cubicBezTo>
                <a:cubicBezTo>
                  <a:pt x="12012916" y="850673"/>
                  <a:pt x="12020790" y="891755"/>
                  <a:pt x="12011726" y="892266"/>
                </a:cubicBezTo>
                <a:cubicBezTo>
                  <a:pt x="12007210" y="905052"/>
                  <a:pt x="11997872" y="927582"/>
                  <a:pt x="11994512" y="934260"/>
                </a:cubicBezTo>
                <a:lnTo>
                  <a:pt x="11991560" y="932336"/>
                </a:lnTo>
                <a:lnTo>
                  <a:pt x="11990514" y="940487"/>
                </a:lnTo>
                <a:lnTo>
                  <a:pt x="11988602" y="958836"/>
                </a:lnTo>
                <a:cubicBezTo>
                  <a:pt x="11985966" y="966456"/>
                  <a:pt x="11975758" y="977088"/>
                  <a:pt x="11974700" y="986207"/>
                </a:cubicBezTo>
                <a:cubicBezTo>
                  <a:pt x="11970938" y="1004735"/>
                  <a:pt x="11977876" y="1007075"/>
                  <a:pt x="11982258" y="1013556"/>
                </a:cubicBezTo>
                <a:cubicBezTo>
                  <a:pt x="11981214" y="1026451"/>
                  <a:pt x="11971950" y="1050442"/>
                  <a:pt x="11968448" y="1063580"/>
                </a:cubicBezTo>
                <a:cubicBezTo>
                  <a:pt x="11964708" y="1069989"/>
                  <a:pt x="11969836" y="1093522"/>
                  <a:pt x="11961240" y="1092388"/>
                </a:cubicBezTo>
                <a:cubicBezTo>
                  <a:pt x="11960426" y="1105603"/>
                  <a:pt x="11958786" y="1112923"/>
                  <a:pt x="11957400" y="1120089"/>
                </a:cubicBezTo>
                <a:lnTo>
                  <a:pt x="11952458" y="1136369"/>
                </a:lnTo>
                <a:cubicBezTo>
                  <a:pt x="11950090" y="1140925"/>
                  <a:pt x="11948538" y="1146011"/>
                  <a:pt x="11948726" y="1152132"/>
                </a:cubicBezTo>
                <a:lnTo>
                  <a:pt x="11949742" y="1158140"/>
                </a:lnTo>
                <a:lnTo>
                  <a:pt x="11948154" y="1158608"/>
                </a:lnTo>
                <a:cubicBezTo>
                  <a:pt x="11945686" y="1158803"/>
                  <a:pt x="11928734" y="1161056"/>
                  <a:pt x="11927260" y="1180442"/>
                </a:cubicBezTo>
                <a:cubicBezTo>
                  <a:pt x="11921496" y="1192709"/>
                  <a:pt x="11919204" y="1203402"/>
                  <a:pt x="11915994" y="1221353"/>
                </a:cubicBezTo>
                <a:cubicBezTo>
                  <a:pt x="11915516" y="1232713"/>
                  <a:pt x="11926308" y="1235102"/>
                  <a:pt x="11924388" y="1248604"/>
                </a:cubicBezTo>
                <a:cubicBezTo>
                  <a:pt x="11911346" y="1301115"/>
                  <a:pt x="11929638" y="1279167"/>
                  <a:pt x="11916648" y="1307095"/>
                </a:cubicBezTo>
                <a:cubicBezTo>
                  <a:pt x="11915436" y="1312439"/>
                  <a:pt x="11915606" y="1317191"/>
                  <a:pt x="11916360" y="1321583"/>
                </a:cubicBezTo>
                <a:lnTo>
                  <a:pt x="11918132" y="1328373"/>
                </a:lnTo>
                <a:lnTo>
                  <a:pt x="11911374" y="1349635"/>
                </a:lnTo>
                <a:cubicBezTo>
                  <a:pt x="11908688" y="1360345"/>
                  <a:pt x="11906470" y="1371840"/>
                  <a:pt x="11904778" y="1383852"/>
                </a:cubicBezTo>
                <a:cubicBezTo>
                  <a:pt x="11907652" y="1387748"/>
                  <a:pt x="11902226" y="1395665"/>
                  <a:pt x="11900890" y="1399838"/>
                </a:cubicBezTo>
                <a:cubicBezTo>
                  <a:pt x="11902940" y="1400643"/>
                  <a:pt x="11902928" y="1410976"/>
                  <a:pt x="11900874" y="1413889"/>
                </a:cubicBezTo>
                <a:cubicBezTo>
                  <a:pt x="11886092" y="1485537"/>
                  <a:pt x="11909474" y="1450776"/>
                  <a:pt x="11893500" y="1491153"/>
                </a:cubicBezTo>
                <a:cubicBezTo>
                  <a:pt x="11892154" y="1498399"/>
                  <a:pt x="11892622" y="1504376"/>
                  <a:pt x="11893858" y="1509677"/>
                </a:cubicBezTo>
                <a:lnTo>
                  <a:pt x="11897264" y="1519651"/>
                </a:lnTo>
                <a:lnTo>
                  <a:pt x="11895090" y="1525679"/>
                </a:lnTo>
                <a:cubicBezTo>
                  <a:pt x="11892484" y="1550498"/>
                  <a:pt x="11896104" y="1559433"/>
                  <a:pt x="11890274" y="1572282"/>
                </a:cubicBezTo>
                <a:cubicBezTo>
                  <a:pt x="11897250" y="1597020"/>
                  <a:pt x="11889764" y="1586796"/>
                  <a:pt x="11886744" y="1602539"/>
                </a:cubicBezTo>
                <a:cubicBezTo>
                  <a:pt x="11883642" y="1614697"/>
                  <a:pt x="11882502" y="1589859"/>
                  <a:pt x="11880728" y="1602238"/>
                </a:cubicBezTo>
                <a:cubicBezTo>
                  <a:pt x="11881720" y="1616707"/>
                  <a:pt x="11874476" y="1613372"/>
                  <a:pt x="11875940" y="1628576"/>
                </a:cubicBezTo>
                <a:cubicBezTo>
                  <a:pt x="11881788" y="1627172"/>
                  <a:pt x="11872080" y="1656092"/>
                  <a:pt x="11876794" y="1658841"/>
                </a:cubicBezTo>
                <a:lnTo>
                  <a:pt x="11876694" y="1659046"/>
                </a:lnTo>
                <a:cubicBezTo>
                  <a:pt x="11866634" y="1667627"/>
                  <a:pt x="11851866" y="1763404"/>
                  <a:pt x="11841806" y="1771984"/>
                </a:cubicBezTo>
                <a:cubicBezTo>
                  <a:pt x="11810410" y="1824881"/>
                  <a:pt x="11780100" y="1952023"/>
                  <a:pt x="11765636" y="2016516"/>
                </a:cubicBezTo>
                <a:cubicBezTo>
                  <a:pt x="11751172" y="2081009"/>
                  <a:pt x="11756430" y="2114985"/>
                  <a:pt x="11755018" y="2158942"/>
                </a:cubicBezTo>
                <a:lnTo>
                  <a:pt x="11756288" y="2240371"/>
                </a:lnTo>
                <a:lnTo>
                  <a:pt x="11751858" y="2253578"/>
                </a:lnTo>
                <a:cubicBezTo>
                  <a:pt x="11750642" y="2255242"/>
                  <a:pt x="11750294" y="2257858"/>
                  <a:pt x="11752262" y="2273603"/>
                </a:cubicBezTo>
                <a:cubicBezTo>
                  <a:pt x="11740738" y="2308149"/>
                  <a:pt x="11737736" y="2368195"/>
                  <a:pt x="11722998" y="2393147"/>
                </a:cubicBezTo>
                <a:cubicBezTo>
                  <a:pt x="11727870" y="2391170"/>
                  <a:pt x="11729790" y="2408227"/>
                  <a:pt x="11726462" y="2418325"/>
                </a:cubicBezTo>
                <a:cubicBezTo>
                  <a:pt x="11745428" y="2412080"/>
                  <a:pt x="11706204" y="2455637"/>
                  <a:pt x="11717312" y="2469703"/>
                </a:cubicBezTo>
                <a:cubicBezTo>
                  <a:pt x="11706060" y="2466046"/>
                  <a:pt x="11682162" y="2507996"/>
                  <a:pt x="11689052" y="2534428"/>
                </a:cubicBezTo>
                <a:cubicBezTo>
                  <a:pt x="11683298" y="2568704"/>
                  <a:pt x="11671550" y="2590146"/>
                  <a:pt x="11671572" y="2628315"/>
                </a:cubicBezTo>
                <a:cubicBezTo>
                  <a:pt x="11669958" y="2628904"/>
                  <a:pt x="11668516" y="2630315"/>
                  <a:pt x="11667202" y="2632291"/>
                </a:cubicBezTo>
                <a:lnTo>
                  <a:pt x="11663792" y="2639275"/>
                </a:lnTo>
                <a:lnTo>
                  <a:pt x="11663828" y="2640882"/>
                </a:lnTo>
                <a:cubicBezTo>
                  <a:pt x="11663260" y="2646928"/>
                  <a:pt x="11662318" y="2649787"/>
                  <a:pt x="11661216" y="2651232"/>
                </a:cubicBezTo>
                <a:lnTo>
                  <a:pt x="11659736" y="2651998"/>
                </a:lnTo>
                <a:lnTo>
                  <a:pt x="11657658" y="2658628"/>
                </a:lnTo>
                <a:lnTo>
                  <a:pt x="11652798" y="2670425"/>
                </a:lnTo>
                <a:lnTo>
                  <a:pt x="11652608" y="2673819"/>
                </a:lnTo>
                <a:lnTo>
                  <a:pt x="11646398" y="2693461"/>
                </a:lnTo>
                <a:lnTo>
                  <a:pt x="11646654" y="2694295"/>
                </a:lnTo>
                <a:cubicBezTo>
                  <a:pt x="11647086" y="2696613"/>
                  <a:pt x="11647138" y="2699170"/>
                  <a:pt x="11646396" y="2702293"/>
                </a:cubicBezTo>
                <a:cubicBezTo>
                  <a:pt x="11652536" y="2705759"/>
                  <a:pt x="11647852" y="2707391"/>
                  <a:pt x="11645122" y="2716295"/>
                </a:cubicBezTo>
                <a:cubicBezTo>
                  <a:pt x="11654048" y="2723663"/>
                  <a:pt x="11643268" y="2743972"/>
                  <a:pt x="11646406" y="2755554"/>
                </a:cubicBezTo>
                <a:cubicBezTo>
                  <a:pt x="11644200" y="2761932"/>
                  <a:pt x="11642026" y="2768809"/>
                  <a:pt x="11639970" y="2776095"/>
                </a:cubicBezTo>
                <a:lnTo>
                  <a:pt x="11638858" y="2780546"/>
                </a:lnTo>
                <a:lnTo>
                  <a:pt x="11638912" y="2780766"/>
                </a:lnTo>
                <a:cubicBezTo>
                  <a:pt x="11638832" y="2782014"/>
                  <a:pt x="11638528" y="2783583"/>
                  <a:pt x="11637890" y="2785722"/>
                </a:cubicBezTo>
                <a:lnTo>
                  <a:pt x="11636832" y="2788662"/>
                </a:lnTo>
                <a:lnTo>
                  <a:pt x="11634674" y="2797295"/>
                </a:lnTo>
                <a:lnTo>
                  <a:pt x="11634434" y="2801139"/>
                </a:lnTo>
                <a:cubicBezTo>
                  <a:pt x="11635286" y="2816294"/>
                  <a:pt x="11647702" y="2823339"/>
                  <a:pt x="11638528" y="2839295"/>
                </a:cubicBezTo>
                <a:cubicBezTo>
                  <a:pt x="11636094" y="2865138"/>
                  <a:pt x="11641034" y="2884181"/>
                  <a:pt x="11634070" y="2906237"/>
                </a:cubicBezTo>
                <a:cubicBezTo>
                  <a:pt x="11631818" y="2930445"/>
                  <a:pt x="11632514" y="2952380"/>
                  <a:pt x="11628506" y="2972091"/>
                </a:cubicBezTo>
                <a:cubicBezTo>
                  <a:pt x="11629844" y="2981191"/>
                  <a:pt x="11625508" y="2988486"/>
                  <a:pt x="11625932" y="2995729"/>
                </a:cubicBezTo>
                <a:cubicBezTo>
                  <a:pt x="11626358" y="3002972"/>
                  <a:pt x="11636102" y="3002605"/>
                  <a:pt x="11631060" y="3015551"/>
                </a:cubicBezTo>
                <a:cubicBezTo>
                  <a:pt x="11639036" y="3026970"/>
                  <a:pt x="11634852" y="3046550"/>
                  <a:pt x="11634862" y="3052653"/>
                </a:cubicBezTo>
                <a:lnTo>
                  <a:pt x="11638472" y="3085161"/>
                </a:lnTo>
                <a:lnTo>
                  <a:pt x="11617590" y="3113393"/>
                </a:lnTo>
                <a:cubicBezTo>
                  <a:pt x="11621846" y="3121866"/>
                  <a:pt x="11613122" y="3148828"/>
                  <a:pt x="11622718" y="3149063"/>
                </a:cubicBezTo>
                <a:cubicBezTo>
                  <a:pt x="11620874" y="3159401"/>
                  <a:pt x="11616380" y="3164407"/>
                  <a:pt x="11622820" y="3163072"/>
                </a:cubicBezTo>
                <a:cubicBezTo>
                  <a:pt x="11622276" y="3170605"/>
                  <a:pt x="11620826" y="3184783"/>
                  <a:pt x="11619438" y="3194257"/>
                </a:cubicBezTo>
                <a:lnTo>
                  <a:pt x="11614494" y="3219915"/>
                </a:lnTo>
                <a:lnTo>
                  <a:pt x="11613098" y="3221731"/>
                </a:lnTo>
                <a:cubicBezTo>
                  <a:pt x="11612634" y="3224213"/>
                  <a:pt x="11612392" y="3231115"/>
                  <a:pt x="11611708" y="3234801"/>
                </a:cubicBezTo>
                <a:lnTo>
                  <a:pt x="11609006" y="3243851"/>
                </a:lnTo>
                <a:cubicBezTo>
                  <a:pt x="11607894" y="3246676"/>
                  <a:pt x="11606598" y="3249062"/>
                  <a:pt x="11605054" y="3250812"/>
                </a:cubicBezTo>
                <a:cubicBezTo>
                  <a:pt x="11608816" y="3286401"/>
                  <a:pt x="11599242" y="3315146"/>
                  <a:pt x="11596882" y="3351401"/>
                </a:cubicBezTo>
                <a:cubicBezTo>
                  <a:pt x="11606320" y="3370932"/>
                  <a:pt x="11574486" y="3407777"/>
                  <a:pt x="11562942" y="3412738"/>
                </a:cubicBezTo>
                <a:cubicBezTo>
                  <a:pt x="11558508" y="3443835"/>
                  <a:pt x="11567878" y="3479425"/>
                  <a:pt x="11562930" y="3515212"/>
                </a:cubicBezTo>
                <a:lnTo>
                  <a:pt x="11545452" y="3647527"/>
                </a:lnTo>
                <a:cubicBezTo>
                  <a:pt x="11538634" y="3726778"/>
                  <a:pt x="11536610" y="3789073"/>
                  <a:pt x="11537114" y="3864465"/>
                </a:cubicBezTo>
                <a:cubicBezTo>
                  <a:pt x="11537618" y="3939858"/>
                  <a:pt x="11535598" y="4034053"/>
                  <a:pt x="11548476" y="4099881"/>
                </a:cubicBezTo>
                <a:lnTo>
                  <a:pt x="11552432" y="4165133"/>
                </a:lnTo>
                <a:lnTo>
                  <a:pt x="11552732" y="4173457"/>
                </a:lnTo>
                <a:cubicBezTo>
                  <a:pt x="11546540" y="4200651"/>
                  <a:pt x="11557802" y="4228513"/>
                  <a:pt x="11553200" y="4250383"/>
                </a:cubicBezTo>
                <a:cubicBezTo>
                  <a:pt x="11552922" y="4256452"/>
                  <a:pt x="11553192" y="4261667"/>
                  <a:pt x="11553798" y="4266324"/>
                </a:cubicBezTo>
                <a:lnTo>
                  <a:pt x="11556298" y="4278290"/>
                </a:lnTo>
                <a:lnTo>
                  <a:pt x="11558608" y="4279552"/>
                </a:lnTo>
                <a:lnTo>
                  <a:pt x="11559256" y="4288041"/>
                </a:lnTo>
                <a:lnTo>
                  <a:pt x="11559842" y="4289935"/>
                </a:lnTo>
                <a:cubicBezTo>
                  <a:pt x="11559766" y="4297619"/>
                  <a:pt x="11558376" y="4321255"/>
                  <a:pt x="11558794" y="4334153"/>
                </a:cubicBezTo>
                <a:cubicBezTo>
                  <a:pt x="11561310" y="4357137"/>
                  <a:pt x="11552162" y="4349289"/>
                  <a:pt x="11562346" y="4367326"/>
                </a:cubicBezTo>
                <a:cubicBezTo>
                  <a:pt x="11559750" y="4411719"/>
                  <a:pt x="11572402" y="4426587"/>
                  <a:pt x="11564954" y="4468612"/>
                </a:cubicBezTo>
                <a:cubicBezTo>
                  <a:pt x="11563988" y="4505670"/>
                  <a:pt x="11581512" y="4533280"/>
                  <a:pt x="11580786" y="4546196"/>
                </a:cubicBezTo>
                <a:cubicBezTo>
                  <a:pt x="11581754" y="4580683"/>
                  <a:pt x="11563866" y="4624484"/>
                  <a:pt x="11563432" y="4665534"/>
                </a:cubicBezTo>
                <a:cubicBezTo>
                  <a:pt x="11565794" y="4700759"/>
                  <a:pt x="11560190" y="4735452"/>
                  <a:pt x="11568406" y="4764690"/>
                </a:cubicBezTo>
                <a:cubicBezTo>
                  <a:pt x="11567130" y="4767647"/>
                  <a:pt x="11566180" y="4770968"/>
                  <a:pt x="11565462" y="4774527"/>
                </a:cubicBezTo>
                <a:lnTo>
                  <a:pt x="11564000" y="4785178"/>
                </a:lnTo>
                <a:lnTo>
                  <a:pt x="11564328" y="4798347"/>
                </a:lnTo>
                <a:lnTo>
                  <a:pt x="11563206" y="4801234"/>
                </a:lnTo>
                <a:lnTo>
                  <a:pt x="11561136" y="4826142"/>
                </a:lnTo>
                <a:lnTo>
                  <a:pt x="11561700" y="4829040"/>
                </a:lnTo>
                <a:lnTo>
                  <a:pt x="11560522" y="4853748"/>
                </a:lnTo>
                <a:lnTo>
                  <a:pt x="11560924" y="4853991"/>
                </a:lnTo>
                <a:cubicBezTo>
                  <a:pt x="11561796" y="4855098"/>
                  <a:pt x="11562390" y="4856978"/>
                  <a:pt x="11562416" y="4860528"/>
                </a:cubicBezTo>
                <a:cubicBezTo>
                  <a:pt x="11568496" y="4853650"/>
                  <a:pt x="11564776" y="4862172"/>
                  <a:pt x="11564316" y="4873245"/>
                </a:cubicBezTo>
                <a:lnTo>
                  <a:pt x="11572682" y="4927107"/>
                </a:lnTo>
                <a:lnTo>
                  <a:pt x="11572672" y="4932248"/>
                </a:lnTo>
                <a:cubicBezTo>
                  <a:pt x="11572704" y="4932275"/>
                  <a:pt x="11572734" y="4932305"/>
                  <a:pt x="11572766" y="4932333"/>
                </a:cubicBezTo>
                <a:cubicBezTo>
                  <a:pt x="11572964" y="4933414"/>
                  <a:pt x="11573036" y="4935090"/>
                  <a:pt x="11572942" y="4937721"/>
                </a:cubicBezTo>
                <a:lnTo>
                  <a:pt x="11577402" y="4975055"/>
                </a:lnTo>
                <a:cubicBezTo>
                  <a:pt x="11574168" y="4991322"/>
                  <a:pt x="11579054" y="4994280"/>
                  <a:pt x="11580860" y="5016279"/>
                </a:cubicBezTo>
                <a:cubicBezTo>
                  <a:pt x="11577794" y="5025639"/>
                  <a:pt x="11578930" y="5033009"/>
                  <a:pt x="11581396" y="5040153"/>
                </a:cubicBezTo>
                <a:cubicBezTo>
                  <a:pt x="11580034" y="5061698"/>
                  <a:pt x="11583522" y="5081146"/>
                  <a:pt x="11584442" y="5105259"/>
                </a:cubicBezTo>
                <a:cubicBezTo>
                  <a:pt x="11580512" y="5131545"/>
                  <a:pt x="11587750" y="5144617"/>
                  <a:pt x="11588702" y="5170388"/>
                </a:cubicBezTo>
                <a:cubicBezTo>
                  <a:pt x="11581846" y="5193034"/>
                  <a:pt x="11594798" y="5188571"/>
                  <a:pt x="11597568" y="5201681"/>
                </a:cubicBezTo>
                <a:lnTo>
                  <a:pt x="11596842" y="5215195"/>
                </a:lnTo>
                <a:lnTo>
                  <a:pt x="11596192" y="5218814"/>
                </a:lnTo>
                <a:cubicBezTo>
                  <a:pt x="11595848" y="5221331"/>
                  <a:pt x="11595754" y="5223032"/>
                  <a:pt x="11595836" y="5224243"/>
                </a:cubicBezTo>
                <a:lnTo>
                  <a:pt x="11595408" y="5229443"/>
                </a:lnTo>
                <a:cubicBezTo>
                  <a:pt x="11594346" y="5237912"/>
                  <a:pt x="11593122" y="5246108"/>
                  <a:pt x="11591796" y="5253878"/>
                </a:cubicBezTo>
                <a:cubicBezTo>
                  <a:pt x="11596328" y="5261714"/>
                  <a:pt x="11588472" y="5289750"/>
                  <a:pt x="11598078" y="5288650"/>
                </a:cubicBezTo>
                <a:cubicBezTo>
                  <a:pt x="11596572" y="5299191"/>
                  <a:pt x="11592238" y="5304794"/>
                  <a:pt x="11598640" y="5302571"/>
                </a:cubicBezTo>
                <a:cubicBezTo>
                  <a:pt x="11598320" y="5306080"/>
                  <a:pt x="11598696" y="5308372"/>
                  <a:pt x="11599412" y="5310113"/>
                </a:cubicBezTo>
                <a:lnTo>
                  <a:pt x="11599768" y="5310652"/>
                </a:lnTo>
                <a:lnTo>
                  <a:pt x="11593310" y="5352392"/>
                </a:lnTo>
                <a:lnTo>
                  <a:pt x="11592144" y="5360280"/>
                </a:lnTo>
                <a:lnTo>
                  <a:pt x="11589598" y="5374040"/>
                </a:lnTo>
                <a:lnTo>
                  <a:pt x="11589840" y="5375477"/>
                </a:lnTo>
                <a:lnTo>
                  <a:pt x="11587428" y="5384856"/>
                </a:lnTo>
                <a:cubicBezTo>
                  <a:pt x="11586404" y="5387820"/>
                  <a:pt x="11585186" y="5390375"/>
                  <a:pt x="11583696" y="5392331"/>
                </a:cubicBezTo>
                <a:cubicBezTo>
                  <a:pt x="11588614" y="5427214"/>
                  <a:pt x="11579964" y="5457140"/>
                  <a:pt x="11578774" y="5493537"/>
                </a:cubicBezTo>
                <a:cubicBezTo>
                  <a:pt x="11574386" y="5533576"/>
                  <a:pt x="11562428" y="5590359"/>
                  <a:pt x="11557362" y="5632561"/>
                </a:cubicBezTo>
                <a:lnTo>
                  <a:pt x="11548380" y="5746753"/>
                </a:lnTo>
                <a:cubicBezTo>
                  <a:pt x="11556238" y="5772089"/>
                  <a:pt x="11550878" y="5798350"/>
                  <a:pt x="11551024" y="5822826"/>
                </a:cubicBezTo>
                <a:cubicBezTo>
                  <a:pt x="11542796" y="5814291"/>
                  <a:pt x="11553924" y="5853157"/>
                  <a:pt x="11544052" y="5852276"/>
                </a:cubicBezTo>
                <a:cubicBezTo>
                  <a:pt x="11544390" y="5856758"/>
                  <a:pt x="11545032" y="5861128"/>
                  <a:pt x="11545748" y="5865520"/>
                </a:cubicBezTo>
                <a:lnTo>
                  <a:pt x="11546116" y="5867822"/>
                </a:lnTo>
                <a:lnTo>
                  <a:pt x="11545906" y="5876651"/>
                </a:lnTo>
                <a:lnTo>
                  <a:pt x="11547962" y="5879618"/>
                </a:lnTo>
                <a:lnTo>
                  <a:pt x="11549160" y="5893249"/>
                </a:lnTo>
                <a:cubicBezTo>
                  <a:pt x="11549282" y="5898280"/>
                  <a:pt x="11549030" y="5903609"/>
                  <a:pt x="11548180" y="5909369"/>
                </a:cubicBezTo>
                <a:cubicBezTo>
                  <a:pt x="11541720" y="5927436"/>
                  <a:pt x="11549640" y="5963239"/>
                  <a:pt x="11541162" y="5985355"/>
                </a:cubicBezTo>
                <a:cubicBezTo>
                  <a:pt x="11538794" y="5993983"/>
                  <a:pt x="11531140" y="6003419"/>
                  <a:pt x="11533408" y="6010880"/>
                </a:cubicBezTo>
                <a:cubicBezTo>
                  <a:pt x="11533384" y="6032967"/>
                  <a:pt x="11540672" y="6093692"/>
                  <a:pt x="11541022" y="6117880"/>
                </a:cubicBezTo>
                <a:cubicBezTo>
                  <a:pt x="11536010" y="6127417"/>
                  <a:pt x="11542236" y="6147591"/>
                  <a:pt x="11540416" y="6176296"/>
                </a:cubicBezTo>
                <a:cubicBezTo>
                  <a:pt x="11533696" y="6193575"/>
                  <a:pt x="11520672" y="6223706"/>
                  <a:pt x="11515330" y="6241549"/>
                </a:cubicBezTo>
                <a:cubicBezTo>
                  <a:pt x="11509988" y="6259393"/>
                  <a:pt x="11506830" y="6256209"/>
                  <a:pt x="11508360" y="6283356"/>
                </a:cubicBezTo>
                <a:cubicBezTo>
                  <a:pt x="11496758" y="6317094"/>
                  <a:pt x="11506504" y="6340085"/>
                  <a:pt x="11502164" y="6370897"/>
                </a:cubicBezTo>
                <a:cubicBezTo>
                  <a:pt x="11498220" y="6406078"/>
                  <a:pt x="11505228" y="6378276"/>
                  <a:pt x="11493420" y="6419907"/>
                </a:cubicBezTo>
                <a:cubicBezTo>
                  <a:pt x="11496498" y="6425815"/>
                  <a:pt x="11498672" y="6444204"/>
                  <a:pt x="11496258" y="6453162"/>
                </a:cubicBezTo>
                <a:cubicBezTo>
                  <a:pt x="11496982" y="6471523"/>
                  <a:pt x="11512650" y="6498528"/>
                  <a:pt x="11512334" y="6514298"/>
                </a:cubicBezTo>
                <a:cubicBezTo>
                  <a:pt x="11512200" y="6527176"/>
                  <a:pt x="11507906" y="6505466"/>
                  <a:pt x="11506458" y="6519308"/>
                </a:cubicBezTo>
                <a:cubicBezTo>
                  <a:pt x="11505546" y="6536357"/>
                  <a:pt x="11496970" y="6533583"/>
                  <a:pt x="11506912" y="6550074"/>
                </a:cubicBezTo>
                <a:cubicBezTo>
                  <a:pt x="11502902" y="6566946"/>
                  <a:pt x="11507560" y="6571936"/>
                  <a:pt x="11508214" y="6596919"/>
                </a:cubicBezTo>
                <a:cubicBezTo>
                  <a:pt x="11504722" y="6606203"/>
                  <a:pt x="11505462" y="6614758"/>
                  <a:pt x="11507524" y="6623534"/>
                </a:cubicBezTo>
                <a:cubicBezTo>
                  <a:pt x="11505086" y="6646907"/>
                  <a:pt x="11507528" y="6669655"/>
                  <a:pt x="11507206" y="6696669"/>
                </a:cubicBezTo>
                <a:cubicBezTo>
                  <a:pt x="11501998" y="6724388"/>
                  <a:pt x="11508454" y="6741397"/>
                  <a:pt x="11508078" y="6770256"/>
                </a:cubicBezTo>
                <a:cubicBezTo>
                  <a:pt x="11509260" y="6790406"/>
                  <a:pt x="11512798" y="6819910"/>
                  <a:pt x="11515012" y="6840678"/>
                </a:cubicBezTo>
                <a:lnTo>
                  <a:pt x="11515906" y="6850048"/>
                </a:lnTo>
                <a:lnTo>
                  <a:pt x="0" y="6850048"/>
                </a:lnTo>
                <a:lnTo>
                  <a:pt x="0" y="6150255"/>
                </a:lnTo>
                <a:lnTo>
                  <a:pt x="17548" y="6079421"/>
                </a:lnTo>
                <a:cubicBezTo>
                  <a:pt x="24104" y="6016456"/>
                  <a:pt x="27371" y="6035306"/>
                  <a:pt x="27043" y="5985942"/>
                </a:cubicBezTo>
                <a:cubicBezTo>
                  <a:pt x="26678" y="5981021"/>
                  <a:pt x="35914" y="5971603"/>
                  <a:pt x="33624" y="5952542"/>
                </a:cubicBezTo>
                <a:cubicBezTo>
                  <a:pt x="37578" y="5922372"/>
                  <a:pt x="48696" y="5939028"/>
                  <a:pt x="52357" y="5900385"/>
                </a:cubicBezTo>
                <a:cubicBezTo>
                  <a:pt x="55799" y="5903958"/>
                  <a:pt x="54094" y="5866099"/>
                  <a:pt x="66315" y="5862451"/>
                </a:cubicBezTo>
                <a:cubicBezTo>
                  <a:pt x="70207" y="5846033"/>
                  <a:pt x="73489" y="5820812"/>
                  <a:pt x="75710" y="5801878"/>
                </a:cubicBezTo>
                <a:cubicBezTo>
                  <a:pt x="81695" y="5773510"/>
                  <a:pt x="88149" y="5759388"/>
                  <a:pt x="92413" y="5755196"/>
                </a:cubicBezTo>
                <a:cubicBezTo>
                  <a:pt x="99183" y="5726796"/>
                  <a:pt x="100401" y="5729867"/>
                  <a:pt x="114766" y="5692575"/>
                </a:cubicBezTo>
                <a:cubicBezTo>
                  <a:pt x="109606" y="5670690"/>
                  <a:pt x="120766" y="5651885"/>
                  <a:pt x="130959" y="5642725"/>
                </a:cubicBezTo>
                <a:cubicBezTo>
                  <a:pt x="140615" y="5617952"/>
                  <a:pt x="163671" y="5564143"/>
                  <a:pt x="166724" y="5528753"/>
                </a:cubicBezTo>
                <a:cubicBezTo>
                  <a:pt x="165990" y="5474631"/>
                  <a:pt x="177327" y="5489775"/>
                  <a:pt x="185947" y="5465696"/>
                </a:cubicBezTo>
                <a:cubicBezTo>
                  <a:pt x="196662" y="5446952"/>
                  <a:pt x="187411" y="5449560"/>
                  <a:pt x="200956" y="5429999"/>
                </a:cubicBezTo>
                <a:lnTo>
                  <a:pt x="216668" y="5393769"/>
                </a:lnTo>
                <a:lnTo>
                  <a:pt x="241271" y="5350074"/>
                </a:lnTo>
                <a:lnTo>
                  <a:pt x="248034" y="5340072"/>
                </a:lnTo>
                <a:cubicBezTo>
                  <a:pt x="248058" y="5334942"/>
                  <a:pt x="248479" y="5331687"/>
                  <a:pt x="249221" y="5329608"/>
                </a:cubicBezTo>
                <a:cubicBezTo>
                  <a:pt x="249320" y="5329557"/>
                  <a:pt x="249420" y="5329504"/>
                  <a:pt x="249519" y="5329453"/>
                </a:cubicBezTo>
                <a:lnTo>
                  <a:pt x="252498" y="5314689"/>
                </a:lnTo>
                <a:cubicBezTo>
                  <a:pt x="252864" y="5297574"/>
                  <a:pt x="278981" y="5263235"/>
                  <a:pt x="278285" y="5246981"/>
                </a:cubicBezTo>
                <a:cubicBezTo>
                  <a:pt x="294835" y="5239806"/>
                  <a:pt x="267309" y="5243000"/>
                  <a:pt x="282334" y="5215649"/>
                </a:cubicBezTo>
                <a:cubicBezTo>
                  <a:pt x="284338" y="5203457"/>
                  <a:pt x="286369" y="5198331"/>
                  <a:pt x="287909" y="5188115"/>
                </a:cubicBezTo>
                <a:cubicBezTo>
                  <a:pt x="288332" y="5187974"/>
                  <a:pt x="291148" y="5154493"/>
                  <a:pt x="291570" y="5154352"/>
                </a:cubicBezTo>
                <a:lnTo>
                  <a:pt x="295687" y="5129949"/>
                </a:lnTo>
                <a:lnTo>
                  <a:pt x="297770" y="5124375"/>
                </a:lnTo>
                <a:lnTo>
                  <a:pt x="294552" y="5091886"/>
                </a:lnTo>
                <a:lnTo>
                  <a:pt x="294372" y="5075666"/>
                </a:lnTo>
                <a:lnTo>
                  <a:pt x="291261" y="5069914"/>
                </a:lnTo>
                <a:cubicBezTo>
                  <a:pt x="289602" y="5064348"/>
                  <a:pt x="289412" y="5057213"/>
                  <a:pt x="292549" y="5046565"/>
                </a:cubicBezTo>
                <a:lnTo>
                  <a:pt x="293850" y="5044324"/>
                </a:lnTo>
                <a:lnTo>
                  <a:pt x="288225" y="5011521"/>
                </a:lnTo>
                <a:cubicBezTo>
                  <a:pt x="286438" y="5004509"/>
                  <a:pt x="295879" y="4976501"/>
                  <a:pt x="292304" y="4970595"/>
                </a:cubicBezTo>
                <a:cubicBezTo>
                  <a:pt x="297173" y="4914689"/>
                  <a:pt x="280545" y="4880484"/>
                  <a:pt x="292037" y="4812226"/>
                </a:cubicBezTo>
                <a:cubicBezTo>
                  <a:pt x="296651" y="4766534"/>
                  <a:pt x="296553" y="4740857"/>
                  <a:pt x="300183" y="4711370"/>
                </a:cubicBezTo>
                <a:cubicBezTo>
                  <a:pt x="303813" y="4681883"/>
                  <a:pt x="310253" y="4654301"/>
                  <a:pt x="313819" y="4635304"/>
                </a:cubicBezTo>
                <a:cubicBezTo>
                  <a:pt x="317385" y="4616307"/>
                  <a:pt x="319059" y="4621434"/>
                  <a:pt x="321580" y="4597389"/>
                </a:cubicBezTo>
                <a:cubicBezTo>
                  <a:pt x="324100" y="4573344"/>
                  <a:pt x="322182" y="4514378"/>
                  <a:pt x="328942" y="4491032"/>
                </a:cubicBezTo>
                <a:cubicBezTo>
                  <a:pt x="328254" y="4465815"/>
                  <a:pt x="339350" y="4462516"/>
                  <a:pt x="338027" y="4448739"/>
                </a:cubicBezTo>
                <a:cubicBezTo>
                  <a:pt x="354594" y="4377504"/>
                  <a:pt x="351648" y="4318161"/>
                  <a:pt x="348965" y="4231470"/>
                </a:cubicBezTo>
                <a:cubicBezTo>
                  <a:pt x="353874" y="4174323"/>
                  <a:pt x="356666" y="4175355"/>
                  <a:pt x="359496" y="4150308"/>
                </a:cubicBezTo>
                <a:cubicBezTo>
                  <a:pt x="362339" y="4142663"/>
                  <a:pt x="352449" y="4138872"/>
                  <a:pt x="356364" y="4131985"/>
                </a:cubicBezTo>
                <a:lnTo>
                  <a:pt x="361593" y="4096619"/>
                </a:lnTo>
                <a:lnTo>
                  <a:pt x="371792" y="4070654"/>
                </a:lnTo>
                <a:lnTo>
                  <a:pt x="378262" y="4046249"/>
                </a:lnTo>
                <a:lnTo>
                  <a:pt x="381009" y="4016915"/>
                </a:lnTo>
                <a:cubicBezTo>
                  <a:pt x="383439" y="4007929"/>
                  <a:pt x="391279" y="4007340"/>
                  <a:pt x="391151" y="3995496"/>
                </a:cubicBezTo>
                <a:cubicBezTo>
                  <a:pt x="396353" y="3959536"/>
                  <a:pt x="400862" y="3894766"/>
                  <a:pt x="406592" y="3845871"/>
                </a:cubicBezTo>
                <a:cubicBezTo>
                  <a:pt x="403177" y="3821649"/>
                  <a:pt x="409717" y="3786911"/>
                  <a:pt x="419462" y="3776866"/>
                </a:cubicBezTo>
                <a:cubicBezTo>
                  <a:pt x="422173" y="3764871"/>
                  <a:pt x="422222" y="3735955"/>
                  <a:pt x="420303" y="3724288"/>
                </a:cubicBezTo>
                <a:cubicBezTo>
                  <a:pt x="420584" y="3713932"/>
                  <a:pt x="424293" y="3712054"/>
                  <a:pt x="425736" y="3698294"/>
                </a:cubicBezTo>
                <a:cubicBezTo>
                  <a:pt x="429134" y="3683275"/>
                  <a:pt x="445239" y="3650699"/>
                  <a:pt x="450275" y="3636556"/>
                </a:cubicBezTo>
                <a:cubicBezTo>
                  <a:pt x="455311" y="3622413"/>
                  <a:pt x="450096" y="3636797"/>
                  <a:pt x="455950" y="3613438"/>
                </a:cubicBezTo>
                <a:cubicBezTo>
                  <a:pt x="457946" y="3605104"/>
                  <a:pt x="465726" y="3606849"/>
                  <a:pt x="469436" y="3588931"/>
                </a:cubicBezTo>
                <a:cubicBezTo>
                  <a:pt x="473148" y="3571012"/>
                  <a:pt x="477437" y="3530877"/>
                  <a:pt x="478216" y="3505927"/>
                </a:cubicBezTo>
                <a:cubicBezTo>
                  <a:pt x="465624" y="3478053"/>
                  <a:pt x="482767" y="3487820"/>
                  <a:pt x="466921" y="3436850"/>
                </a:cubicBezTo>
                <a:cubicBezTo>
                  <a:pt x="468947" y="3435539"/>
                  <a:pt x="468075" y="3414710"/>
                  <a:pt x="469431" y="3393361"/>
                </a:cubicBezTo>
                <a:cubicBezTo>
                  <a:pt x="470787" y="3372012"/>
                  <a:pt x="482148" y="3326552"/>
                  <a:pt x="475054" y="3308755"/>
                </a:cubicBezTo>
                <a:lnTo>
                  <a:pt x="474310" y="3151747"/>
                </a:lnTo>
                <a:lnTo>
                  <a:pt x="486215" y="3061618"/>
                </a:lnTo>
                <a:cubicBezTo>
                  <a:pt x="488121" y="3030278"/>
                  <a:pt x="496811" y="3025014"/>
                  <a:pt x="493402" y="3004882"/>
                </a:cubicBezTo>
                <a:cubicBezTo>
                  <a:pt x="495599" y="2970945"/>
                  <a:pt x="511735" y="2992431"/>
                  <a:pt x="498742" y="2953275"/>
                </a:cubicBezTo>
                <a:cubicBezTo>
                  <a:pt x="512558" y="2963977"/>
                  <a:pt x="494995" y="2934875"/>
                  <a:pt x="506118" y="2914739"/>
                </a:cubicBezTo>
                <a:cubicBezTo>
                  <a:pt x="497917" y="2886497"/>
                  <a:pt x="508247" y="2857462"/>
                  <a:pt x="509450" y="2840319"/>
                </a:cubicBezTo>
                <a:cubicBezTo>
                  <a:pt x="510653" y="2823176"/>
                  <a:pt x="514436" y="2836441"/>
                  <a:pt x="513337" y="2811881"/>
                </a:cubicBezTo>
                <a:lnTo>
                  <a:pt x="518905" y="2777197"/>
                </a:lnTo>
                <a:cubicBezTo>
                  <a:pt x="514307" y="2779008"/>
                  <a:pt x="515662" y="2773990"/>
                  <a:pt x="516381" y="2760229"/>
                </a:cubicBezTo>
                <a:lnTo>
                  <a:pt x="512284" y="2723271"/>
                </a:lnTo>
                <a:lnTo>
                  <a:pt x="516417" y="2697909"/>
                </a:lnTo>
                <a:cubicBezTo>
                  <a:pt x="516277" y="2694509"/>
                  <a:pt x="511777" y="2670333"/>
                  <a:pt x="508245" y="2670818"/>
                </a:cubicBezTo>
                <a:cubicBezTo>
                  <a:pt x="523059" y="2644368"/>
                  <a:pt x="513753" y="2641721"/>
                  <a:pt x="509977" y="2614598"/>
                </a:cubicBezTo>
                <a:cubicBezTo>
                  <a:pt x="511368" y="2591343"/>
                  <a:pt x="511836" y="2611388"/>
                  <a:pt x="513586" y="2555192"/>
                </a:cubicBezTo>
                <a:cubicBezTo>
                  <a:pt x="529849" y="2533316"/>
                  <a:pt x="501799" y="2549042"/>
                  <a:pt x="524573" y="2506102"/>
                </a:cubicBezTo>
                <a:cubicBezTo>
                  <a:pt x="522798" y="2504000"/>
                  <a:pt x="524426" y="2477490"/>
                  <a:pt x="526211" y="2463615"/>
                </a:cubicBezTo>
                <a:cubicBezTo>
                  <a:pt x="527997" y="2449740"/>
                  <a:pt x="525821" y="2437204"/>
                  <a:pt x="535288" y="2422849"/>
                </a:cubicBezTo>
                <a:cubicBezTo>
                  <a:pt x="538200" y="2412361"/>
                  <a:pt x="533938" y="2431104"/>
                  <a:pt x="538894" y="2398306"/>
                </a:cubicBezTo>
                <a:cubicBezTo>
                  <a:pt x="543849" y="2365508"/>
                  <a:pt x="560628" y="2258604"/>
                  <a:pt x="565019" y="2226060"/>
                </a:cubicBezTo>
                <a:cubicBezTo>
                  <a:pt x="569411" y="2193516"/>
                  <a:pt x="571990" y="2216405"/>
                  <a:pt x="572425" y="2203044"/>
                </a:cubicBezTo>
                <a:cubicBezTo>
                  <a:pt x="572861" y="2189683"/>
                  <a:pt x="565754" y="2160914"/>
                  <a:pt x="567634" y="2145894"/>
                </a:cubicBezTo>
                <a:cubicBezTo>
                  <a:pt x="569552" y="2127038"/>
                  <a:pt x="576895" y="2124242"/>
                  <a:pt x="576524" y="2112924"/>
                </a:cubicBezTo>
                <a:cubicBezTo>
                  <a:pt x="566248" y="2102460"/>
                  <a:pt x="566361" y="2091349"/>
                  <a:pt x="572593" y="2073223"/>
                </a:cubicBezTo>
                <a:cubicBezTo>
                  <a:pt x="575393" y="2039410"/>
                  <a:pt x="564822" y="2039383"/>
                  <a:pt x="566346" y="2006730"/>
                </a:cubicBezTo>
                <a:cubicBezTo>
                  <a:pt x="565764" y="1992401"/>
                  <a:pt x="569077" y="1984735"/>
                  <a:pt x="565784" y="1960829"/>
                </a:cubicBezTo>
                <a:cubicBezTo>
                  <a:pt x="566486" y="1943808"/>
                  <a:pt x="568252" y="1909609"/>
                  <a:pt x="557910" y="1886564"/>
                </a:cubicBezTo>
                <a:cubicBezTo>
                  <a:pt x="556594" y="1861569"/>
                  <a:pt x="556127" y="1879721"/>
                  <a:pt x="558732" y="1852441"/>
                </a:cubicBezTo>
                <a:cubicBezTo>
                  <a:pt x="559253" y="1819115"/>
                  <a:pt x="552986" y="1805243"/>
                  <a:pt x="554477" y="1785985"/>
                </a:cubicBezTo>
                <a:cubicBezTo>
                  <a:pt x="550197" y="1773445"/>
                  <a:pt x="555297" y="1787647"/>
                  <a:pt x="549925" y="1739449"/>
                </a:cubicBezTo>
                <a:cubicBezTo>
                  <a:pt x="559439" y="1720347"/>
                  <a:pt x="546428" y="1704007"/>
                  <a:pt x="548478" y="1687662"/>
                </a:cubicBezTo>
                <a:cubicBezTo>
                  <a:pt x="547438" y="1661740"/>
                  <a:pt x="547552" y="1598028"/>
                  <a:pt x="546079" y="1574394"/>
                </a:cubicBezTo>
                <a:cubicBezTo>
                  <a:pt x="544606" y="1550760"/>
                  <a:pt x="542413" y="1575916"/>
                  <a:pt x="539645" y="1545855"/>
                </a:cubicBezTo>
                <a:cubicBezTo>
                  <a:pt x="551965" y="1490487"/>
                  <a:pt x="529792" y="1459589"/>
                  <a:pt x="527078" y="1403551"/>
                </a:cubicBezTo>
                <a:cubicBezTo>
                  <a:pt x="509907" y="1369534"/>
                  <a:pt x="527744" y="1345427"/>
                  <a:pt x="514603" y="1308232"/>
                </a:cubicBezTo>
                <a:cubicBezTo>
                  <a:pt x="510585" y="1283061"/>
                  <a:pt x="514424" y="1279405"/>
                  <a:pt x="512548" y="1265228"/>
                </a:cubicBezTo>
                <a:cubicBezTo>
                  <a:pt x="510672" y="1251051"/>
                  <a:pt x="506150" y="1235061"/>
                  <a:pt x="503347" y="1223169"/>
                </a:cubicBezTo>
                <a:cubicBezTo>
                  <a:pt x="507006" y="1216804"/>
                  <a:pt x="500559" y="1167333"/>
                  <a:pt x="495727" y="1168475"/>
                </a:cubicBezTo>
                <a:cubicBezTo>
                  <a:pt x="497383" y="1161125"/>
                  <a:pt x="503792" y="1140806"/>
                  <a:pt x="496141" y="1138512"/>
                </a:cubicBezTo>
                <a:cubicBezTo>
                  <a:pt x="496060" y="1100984"/>
                  <a:pt x="494987" y="1079901"/>
                  <a:pt x="505184" y="1047073"/>
                </a:cubicBezTo>
                <a:cubicBezTo>
                  <a:pt x="508983" y="1023742"/>
                  <a:pt x="506944" y="1040037"/>
                  <a:pt x="509355" y="1025516"/>
                </a:cubicBezTo>
                <a:cubicBezTo>
                  <a:pt x="511766" y="1010995"/>
                  <a:pt x="507447" y="986805"/>
                  <a:pt x="506873" y="963123"/>
                </a:cubicBezTo>
                <a:cubicBezTo>
                  <a:pt x="507006" y="939112"/>
                  <a:pt x="511112" y="911137"/>
                  <a:pt x="512548" y="893356"/>
                </a:cubicBezTo>
                <a:cubicBezTo>
                  <a:pt x="513984" y="875575"/>
                  <a:pt x="513640" y="871333"/>
                  <a:pt x="515492" y="856438"/>
                </a:cubicBezTo>
                <a:cubicBezTo>
                  <a:pt x="512022" y="831582"/>
                  <a:pt x="513851" y="810695"/>
                  <a:pt x="521269" y="792080"/>
                </a:cubicBezTo>
                <a:cubicBezTo>
                  <a:pt x="523173" y="777595"/>
                  <a:pt x="527507" y="785019"/>
                  <a:pt x="529314" y="774293"/>
                </a:cubicBezTo>
                <a:cubicBezTo>
                  <a:pt x="531122" y="763567"/>
                  <a:pt x="522950" y="756728"/>
                  <a:pt x="524928" y="727723"/>
                </a:cubicBezTo>
                <a:cubicBezTo>
                  <a:pt x="525327" y="717404"/>
                  <a:pt x="532992" y="717749"/>
                  <a:pt x="534104" y="695712"/>
                </a:cubicBezTo>
                <a:cubicBezTo>
                  <a:pt x="535215" y="673675"/>
                  <a:pt x="540000" y="585070"/>
                  <a:pt x="541179" y="552638"/>
                </a:cubicBezTo>
                <a:cubicBezTo>
                  <a:pt x="542357" y="520206"/>
                  <a:pt x="539121" y="533336"/>
                  <a:pt x="538784" y="517789"/>
                </a:cubicBezTo>
                <a:cubicBezTo>
                  <a:pt x="538447" y="502242"/>
                  <a:pt x="529995" y="483849"/>
                  <a:pt x="539155" y="459355"/>
                </a:cubicBezTo>
                <a:cubicBezTo>
                  <a:pt x="534282" y="441033"/>
                  <a:pt x="545465" y="440562"/>
                  <a:pt x="548350" y="420246"/>
                </a:cubicBezTo>
                <a:cubicBezTo>
                  <a:pt x="552432" y="409037"/>
                  <a:pt x="551248" y="395007"/>
                  <a:pt x="554063" y="385753"/>
                </a:cubicBezTo>
                <a:cubicBezTo>
                  <a:pt x="556878" y="376499"/>
                  <a:pt x="557385" y="369183"/>
                  <a:pt x="560450" y="362337"/>
                </a:cubicBezTo>
                <a:cubicBezTo>
                  <a:pt x="563515" y="355491"/>
                  <a:pt x="569657" y="353410"/>
                  <a:pt x="572451" y="344679"/>
                </a:cubicBezTo>
                <a:cubicBezTo>
                  <a:pt x="575246" y="335948"/>
                  <a:pt x="580164" y="322294"/>
                  <a:pt x="582006" y="312331"/>
                </a:cubicBezTo>
                <a:cubicBezTo>
                  <a:pt x="583847" y="302368"/>
                  <a:pt x="580997" y="303880"/>
                  <a:pt x="583503" y="284899"/>
                </a:cubicBezTo>
                <a:cubicBezTo>
                  <a:pt x="588855" y="253960"/>
                  <a:pt x="592732" y="226097"/>
                  <a:pt x="592254" y="191300"/>
                </a:cubicBezTo>
                <a:cubicBezTo>
                  <a:pt x="602017" y="184777"/>
                  <a:pt x="597586" y="174390"/>
                  <a:pt x="592419" y="160499"/>
                </a:cubicBezTo>
                <a:cubicBezTo>
                  <a:pt x="599540" y="134531"/>
                  <a:pt x="605057" y="90673"/>
                  <a:pt x="620978" y="46251"/>
                </a:cubicBezTo>
                <a:cubicBezTo>
                  <a:pt x="630736" y="27343"/>
                  <a:pt x="632412" y="23169"/>
                  <a:pt x="635098" y="961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20553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128F3BD-7564-4310-B528-888E64F87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E03A092-E076-DE46-FC27-2596998B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6162" y="831273"/>
            <a:ext cx="4876932" cy="1282459"/>
          </a:xfrm>
        </p:spPr>
        <p:txBody>
          <a:bodyPr>
            <a:normAutofit fontScale="90000"/>
          </a:bodyPr>
          <a:lstStyle/>
          <a:p>
            <a:r>
              <a:rPr lang="sv-SE" sz="4100">
                <a:ea typeface="+mj-lt"/>
                <a:cs typeface="+mj-lt"/>
              </a:rPr>
              <a:t>Praktiskt Exempel – Robust Produktionsskript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01DE5AA-BA7A-84AF-0A02-536225FBB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" y="-95"/>
            <a:ext cx="8576094" cy="68611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1400" b="1">
                <a:highlight>
                  <a:srgbClr val="FFFFFF"/>
                </a:highlight>
                <a:ea typeface="+mn-lt"/>
                <a:cs typeface="+mn-lt"/>
              </a:rPr>
              <a:t>Proffstips:</a:t>
            </a:r>
            <a:r>
              <a:rPr lang="sv-SE" sz="1400">
                <a:highlight>
                  <a:srgbClr val="FFFFFF"/>
                </a:highlight>
                <a:ea typeface="+mn-lt"/>
                <a:cs typeface="+mn-lt"/>
              </a:rPr>
              <a:t> Använd </a:t>
            </a:r>
            <a:r>
              <a:rPr lang="sv-SE" sz="1400">
                <a:highlight>
                  <a:srgbClr val="EBEEF2"/>
                </a:highlight>
                <a:latin typeface="Consolas"/>
                <a:ea typeface="+mn-lt"/>
                <a:cs typeface="+mn-lt"/>
              </a:rPr>
              <a:t>$_.ScriptStackTrace</a:t>
            </a:r>
            <a:r>
              <a:rPr lang="sv-SE" sz="1400">
                <a:highlight>
                  <a:srgbClr val="FFFFFF"/>
                </a:highlight>
                <a:ea typeface="+mn-lt"/>
                <a:cs typeface="+mn-lt"/>
              </a:rPr>
              <a:t> för att se exakt var felet inträffade!</a:t>
            </a:r>
            <a:endParaRPr lang="sv-SE"/>
          </a:p>
          <a:p>
            <a:pPr marL="0" indent="0">
              <a:buNone/>
            </a:pPr>
            <a:r>
              <a:rPr lang="sv-SE" sz="1400">
                <a:ea typeface="+mn-lt"/>
                <a:cs typeface="+mn-lt"/>
              </a:rPr>
              <a:t>Här är allt vi lärt oss idag i ett enda skript:</a:t>
            </a:r>
          </a:p>
          <a:p>
            <a:pPr marL="0" indent="0">
              <a:buNone/>
            </a:pP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1. Sätt upp loggning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function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Write-Log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param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[string]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$Message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[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ValidateSet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"INFO"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"WARNING"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"ERROR"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"SUCCESS"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)]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[string]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$Level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=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"INFO"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$timestamp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=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Get-Date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Format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"yyyy-MM-dd HH:mm:ss"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$logEntry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=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"[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$timestamp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] [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$Level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]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$Message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Add-Content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Path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"C:\Logs\app.log"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Value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$logEntry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2. Huvudskript med felhantering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try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Write-Log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Message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"Skriptet startades"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Level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"INFO"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Gör något här...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Write-Log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Message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"Åtgärd utförd"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Level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"INFO"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Write-Log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Message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"Skriptet avslutades"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Level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"SUCCESS"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catch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Write-Log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Message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"FEL: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$_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Exception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Message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Level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"ERROR"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Write-Log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Message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"Stack: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$_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ScriptStackTrace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Level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"ERROR"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finally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Write-Log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Message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"Skriptet avslutades (finally)"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Level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"INFO"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14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AA3C4E-019E-440F-87AB-67EFA9BE6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822456" y="-2"/>
            <a:ext cx="1368219" cy="6858000"/>
          </a:xfrm>
          <a:custGeom>
            <a:avLst/>
            <a:gdLst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57645 w 1605470"/>
              <a:gd name="connsiteY188" fmla="*/ 474761 h 6858000"/>
              <a:gd name="connsiteX189" fmla="*/ 201693 w 1605470"/>
              <a:gd name="connsiteY189" fmla="*/ 469651 h 6858000"/>
              <a:gd name="connsiteX190" fmla="*/ 195012 w 1605470"/>
              <a:gd name="connsiteY190" fmla="*/ 448559 h 6858000"/>
              <a:gd name="connsiteX191" fmla="*/ 201434 w 1605470"/>
              <a:gd name="connsiteY191" fmla="*/ 441529 h 6858000"/>
              <a:gd name="connsiteX192" fmla="*/ 200655 w 1605470"/>
              <a:gd name="connsiteY192" fmla="*/ 428927 h 6858000"/>
              <a:gd name="connsiteX193" fmla="*/ 190059 w 1605470"/>
              <a:gd name="connsiteY193" fmla="*/ 430161 h 6858000"/>
              <a:gd name="connsiteX194" fmla="*/ 184450 w 1605470"/>
              <a:gd name="connsiteY194" fmla="*/ 396240 h 6858000"/>
              <a:gd name="connsiteX195" fmla="*/ 146196 w 1605470"/>
              <a:gd name="connsiteY195" fmla="*/ 358810 h 6858000"/>
              <a:gd name="connsiteX196" fmla="*/ 124571 w 1605470"/>
              <a:gd name="connsiteY196" fmla="*/ 302178 h 6858000"/>
              <a:gd name="connsiteX197" fmla="*/ 103243 w 1605470"/>
              <a:gd name="connsiteY197" fmla="*/ 211375 h 6858000"/>
              <a:gd name="connsiteX198" fmla="*/ 94571 w 1605470"/>
              <a:gd name="connsiteY198" fmla="*/ 184179 h 6858000"/>
              <a:gd name="connsiteX199" fmla="*/ 13437 w 1605470"/>
              <a:gd name="connsiteY199" fmla="*/ 19287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01693 w 1605470"/>
              <a:gd name="connsiteY188" fmla="*/ 469651 h 6858000"/>
              <a:gd name="connsiteX189" fmla="*/ 195012 w 1605470"/>
              <a:gd name="connsiteY189" fmla="*/ 448559 h 6858000"/>
              <a:gd name="connsiteX190" fmla="*/ 201434 w 1605470"/>
              <a:gd name="connsiteY190" fmla="*/ 441529 h 6858000"/>
              <a:gd name="connsiteX191" fmla="*/ 200655 w 1605470"/>
              <a:gd name="connsiteY191" fmla="*/ 428927 h 6858000"/>
              <a:gd name="connsiteX192" fmla="*/ 190059 w 1605470"/>
              <a:gd name="connsiteY192" fmla="*/ 430161 h 6858000"/>
              <a:gd name="connsiteX193" fmla="*/ 184450 w 1605470"/>
              <a:gd name="connsiteY193" fmla="*/ 396240 h 6858000"/>
              <a:gd name="connsiteX194" fmla="*/ 146196 w 1605470"/>
              <a:gd name="connsiteY194" fmla="*/ 358810 h 6858000"/>
              <a:gd name="connsiteX195" fmla="*/ 124571 w 1605470"/>
              <a:gd name="connsiteY195" fmla="*/ 302178 h 6858000"/>
              <a:gd name="connsiteX196" fmla="*/ 103243 w 1605470"/>
              <a:gd name="connsiteY196" fmla="*/ 211375 h 6858000"/>
              <a:gd name="connsiteX197" fmla="*/ 94571 w 1605470"/>
              <a:gd name="connsiteY197" fmla="*/ 184179 h 6858000"/>
              <a:gd name="connsiteX198" fmla="*/ 13437 w 1605470"/>
              <a:gd name="connsiteY198" fmla="*/ 19287 h 6858000"/>
              <a:gd name="connsiteX199" fmla="*/ 0 w 1605470"/>
              <a:gd name="connsiteY19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613412 w 1605470"/>
              <a:gd name="connsiteY132" fmla="*/ 2731184 h 6858000"/>
              <a:gd name="connsiteX133" fmla="*/ 555080 w 1605470"/>
              <a:gd name="connsiteY133" fmla="*/ 2538816 h 6858000"/>
              <a:gd name="connsiteX134" fmla="*/ 551827 w 1605470"/>
              <a:gd name="connsiteY134" fmla="*/ 2485734 h 6858000"/>
              <a:gd name="connsiteX135" fmla="*/ 525179 w 1605470"/>
              <a:gd name="connsiteY135" fmla="*/ 2447068 h 6858000"/>
              <a:gd name="connsiteX136" fmla="*/ 529511 w 1605470"/>
              <a:gd name="connsiteY136" fmla="*/ 2425819 h 6858000"/>
              <a:gd name="connsiteX137" fmla="*/ 530521 w 1605470"/>
              <a:gd name="connsiteY137" fmla="*/ 2422066 h 6858000"/>
              <a:gd name="connsiteX138" fmla="*/ 528878 w 1605470"/>
              <a:gd name="connsiteY138" fmla="*/ 2408971 h 6858000"/>
              <a:gd name="connsiteX139" fmla="*/ 535510 w 1605470"/>
              <a:gd name="connsiteY139" fmla="*/ 2402874 h 6858000"/>
              <a:gd name="connsiteX140" fmla="*/ 538122 w 1605470"/>
              <a:gd name="connsiteY140" fmla="*/ 2381443 h 6858000"/>
              <a:gd name="connsiteX141" fmla="*/ 533116 w 1605470"/>
              <a:gd name="connsiteY141" fmla="*/ 2358011 h 6858000"/>
              <a:gd name="connsiteX142" fmla="*/ 501423 w 1605470"/>
              <a:gd name="connsiteY142" fmla="*/ 2249479 h 6858000"/>
              <a:gd name="connsiteX143" fmla="*/ 486968 w 1605470"/>
              <a:gd name="connsiteY143" fmla="*/ 2182937 h 6858000"/>
              <a:gd name="connsiteX144" fmla="*/ 488555 w 1605470"/>
              <a:gd name="connsiteY144" fmla="*/ 2155135 h 6858000"/>
              <a:gd name="connsiteX145" fmla="*/ 486013 w 1605470"/>
              <a:gd name="connsiteY145" fmla="*/ 2118008 h 6858000"/>
              <a:gd name="connsiteX146" fmla="*/ 487006 w 1605470"/>
              <a:gd name="connsiteY146" fmla="*/ 2050531 h 6858000"/>
              <a:gd name="connsiteX147" fmla="*/ 478812 w 1605470"/>
              <a:gd name="connsiteY147" fmla="*/ 1963269 h 6858000"/>
              <a:gd name="connsiteX148" fmla="*/ 442619 w 1605470"/>
              <a:gd name="connsiteY148" fmla="*/ 1910499 h 6858000"/>
              <a:gd name="connsiteX149" fmla="*/ 446785 w 1605470"/>
              <a:gd name="connsiteY149" fmla="*/ 1903212 h 6858000"/>
              <a:gd name="connsiteX150" fmla="*/ 436547 w 1605470"/>
              <a:gd name="connsiteY150" fmla="*/ 1861531 h 6858000"/>
              <a:gd name="connsiteX151" fmla="*/ 364290 w 1605470"/>
              <a:gd name="connsiteY151" fmla="*/ 1728772 h 6858000"/>
              <a:gd name="connsiteX152" fmla="*/ 345287 w 1605470"/>
              <a:gd name="connsiteY152" fmla="*/ 1646953 h 6858000"/>
              <a:gd name="connsiteX153" fmla="*/ 344412 w 1605470"/>
              <a:gd name="connsiteY153" fmla="*/ 1615777 h 6858000"/>
              <a:gd name="connsiteX154" fmla="*/ 342578 w 1605470"/>
              <a:gd name="connsiteY154" fmla="*/ 1563678 h 6858000"/>
              <a:gd name="connsiteX155" fmla="*/ 355658 w 1605470"/>
              <a:gd name="connsiteY155" fmla="*/ 1519474 h 6858000"/>
              <a:gd name="connsiteX156" fmla="*/ 348400 w 1605470"/>
              <a:gd name="connsiteY156" fmla="*/ 1477995 h 6858000"/>
              <a:gd name="connsiteX157" fmla="*/ 328025 w 1605470"/>
              <a:gd name="connsiteY157" fmla="*/ 1475165 h 6858000"/>
              <a:gd name="connsiteX158" fmla="*/ 326326 w 1605470"/>
              <a:gd name="connsiteY158" fmla="*/ 1428585 h 6858000"/>
              <a:gd name="connsiteX159" fmla="*/ 325799 w 1605470"/>
              <a:gd name="connsiteY159" fmla="*/ 1357181 h 6858000"/>
              <a:gd name="connsiteX160" fmla="*/ 320507 w 1605470"/>
              <a:gd name="connsiteY160" fmla="*/ 1347099 h 6858000"/>
              <a:gd name="connsiteX161" fmla="*/ 335347 w 1605470"/>
              <a:gd name="connsiteY161" fmla="*/ 1334233 h 6858000"/>
              <a:gd name="connsiteX162" fmla="*/ 342792 w 1605470"/>
              <a:gd name="connsiteY162" fmla="*/ 1307086 h 6858000"/>
              <a:gd name="connsiteX163" fmla="*/ 343980 w 1605470"/>
              <a:gd name="connsiteY163" fmla="*/ 1189033 h 6858000"/>
              <a:gd name="connsiteX164" fmla="*/ 348665 w 1605470"/>
              <a:gd name="connsiteY164" fmla="*/ 1168288 h 6858000"/>
              <a:gd name="connsiteX165" fmla="*/ 340947 w 1605470"/>
              <a:gd name="connsiteY165" fmla="*/ 1142577 h 6858000"/>
              <a:gd name="connsiteX166" fmla="*/ 330253 w 1605470"/>
              <a:gd name="connsiteY166" fmla="*/ 1088484 h 6858000"/>
              <a:gd name="connsiteX167" fmla="*/ 314647 w 1605470"/>
              <a:gd name="connsiteY167" fmla="*/ 1053424 h 6858000"/>
              <a:gd name="connsiteX168" fmla="*/ 322906 w 1605470"/>
              <a:gd name="connsiteY168" fmla="*/ 1044367 h 6858000"/>
              <a:gd name="connsiteX169" fmla="*/ 326818 w 1605470"/>
              <a:gd name="connsiteY169" fmla="*/ 1022828 h 6858000"/>
              <a:gd name="connsiteX170" fmla="*/ 320445 w 1605470"/>
              <a:gd name="connsiteY170" fmla="*/ 932283 h 6858000"/>
              <a:gd name="connsiteX171" fmla="*/ 322681 w 1605470"/>
              <a:gd name="connsiteY171" fmla="*/ 915925 h 6858000"/>
              <a:gd name="connsiteX172" fmla="*/ 315310 w 1605470"/>
              <a:gd name="connsiteY172" fmla="*/ 896999 h 6858000"/>
              <a:gd name="connsiteX173" fmla="*/ 284718 w 1605470"/>
              <a:gd name="connsiteY173" fmla="*/ 821517 h 6858000"/>
              <a:gd name="connsiteX174" fmla="*/ 270682 w 1605470"/>
              <a:gd name="connsiteY174" fmla="*/ 786519 h 6858000"/>
              <a:gd name="connsiteX175" fmla="*/ 265483 w 1605470"/>
              <a:gd name="connsiteY175" fmla="*/ 784963 h 6858000"/>
              <a:gd name="connsiteX176" fmla="*/ 270939 w 1605470"/>
              <a:gd name="connsiteY176" fmla="*/ 776648 h 6858000"/>
              <a:gd name="connsiteX177" fmla="*/ 263668 w 1605470"/>
              <a:gd name="connsiteY177" fmla="*/ 751353 h 6858000"/>
              <a:gd name="connsiteX178" fmla="*/ 254540 w 1605470"/>
              <a:gd name="connsiteY178" fmla="*/ 741965 h 6858000"/>
              <a:gd name="connsiteX179" fmla="*/ 252501 w 1605470"/>
              <a:gd name="connsiteY179" fmla="*/ 724635 h 6858000"/>
              <a:gd name="connsiteX180" fmla="*/ 248897 w 1605470"/>
              <a:gd name="connsiteY180" fmla="*/ 681659 h 6858000"/>
              <a:gd name="connsiteX181" fmla="*/ 234316 w 1605470"/>
              <a:gd name="connsiteY181" fmla="*/ 635218 h 6858000"/>
              <a:gd name="connsiteX182" fmla="*/ 239327 w 1605470"/>
              <a:gd name="connsiteY182" fmla="*/ 613763 h 6858000"/>
              <a:gd name="connsiteX183" fmla="*/ 225269 w 1605470"/>
              <a:gd name="connsiteY183" fmla="*/ 598582 h 6858000"/>
              <a:gd name="connsiteX184" fmla="*/ 224950 w 1605470"/>
              <a:gd name="connsiteY184" fmla="*/ 576846 h 6858000"/>
              <a:gd name="connsiteX185" fmla="*/ 204632 w 1605470"/>
              <a:gd name="connsiteY185" fmla="*/ 553868 h 6858000"/>
              <a:gd name="connsiteX186" fmla="*/ 239317 w 1605470"/>
              <a:gd name="connsiteY186" fmla="*/ 517614 h 6858000"/>
              <a:gd name="connsiteX187" fmla="*/ 201693 w 1605470"/>
              <a:gd name="connsiteY187" fmla="*/ 469651 h 6858000"/>
              <a:gd name="connsiteX188" fmla="*/ 195012 w 1605470"/>
              <a:gd name="connsiteY188" fmla="*/ 448559 h 6858000"/>
              <a:gd name="connsiteX189" fmla="*/ 201434 w 1605470"/>
              <a:gd name="connsiteY189" fmla="*/ 441529 h 6858000"/>
              <a:gd name="connsiteX190" fmla="*/ 200655 w 1605470"/>
              <a:gd name="connsiteY190" fmla="*/ 428927 h 6858000"/>
              <a:gd name="connsiteX191" fmla="*/ 190059 w 1605470"/>
              <a:gd name="connsiteY191" fmla="*/ 430161 h 6858000"/>
              <a:gd name="connsiteX192" fmla="*/ 184450 w 1605470"/>
              <a:gd name="connsiteY192" fmla="*/ 396240 h 6858000"/>
              <a:gd name="connsiteX193" fmla="*/ 146196 w 1605470"/>
              <a:gd name="connsiteY193" fmla="*/ 358810 h 6858000"/>
              <a:gd name="connsiteX194" fmla="*/ 124571 w 1605470"/>
              <a:gd name="connsiteY194" fmla="*/ 302178 h 6858000"/>
              <a:gd name="connsiteX195" fmla="*/ 103243 w 1605470"/>
              <a:gd name="connsiteY195" fmla="*/ 211375 h 6858000"/>
              <a:gd name="connsiteX196" fmla="*/ 94571 w 1605470"/>
              <a:gd name="connsiteY196" fmla="*/ 184179 h 6858000"/>
              <a:gd name="connsiteX197" fmla="*/ 13437 w 1605470"/>
              <a:gd name="connsiteY197" fmla="*/ 19287 h 6858000"/>
              <a:gd name="connsiteX198" fmla="*/ 0 w 1605470"/>
              <a:gd name="connsiteY19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13412 w 1605470"/>
              <a:gd name="connsiteY131" fmla="*/ 2731184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63668 w 1605470"/>
              <a:gd name="connsiteY175" fmla="*/ 751353 h 6858000"/>
              <a:gd name="connsiteX176" fmla="*/ 254540 w 1605470"/>
              <a:gd name="connsiteY176" fmla="*/ 741965 h 6858000"/>
              <a:gd name="connsiteX177" fmla="*/ 252501 w 1605470"/>
              <a:gd name="connsiteY177" fmla="*/ 724635 h 6858000"/>
              <a:gd name="connsiteX178" fmla="*/ 248897 w 1605470"/>
              <a:gd name="connsiteY178" fmla="*/ 681659 h 6858000"/>
              <a:gd name="connsiteX179" fmla="*/ 234316 w 1605470"/>
              <a:gd name="connsiteY179" fmla="*/ 635218 h 6858000"/>
              <a:gd name="connsiteX180" fmla="*/ 239327 w 1605470"/>
              <a:gd name="connsiteY180" fmla="*/ 613763 h 6858000"/>
              <a:gd name="connsiteX181" fmla="*/ 225269 w 1605470"/>
              <a:gd name="connsiteY181" fmla="*/ 598582 h 6858000"/>
              <a:gd name="connsiteX182" fmla="*/ 224950 w 1605470"/>
              <a:gd name="connsiteY182" fmla="*/ 576846 h 6858000"/>
              <a:gd name="connsiteX183" fmla="*/ 204632 w 1605470"/>
              <a:gd name="connsiteY183" fmla="*/ 553868 h 6858000"/>
              <a:gd name="connsiteX184" fmla="*/ 239317 w 1605470"/>
              <a:gd name="connsiteY184" fmla="*/ 517614 h 6858000"/>
              <a:gd name="connsiteX185" fmla="*/ 201693 w 1605470"/>
              <a:gd name="connsiteY185" fmla="*/ 469651 h 6858000"/>
              <a:gd name="connsiteX186" fmla="*/ 195012 w 1605470"/>
              <a:gd name="connsiteY186" fmla="*/ 448559 h 6858000"/>
              <a:gd name="connsiteX187" fmla="*/ 201434 w 1605470"/>
              <a:gd name="connsiteY187" fmla="*/ 441529 h 6858000"/>
              <a:gd name="connsiteX188" fmla="*/ 200655 w 1605470"/>
              <a:gd name="connsiteY188" fmla="*/ 428927 h 6858000"/>
              <a:gd name="connsiteX189" fmla="*/ 190059 w 1605470"/>
              <a:gd name="connsiteY189" fmla="*/ 430161 h 6858000"/>
              <a:gd name="connsiteX190" fmla="*/ 184450 w 1605470"/>
              <a:gd name="connsiteY190" fmla="*/ 396240 h 6858000"/>
              <a:gd name="connsiteX191" fmla="*/ 146196 w 1605470"/>
              <a:gd name="connsiteY191" fmla="*/ 358810 h 6858000"/>
              <a:gd name="connsiteX192" fmla="*/ 124571 w 1605470"/>
              <a:gd name="connsiteY192" fmla="*/ 302178 h 6858000"/>
              <a:gd name="connsiteX193" fmla="*/ 103243 w 1605470"/>
              <a:gd name="connsiteY193" fmla="*/ 211375 h 6858000"/>
              <a:gd name="connsiteX194" fmla="*/ 94571 w 1605470"/>
              <a:gd name="connsiteY194" fmla="*/ 184179 h 6858000"/>
              <a:gd name="connsiteX195" fmla="*/ 13437 w 1605470"/>
              <a:gd name="connsiteY195" fmla="*/ 19287 h 6858000"/>
              <a:gd name="connsiteX196" fmla="*/ 0 w 1605470"/>
              <a:gd name="connsiteY19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3668 w 1605470"/>
              <a:gd name="connsiteY174" fmla="*/ 751353 h 6858000"/>
              <a:gd name="connsiteX175" fmla="*/ 254540 w 1605470"/>
              <a:gd name="connsiteY175" fmla="*/ 741965 h 6858000"/>
              <a:gd name="connsiteX176" fmla="*/ 252501 w 1605470"/>
              <a:gd name="connsiteY176" fmla="*/ 724635 h 6858000"/>
              <a:gd name="connsiteX177" fmla="*/ 248897 w 1605470"/>
              <a:gd name="connsiteY177" fmla="*/ 681659 h 6858000"/>
              <a:gd name="connsiteX178" fmla="*/ 234316 w 1605470"/>
              <a:gd name="connsiteY178" fmla="*/ 635218 h 6858000"/>
              <a:gd name="connsiteX179" fmla="*/ 239327 w 1605470"/>
              <a:gd name="connsiteY179" fmla="*/ 613763 h 6858000"/>
              <a:gd name="connsiteX180" fmla="*/ 225269 w 1605470"/>
              <a:gd name="connsiteY180" fmla="*/ 598582 h 6858000"/>
              <a:gd name="connsiteX181" fmla="*/ 224950 w 1605470"/>
              <a:gd name="connsiteY181" fmla="*/ 576846 h 6858000"/>
              <a:gd name="connsiteX182" fmla="*/ 204632 w 1605470"/>
              <a:gd name="connsiteY182" fmla="*/ 553868 h 6858000"/>
              <a:gd name="connsiteX183" fmla="*/ 239317 w 1605470"/>
              <a:gd name="connsiteY183" fmla="*/ 517614 h 6858000"/>
              <a:gd name="connsiteX184" fmla="*/ 201693 w 1605470"/>
              <a:gd name="connsiteY184" fmla="*/ 469651 h 6858000"/>
              <a:gd name="connsiteX185" fmla="*/ 195012 w 1605470"/>
              <a:gd name="connsiteY185" fmla="*/ 448559 h 6858000"/>
              <a:gd name="connsiteX186" fmla="*/ 201434 w 1605470"/>
              <a:gd name="connsiteY186" fmla="*/ 441529 h 6858000"/>
              <a:gd name="connsiteX187" fmla="*/ 200655 w 1605470"/>
              <a:gd name="connsiteY187" fmla="*/ 428927 h 6858000"/>
              <a:gd name="connsiteX188" fmla="*/ 190059 w 1605470"/>
              <a:gd name="connsiteY188" fmla="*/ 430161 h 6858000"/>
              <a:gd name="connsiteX189" fmla="*/ 184450 w 1605470"/>
              <a:gd name="connsiteY189" fmla="*/ 396240 h 6858000"/>
              <a:gd name="connsiteX190" fmla="*/ 146196 w 1605470"/>
              <a:gd name="connsiteY190" fmla="*/ 358810 h 6858000"/>
              <a:gd name="connsiteX191" fmla="*/ 124571 w 1605470"/>
              <a:gd name="connsiteY191" fmla="*/ 302178 h 6858000"/>
              <a:gd name="connsiteX192" fmla="*/ 103243 w 1605470"/>
              <a:gd name="connsiteY192" fmla="*/ 211375 h 6858000"/>
              <a:gd name="connsiteX193" fmla="*/ 94571 w 1605470"/>
              <a:gd name="connsiteY193" fmla="*/ 184179 h 6858000"/>
              <a:gd name="connsiteX194" fmla="*/ 13437 w 1605470"/>
              <a:gd name="connsiteY194" fmla="*/ 19287 h 6858000"/>
              <a:gd name="connsiteX195" fmla="*/ 0 w 1605470"/>
              <a:gd name="connsiteY19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63668 w 1605470"/>
              <a:gd name="connsiteY173" fmla="*/ 751353 h 6858000"/>
              <a:gd name="connsiteX174" fmla="*/ 254540 w 1605470"/>
              <a:gd name="connsiteY174" fmla="*/ 741965 h 6858000"/>
              <a:gd name="connsiteX175" fmla="*/ 252501 w 1605470"/>
              <a:gd name="connsiteY175" fmla="*/ 724635 h 6858000"/>
              <a:gd name="connsiteX176" fmla="*/ 248897 w 1605470"/>
              <a:gd name="connsiteY176" fmla="*/ 681659 h 6858000"/>
              <a:gd name="connsiteX177" fmla="*/ 234316 w 1605470"/>
              <a:gd name="connsiteY177" fmla="*/ 635218 h 6858000"/>
              <a:gd name="connsiteX178" fmla="*/ 239327 w 1605470"/>
              <a:gd name="connsiteY178" fmla="*/ 613763 h 6858000"/>
              <a:gd name="connsiteX179" fmla="*/ 225269 w 1605470"/>
              <a:gd name="connsiteY179" fmla="*/ 598582 h 6858000"/>
              <a:gd name="connsiteX180" fmla="*/ 224950 w 1605470"/>
              <a:gd name="connsiteY180" fmla="*/ 576846 h 6858000"/>
              <a:gd name="connsiteX181" fmla="*/ 204632 w 1605470"/>
              <a:gd name="connsiteY181" fmla="*/ 553868 h 6858000"/>
              <a:gd name="connsiteX182" fmla="*/ 239317 w 1605470"/>
              <a:gd name="connsiteY182" fmla="*/ 517614 h 6858000"/>
              <a:gd name="connsiteX183" fmla="*/ 201693 w 1605470"/>
              <a:gd name="connsiteY183" fmla="*/ 469651 h 6858000"/>
              <a:gd name="connsiteX184" fmla="*/ 195012 w 1605470"/>
              <a:gd name="connsiteY184" fmla="*/ 448559 h 6858000"/>
              <a:gd name="connsiteX185" fmla="*/ 201434 w 1605470"/>
              <a:gd name="connsiteY185" fmla="*/ 441529 h 6858000"/>
              <a:gd name="connsiteX186" fmla="*/ 200655 w 1605470"/>
              <a:gd name="connsiteY186" fmla="*/ 428927 h 6858000"/>
              <a:gd name="connsiteX187" fmla="*/ 190059 w 1605470"/>
              <a:gd name="connsiteY187" fmla="*/ 430161 h 6858000"/>
              <a:gd name="connsiteX188" fmla="*/ 184450 w 1605470"/>
              <a:gd name="connsiteY188" fmla="*/ 396240 h 6858000"/>
              <a:gd name="connsiteX189" fmla="*/ 146196 w 1605470"/>
              <a:gd name="connsiteY189" fmla="*/ 358810 h 6858000"/>
              <a:gd name="connsiteX190" fmla="*/ 124571 w 1605470"/>
              <a:gd name="connsiteY190" fmla="*/ 302178 h 6858000"/>
              <a:gd name="connsiteX191" fmla="*/ 103243 w 1605470"/>
              <a:gd name="connsiteY191" fmla="*/ 211375 h 6858000"/>
              <a:gd name="connsiteX192" fmla="*/ 94571 w 1605470"/>
              <a:gd name="connsiteY192" fmla="*/ 184179 h 6858000"/>
              <a:gd name="connsiteX193" fmla="*/ 13437 w 1605470"/>
              <a:gd name="connsiteY193" fmla="*/ 19287 h 6858000"/>
              <a:gd name="connsiteX194" fmla="*/ 0 w 1605470"/>
              <a:gd name="connsiteY19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01423 w 1605470"/>
              <a:gd name="connsiteY140" fmla="*/ 2249479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6326 w 1605470"/>
              <a:gd name="connsiteY155" fmla="*/ 1428585 h 6858000"/>
              <a:gd name="connsiteX156" fmla="*/ 325799 w 1605470"/>
              <a:gd name="connsiteY156" fmla="*/ 1357181 h 6858000"/>
              <a:gd name="connsiteX157" fmla="*/ 320507 w 1605470"/>
              <a:gd name="connsiteY157" fmla="*/ 1347099 h 6858000"/>
              <a:gd name="connsiteX158" fmla="*/ 335347 w 1605470"/>
              <a:gd name="connsiteY158" fmla="*/ 1334233 h 6858000"/>
              <a:gd name="connsiteX159" fmla="*/ 342792 w 1605470"/>
              <a:gd name="connsiteY159" fmla="*/ 1307086 h 6858000"/>
              <a:gd name="connsiteX160" fmla="*/ 343980 w 1605470"/>
              <a:gd name="connsiteY160" fmla="*/ 1189033 h 6858000"/>
              <a:gd name="connsiteX161" fmla="*/ 348665 w 1605470"/>
              <a:gd name="connsiteY161" fmla="*/ 1168288 h 6858000"/>
              <a:gd name="connsiteX162" fmla="*/ 340947 w 1605470"/>
              <a:gd name="connsiteY162" fmla="*/ 1142577 h 6858000"/>
              <a:gd name="connsiteX163" fmla="*/ 330253 w 1605470"/>
              <a:gd name="connsiteY163" fmla="*/ 1088484 h 6858000"/>
              <a:gd name="connsiteX164" fmla="*/ 314647 w 1605470"/>
              <a:gd name="connsiteY164" fmla="*/ 1053424 h 6858000"/>
              <a:gd name="connsiteX165" fmla="*/ 322906 w 1605470"/>
              <a:gd name="connsiteY165" fmla="*/ 1044367 h 6858000"/>
              <a:gd name="connsiteX166" fmla="*/ 326818 w 1605470"/>
              <a:gd name="connsiteY166" fmla="*/ 1022828 h 6858000"/>
              <a:gd name="connsiteX167" fmla="*/ 320445 w 1605470"/>
              <a:gd name="connsiteY167" fmla="*/ 932283 h 6858000"/>
              <a:gd name="connsiteX168" fmla="*/ 322681 w 1605470"/>
              <a:gd name="connsiteY168" fmla="*/ 915925 h 6858000"/>
              <a:gd name="connsiteX169" fmla="*/ 315310 w 1605470"/>
              <a:gd name="connsiteY169" fmla="*/ 896999 h 6858000"/>
              <a:gd name="connsiteX170" fmla="*/ 284718 w 1605470"/>
              <a:gd name="connsiteY170" fmla="*/ 821517 h 6858000"/>
              <a:gd name="connsiteX171" fmla="*/ 263668 w 1605470"/>
              <a:gd name="connsiteY171" fmla="*/ 751353 h 6858000"/>
              <a:gd name="connsiteX172" fmla="*/ 254540 w 1605470"/>
              <a:gd name="connsiteY172" fmla="*/ 741965 h 6858000"/>
              <a:gd name="connsiteX173" fmla="*/ 252501 w 1605470"/>
              <a:gd name="connsiteY173" fmla="*/ 724635 h 6858000"/>
              <a:gd name="connsiteX174" fmla="*/ 248897 w 1605470"/>
              <a:gd name="connsiteY174" fmla="*/ 681659 h 6858000"/>
              <a:gd name="connsiteX175" fmla="*/ 234316 w 1605470"/>
              <a:gd name="connsiteY175" fmla="*/ 635218 h 6858000"/>
              <a:gd name="connsiteX176" fmla="*/ 239327 w 1605470"/>
              <a:gd name="connsiteY176" fmla="*/ 613763 h 6858000"/>
              <a:gd name="connsiteX177" fmla="*/ 225269 w 1605470"/>
              <a:gd name="connsiteY177" fmla="*/ 598582 h 6858000"/>
              <a:gd name="connsiteX178" fmla="*/ 224950 w 1605470"/>
              <a:gd name="connsiteY178" fmla="*/ 576846 h 6858000"/>
              <a:gd name="connsiteX179" fmla="*/ 204632 w 1605470"/>
              <a:gd name="connsiteY179" fmla="*/ 553868 h 6858000"/>
              <a:gd name="connsiteX180" fmla="*/ 239317 w 1605470"/>
              <a:gd name="connsiteY180" fmla="*/ 517614 h 6858000"/>
              <a:gd name="connsiteX181" fmla="*/ 201693 w 1605470"/>
              <a:gd name="connsiteY181" fmla="*/ 469651 h 6858000"/>
              <a:gd name="connsiteX182" fmla="*/ 195012 w 1605470"/>
              <a:gd name="connsiteY182" fmla="*/ 448559 h 6858000"/>
              <a:gd name="connsiteX183" fmla="*/ 201434 w 1605470"/>
              <a:gd name="connsiteY183" fmla="*/ 441529 h 6858000"/>
              <a:gd name="connsiteX184" fmla="*/ 200655 w 1605470"/>
              <a:gd name="connsiteY184" fmla="*/ 428927 h 6858000"/>
              <a:gd name="connsiteX185" fmla="*/ 190059 w 1605470"/>
              <a:gd name="connsiteY185" fmla="*/ 430161 h 6858000"/>
              <a:gd name="connsiteX186" fmla="*/ 184450 w 1605470"/>
              <a:gd name="connsiteY186" fmla="*/ 396240 h 6858000"/>
              <a:gd name="connsiteX187" fmla="*/ 146196 w 1605470"/>
              <a:gd name="connsiteY187" fmla="*/ 358810 h 6858000"/>
              <a:gd name="connsiteX188" fmla="*/ 124571 w 1605470"/>
              <a:gd name="connsiteY188" fmla="*/ 302178 h 6858000"/>
              <a:gd name="connsiteX189" fmla="*/ 103243 w 1605470"/>
              <a:gd name="connsiteY189" fmla="*/ 211375 h 6858000"/>
              <a:gd name="connsiteX190" fmla="*/ 94571 w 1605470"/>
              <a:gd name="connsiteY190" fmla="*/ 184179 h 6858000"/>
              <a:gd name="connsiteX191" fmla="*/ 13437 w 1605470"/>
              <a:gd name="connsiteY191" fmla="*/ 19287 h 6858000"/>
              <a:gd name="connsiteX192" fmla="*/ 0 w 1605470"/>
              <a:gd name="connsiteY19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2475 w 1605470"/>
              <a:gd name="connsiteY165" fmla="*/ 1002093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36360 w 1605470"/>
              <a:gd name="connsiteY163" fmla="*/ 1045131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42792 w 1605470"/>
              <a:gd name="connsiteY157" fmla="*/ 1307086 h 6858000"/>
              <a:gd name="connsiteX158" fmla="*/ 343980 w 1605470"/>
              <a:gd name="connsiteY158" fmla="*/ 1189033 h 6858000"/>
              <a:gd name="connsiteX159" fmla="*/ 348665 w 1605470"/>
              <a:gd name="connsiteY159" fmla="*/ 1168288 h 6858000"/>
              <a:gd name="connsiteX160" fmla="*/ 340947 w 1605470"/>
              <a:gd name="connsiteY160" fmla="*/ 1142577 h 6858000"/>
              <a:gd name="connsiteX161" fmla="*/ 330253 w 1605470"/>
              <a:gd name="connsiteY161" fmla="*/ 1088484 h 6858000"/>
              <a:gd name="connsiteX162" fmla="*/ 336360 w 1605470"/>
              <a:gd name="connsiteY162" fmla="*/ 1045131 h 6858000"/>
              <a:gd name="connsiteX163" fmla="*/ 322475 w 1605470"/>
              <a:gd name="connsiteY163" fmla="*/ 1002093 h 6858000"/>
              <a:gd name="connsiteX164" fmla="*/ 320445 w 1605470"/>
              <a:gd name="connsiteY164" fmla="*/ 932283 h 6858000"/>
              <a:gd name="connsiteX165" fmla="*/ 322681 w 1605470"/>
              <a:gd name="connsiteY165" fmla="*/ 915925 h 6858000"/>
              <a:gd name="connsiteX166" fmla="*/ 315310 w 1605470"/>
              <a:gd name="connsiteY166" fmla="*/ 896999 h 6858000"/>
              <a:gd name="connsiteX167" fmla="*/ 284718 w 1605470"/>
              <a:gd name="connsiteY167" fmla="*/ 821517 h 6858000"/>
              <a:gd name="connsiteX168" fmla="*/ 263668 w 1605470"/>
              <a:gd name="connsiteY168" fmla="*/ 751353 h 6858000"/>
              <a:gd name="connsiteX169" fmla="*/ 254540 w 1605470"/>
              <a:gd name="connsiteY169" fmla="*/ 741965 h 6858000"/>
              <a:gd name="connsiteX170" fmla="*/ 252501 w 1605470"/>
              <a:gd name="connsiteY170" fmla="*/ 724635 h 6858000"/>
              <a:gd name="connsiteX171" fmla="*/ 248897 w 1605470"/>
              <a:gd name="connsiteY171" fmla="*/ 681659 h 6858000"/>
              <a:gd name="connsiteX172" fmla="*/ 234316 w 1605470"/>
              <a:gd name="connsiteY172" fmla="*/ 635218 h 6858000"/>
              <a:gd name="connsiteX173" fmla="*/ 239327 w 1605470"/>
              <a:gd name="connsiteY173" fmla="*/ 613763 h 6858000"/>
              <a:gd name="connsiteX174" fmla="*/ 225269 w 1605470"/>
              <a:gd name="connsiteY174" fmla="*/ 598582 h 6858000"/>
              <a:gd name="connsiteX175" fmla="*/ 224950 w 1605470"/>
              <a:gd name="connsiteY175" fmla="*/ 576846 h 6858000"/>
              <a:gd name="connsiteX176" fmla="*/ 204632 w 1605470"/>
              <a:gd name="connsiteY176" fmla="*/ 553868 h 6858000"/>
              <a:gd name="connsiteX177" fmla="*/ 239317 w 1605470"/>
              <a:gd name="connsiteY177" fmla="*/ 517614 h 6858000"/>
              <a:gd name="connsiteX178" fmla="*/ 201693 w 1605470"/>
              <a:gd name="connsiteY178" fmla="*/ 469651 h 6858000"/>
              <a:gd name="connsiteX179" fmla="*/ 195012 w 1605470"/>
              <a:gd name="connsiteY179" fmla="*/ 448559 h 6858000"/>
              <a:gd name="connsiteX180" fmla="*/ 201434 w 1605470"/>
              <a:gd name="connsiteY180" fmla="*/ 441529 h 6858000"/>
              <a:gd name="connsiteX181" fmla="*/ 200655 w 1605470"/>
              <a:gd name="connsiteY181" fmla="*/ 428927 h 6858000"/>
              <a:gd name="connsiteX182" fmla="*/ 190059 w 1605470"/>
              <a:gd name="connsiteY182" fmla="*/ 430161 h 6858000"/>
              <a:gd name="connsiteX183" fmla="*/ 184450 w 1605470"/>
              <a:gd name="connsiteY183" fmla="*/ 396240 h 6858000"/>
              <a:gd name="connsiteX184" fmla="*/ 146196 w 1605470"/>
              <a:gd name="connsiteY184" fmla="*/ 358810 h 6858000"/>
              <a:gd name="connsiteX185" fmla="*/ 124571 w 1605470"/>
              <a:gd name="connsiteY185" fmla="*/ 302178 h 6858000"/>
              <a:gd name="connsiteX186" fmla="*/ 103243 w 1605470"/>
              <a:gd name="connsiteY186" fmla="*/ 211375 h 6858000"/>
              <a:gd name="connsiteX187" fmla="*/ 94571 w 1605470"/>
              <a:gd name="connsiteY187" fmla="*/ 184179 h 6858000"/>
              <a:gd name="connsiteX188" fmla="*/ 13437 w 1605470"/>
              <a:gd name="connsiteY188" fmla="*/ 19287 h 6858000"/>
              <a:gd name="connsiteX189" fmla="*/ 0 w 1605470"/>
              <a:gd name="connsiteY18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632 w 1605470"/>
              <a:gd name="connsiteY174" fmla="*/ 553868 h 6858000"/>
              <a:gd name="connsiteX175" fmla="*/ 239317 w 1605470"/>
              <a:gd name="connsiteY175" fmla="*/ 517614 h 6858000"/>
              <a:gd name="connsiteX176" fmla="*/ 201693 w 1605470"/>
              <a:gd name="connsiteY176" fmla="*/ 469651 h 6858000"/>
              <a:gd name="connsiteX177" fmla="*/ 195012 w 1605470"/>
              <a:gd name="connsiteY177" fmla="*/ 448559 h 6858000"/>
              <a:gd name="connsiteX178" fmla="*/ 201434 w 1605470"/>
              <a:gd name="connsiteY178" fmla="*/ 441529 h 6858000"/>
              <a:gd name="connsiteX179" fmla="*/ 200655 w 1605470"/>
              <a:gd name="connsiteY179" fmla="*/ 428927 h 6858000"/>
              <a:gd name="connsiteX180" fmla="*/ 190059 w 1605470"/>
              <a:gd name="connsiteY180" fmla="*/ 430161 h 6858000"/>
              <a:gd name="connsiteX181" fmla="*/ 184450 w 1605470"/>
              <a:gd name="connsiteY181" fmla="*/ 396240 h 6858000"/>
              <a:gd name="connsiteX182" fmla="*/ 146196 w 1605470"/>
              <a:gd name="connsiteY182" fmla="*/ 358810 h 6858000"/>
              <a:gd name="connsiteX183" fmla="*/ 124571 w 1605470"/>
              <a:gd name="connsiteY183" fmla="*/ 302178 h 6858000"/>
              <a:gd name="connsiteX184" fmla="*/ 103243 w 1605470"/>
              <a:gd name="connsiteY184" fmla="*/ 211375 h 6858000"/>
              <a:gd name="connsiteX185" fmla="*/ 94571 w 1605470"/>
              <a:gd name="connsiteY185" fmla="*/ 184179 h 6858000"/>
              <a:gd name="connsiteX186" fmla="*/ 13437 w 1605470"/>
              <a:gd name="connsiteY186" fmla="*/ 19287 h 6858000"/>
              <a:gd name="connsiteX187" fmla="*/ 0 w 1605470"/>
              <a:gd name="connsiteY18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46196 w 1605470"/>
              <a:gd name="connsiteY181" fmla="*/ 358810 h 6858000"/>
              <a:gd name="connsiteX182" fmla="*/ 124571 w 1605470"/>
              <a:gd name="connsiteY182" fmla="*/ 302178 h 6858000"/>
              <a:gd name="connsiteX183" fmla="*/ 103243 w 1605470"/>
              <a:gd name="connsiteY183" fmla="*/ 211375 h 6858000"/>
              <a:gd name="connsiteX184" fmla="*/ 94571 w 1605470"/>
              <a:gd name="connsiteY184" fmla="*/ 184179 h 6858000"/>
              <a:gd name="connsiteX185" fmla="*/ 13437 w 1605470"/>
              <a:gd name="connsiteY185" fmla="*/ 19287 h 6858000"/>
              <a:gd name="connsiteX186" fmla="*/ 0 w 1605470"/>
              <a:gd name="connsiteY18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576 w 1605470"/>
              <a:gd name="connsiteY174" fmla="*/ 530055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0868 w 1605470"/>
              <a:gd name="connsiteY81" fmla="*/ 4048827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19207 w 1605470"/>
              <a:gd name="connsiteY93" fmla="*/ 3813873 h 6858000"/>
              <a:gd name="connsiteX94" fmla="*/ 718632 w 1605470"/>
              <a:gd name="connsiteY94" fmla="*/ 3806161 h 6858000"/>
              <a:gd name="connsiteX95" fmla="*/ 718939 w 1605470"/>
              <a:gd name="connsiteY95" fmla="*/ 3805957 h 6858000"/>
              <a:gd name="connsiteX96" fmla="*/ 718966 w 1605470"/>
              <a:gd name="connsiteY96" fmla="*/ 3797724 h 6858000"/>
              <a:gd name="connsiteX97" fmla="*/ 717581 w 1605470"/>
              <a:gd name="connsiteY97" fmla="*/ 3792098 h 6858000"/>
              <a:gd name="connsiteX98" fmla="*/ 716465 w 1605470"/>
              <a:gd name="connsiteY98" fmla="*/ 3777135 h 6858000"/>
              <a:gd name="connsiteX99" fmla="*/ 718198 w 1605470"/>
              <a:gd name="connsiteY99" fmla="*/ 3771656 h 6858000"/>
              <a:gd name="connsiteX100" fmla="*/ 721941 w 1605470"/>
              <a:gd name="connsiteY100" fmla="*/ 3769007 h 6858000"/>
              <a:gd name="connsiteX101" fmla="*/ 721407 w 1605470"/>
              <a:gd name="connsiteY101" fmla="*/ 3767709 h 6858000"/>
              <a:gd name="connsiteX102" fmla="*/ 730103 w 1605470"/>
              <a:gd name="connsiteY102" fmla="*/ 3738082 h 6858000"/>
              <a:gd name="connsiteX103" fmla="*/ 737449 w 1605470"/>
              <a:gd name="connsiteY103" fmla="*/ 3673397 h 6858000"/>
              <a:gd name="connsiteX104" fmla="*/ 736745 w 1605470"/>
              <a:gd name="connsiteY104" fmla="*/ 3637109 h 6858000"/>
              <a:gd name="connsiteX105" fmla="*/ 740188 w 1605470"/>
              <a:gd name="connsiteY105" fmla="*/ 3536883 h 6858000"/>
              <a:gd name="connsiteX106" fmla="*/ 747726 w 1605470"/>
              <a:gd name="connsiteY106" fmla="*/ 3435652 h 6858000"/>
              <a:gd name="connsiteX107" fmla="*/ 774383 w 1605470"/>
              <a:gd name="connsiteY107" fmla="*/ 3381564 h 6858000"/>
              <a:gd name="connsiteX108" fmla="*/ 774870 w 1605470"/>
              <a:gd name="connsiteY108" fmla="*/ 3375761 h 6858000"/>
              <a:gd name="connsiteX109" fmla="*/ 770510 w 1605470"/>
              <a:gd name="connsiteY109" fmla="*/ 3361844 h 6858000"/>
              <a:gd name="connsiteX110" fmla="*/ 767933 w 1605470"/>
              <a:gd name="connsiteY110" fmla="*/ 3356929 h 6858000"/>
              <a:gd name="connsiteX111" fmla="*/ 766158 w 1605470"/>
              <a:gd name="connsiteY111" fmla="*/ 3349058 h 6858000"/>
              <a:gd name="connsiteX112" fmla="*/ 766414 w 1605470"/>
              <a:gd name="connsiteY112" fmla="*/ 3348763 h 6858000"/>
              <a:gd name="connsiteX113" fmla="*/ 764166 w 1605470"/>
              <a:gd name="connsiteY113" fmla="*/ 3341588 h 6858000"/>
              <a:gd name="connsiteX114" fmla="*/ 749397 w 1605470"/>
              <a:gd name="connsiteY114" fmla="*/ 3307769 h 6858000"/>
              <a:gd name="connsiteX115" fmla="*/ 766960 w 1605470"/>
              <a:gd name="connsiteY115" fmla="*/ 3250522 h 6858000"/>
              <a:gd name="connsiteX116" fmla="*/ 767385 w 1605470"/>
              <a:gd name="connsiteY116" fmla="*/ 3229163 h 6858000"/>
              <a:gd name="connsiteX117" fmla="*/ 769208 w 1605470"/>
              <a:gd name="connsiteY117" fmla="*/ 3217217 h 6858000"/>
              <a:gd name="connsiteX118" fmla="*/ 770350 w 1605470"/>
              <a:gd name="connsiteY118" fmla="*/ 3216125 h 6858000"/>
              <a:gd name="connsiteX119" fmla="*/ 756043 w 1605470"/>
              <a:gd name="connsiteY119" fmla="*/ 3183755 h 6858000"/>
              <a:gd name="connsiteX120" fmla="*/ 756544 w 1605470"/>
              <a:gd name="connsiteY120" fmla="*/ 3178642 h 6858000"/>
              <a:gd name="connsiteX121" fmla="*/ 744144 w 1605470"/>
              <a:gd name="connsiteY121" fmla="*/ 3158586 h 6858000"/>
              <a:gd name="connsiteX122" fmla="*/ 739378 w 1605470"/>
              <a:gd name="connsiteY122" fmla="*/ 3147669 h 6858000"/>
              <a:gd name="connsiteX123" fmla="*/ 734648 w 1605470"/>
              <a:gd name="connsiteY123" fmla="*/ 3145733 h 6858000"/>
              <a:gd name="connsiteX124" fmla="*/ 729329 w 1605470"/>
              <a:gd name="connsiteY124" fmla="*/ 3129034 h 6858000"/>
              <a:gd name="connsiteX125" fmla="*/ 729994 w 1605470"/>
              <a:gd name="connsiteY125" fmla="*/ 3126682 h 6858000"/>
              <a:gd name="connsiteX126" fmla="*/ 720862 w 1605470"/>
              <a:gd name="connsiteY126" fmla="*/ 3114519 h 6858000"/>
              <a:gd name="connsiteX127" fmla="*/ 707471 w 1605470"/>
              <a:gd name="connsiteY127" fmla="*/ 3106272 h 6858000"/>
              <a:gd name="connsiteX128" fmla="*/ 680201 w 1605470"/>
              <a:gd name="connsiteY128" fmla="*/ 2958185 h 6858000"/>
              <a:gd name="connsiteX129" fmla="*/ 622815 w 1605470"/>
              <a:gd name="connsiteY129" fmla="*/ 2762989 h 6858000"/>
              <a:gd name="connsiteX130" fmla="*/ 571733 w 1605470"/>
              <a:gd name="connsiteY130" fmla="*/ 2554718 h 6858000"/>
              <a:gd name="connsiteX131" fmla="*/ 551827 w 1605470"/>
              <a:gd name="connsiteY131" fmla="*/ 2485734 h 6858000"/>
              <a:gd name="connsiteX132" fmla="*/ 542550 w 1605470"/>
              <a:gd name="connsiteY132" fmla="*/ 2447068 h 6858000"/>
              <a:gd name="connsiteX133" fmla="*/ 529511 w 1605470"/>
              <a:gd name="connsiteY133" fmla="*/ 2425819 h 6858000"/>
              <a:gd name="connsiteX134" fmla="*/ 528878 w 1605470"/>
              <a:gd name="connsiteY134" fmla="*/ 2408971 h 6858000"/>
              <a:gd name="connsiteX135" fmla="*/ 535510 w 1605470"/>
              <a:gd name="connsiteY135" fmla="*/ 2402874 h 6858000"/>
              <a:gd name="connsiteX136" fmla="*/ 538122 w 1605470"/>
              <a:gd name="connsiteY136" fmla="*/ 2381443 h 6858000"/>
              <a:gd name="connsiteX137" fmla="*/ 514451 w 1605470"/>
              <a:gd name="connsiteY137" fmla="*/ 2261920 h 6858000"/>
              <a:gd name="connsiteX138" fmla="*/ 486968 w 1605470"/>
              <a:gd name="connsiteY138" fmla="*/ 2182937 h 6858000"/>
              <a:gd name="connsiteX139" fmla="*/ 488555 w 1605470"/>
              <a:gd name="connsiteY139" fmla="*/ 2155135 h 6858000"/>
              <a:gd name="connsiteX140" fmla="*/ 486013 w 1605470"/>
              <a:gd name="connsiteY140" fmla="*/ 2118008 h 6858000"/>
              <a:gd name="connsiteX141" fmla="*/ 487006 w 1605470"/>
              <a:gd name="connsiteY141" fmla="*/ 2050531 h 6858000"/>
              <a:gd name="connsiteX142" fmla="*/ 478812 w 1605470"/>
              <a:gd name="connsiteY142" fmla="*/ 1963269 h 6858000"/>
              <a:gd name="connsiteX143" fmla="*/ 442619 w 1605470"/>
              <a:gd name="connsiteY143" fmla="*/ 1910499 h 6858000"/>
              <a:gd name="connsiteX144" fmla="*/ 446785 w 1605470"/>
              <a:gd name="connsiteY144" fmla="*/ 1903212 h 6858000"/>
              <a:gd name="connsiteX145" fmla="*/ 436547 w 1605470"/>
              <a:gd name="connsiteY145" fmla="*/ 1861531 h 6858000"/>
              <a:gd name="connsiteX146" fmla="*/ 390346 w 1605470"/>
              <a:gd name="connsiteY146" fmla="*/ 1732919 h 6858000"/>
              <a:gd name="connsiteX147" fmla="*/ 362657 w 1605470"/>
              <a:gd name="connsiteY147" fmla="*/ 1663540 h 6858000"/>
              <a:gd name="connsiteX148" fmla="*/ 361783 w 1605470"/>
              <a:gd name="connsiteY148" fmla="*/ 1615777 h 6858000"/>
              <a:gd name="connsiteX149" fmla="*/ 342578 w 1605470"/>
              <a:gd name="connsiteY149" fmla="*/ 1563678 h 6858000"/>
              <a:gd name="connsiteX150" fmla="*/ 355658 w 1605470"/>
              <a:gd name="connsiteY150" fmla="*/ 1519474 h 6858000"/>
              <a:gd name="connsiteX151" fmla="*/ 348400 w 1605470"/>
              <a:gd name="connsiteY151" fmla="*/ 1477995 h 6858000"/>
              <a:gd name="connsiteX152" fmla="*/ 334485 w 1605470"/>
              <a:gd name="connsiteY152" fmla="*/ 1373769 h 6858000"/>
              <a:gd name="connsiteX153" fmla="*/ 342792 w 1605470"/>
              <a:gd name="connsiteY153" fmla="*/ 1307086 h 6858000"/>
              <a:gd name="connsiteX154" fmla="*/ 343980 w 1605470"/>
              <a:gd name="connsiteY154" fmla="*/ 1189033 h 6858000"/>
              <a:gd name="connsiteX155" fmla="*/ 348665 w 1605470"/>
              <a:gd name="connsiteY155" fmla="*/ 1168288 h 6858000"/>
              <a:gd name="connsiteX156" fmla="*/ 340947 w 1605470"/>
              <a:gd name="connsiteY156" fmla="*/ 1142577 h 6858000"/>
              <a:gd name="connsiteX157" fmla="*/ 330253 w 1605470"/>
              <a:gd name="connsiteY157" fmla="*/ 1088484 h 6858000"/>
              <a:gd name="connsiteX158" fmla="*/ 318989 w 1605470"/>
              <a:gd name="connsiteY158" fmla="*/ 1016103 h 6858000"/>
              <a:gd name="connsiteX159" fmla="*/ 320445 w 1605470"/>
              <a:gd name="connsiteY159" fmla="*/ 932283 h 6858000"/>
              <a:gd name="connsiteX160" fmla="*/ 322681 w 1605470"/>
              <a:gd name="connsiteY160" fmla="*/ 915925 h 6858000"/>
              <a:gd name="connsiteX161" fmla="*/ 315310 w 1605470"/>
              <a:gd name="connsiteY161" fmla="*/ 896999 h 6858000"/>
              <a:gd name="connsiteX162" fmla="*/ 284718 w 1605470"/>
              <a:gd name="connsiteY162" fmla="*/ 821517 h 6858000"/>
              <a:gd name="connsiteX163" fmla="*/ 263668 w 1605470"/>
              <a:gd name="connsiteY163" fmla="*/ 751353 h 6858000"/>
              <a:gd name="connsiteX164" fmla="*/ 263226 w 1605470"/>
              <a:gd name="connsiteY164" fmla="*/ 721230 h 6858000"/>
              <a:gd name="connsiteX165" fmla="*/ 248897 w 1605470"/>
              <a:gd name="connsiteY165" fmla="*/ 681659 h 6858000"/>
              <a:gd name="connsiteX166" fmla="*/ 234316 w 1605470"/>
              <a:gd name="connsiteY166" fmla="*/ 635218 h 6858000"/>
              <a:gd name="connsiteX167" fmla="*/ 239327 w 1605470"/>
              <a:gd name="connsiteY167" fmla="*/ 613763 h 6858000"/>
              <a:gd name="connsiteX168" fmla="*/ 225269 w 1605470"/>
              <a:gd name="connsiteY168" fmla="*/ 598582 h 6858000"/>
              <a:gd name="connsiteX169" fmla="*/ 224950 w 1605470"/>
              <a:gd name="connsiteY169" fmla="*/ 576846 h 6858000"/>
              <a:gd name="connsiteX170" fmla="*/ 204576 w 1605470"/>
              <a:gd name="connsiteY170" fmla="*/ 530055 h 6858000"/>
              <a:gd name="connsiteX171" fmla="*/ 219064 w 1605470"/>
              <a:gd name="connsiteY171" fmla="*/ 469651 h 6858000"/>
              <a:gd name="connsiteX172" fmla="*/ 195012 w 1605470"/>
              <a:gd name="connsiteY172" fmla="*/ 448559 h 6858000"/>
              <a:gd name="connsiteX173" fmla="*/ 201434 w 1605470"/>
              <a:gd name="connsiteY173" fmla="*/ 441529 h 6858000"/>
              <a:gd name="connsiteX174" fmla="*/ 200655 w 1605470"/>
              <a:gd name="connsiteY174" fmla="*/ 428927 h 6858000"/>
              <a:gd name="connsiteX175" fmla="*/ 190059 w 1605470"/>
              <a:gd name="connsiteY175" fmla="*/ 430161 h 6858000"/>
              <a:gd name="connsiteX176" fmla="*/ 167079 w 1605470"/>
              <a:gd name="connsiteY176" fmla="*/ 367211 h 6858000"/>
              <a:gd name="connsiteX177" fmla="*/ 124571 w 1605470"/>
              <a:gd name="connsiteY177" fmla="*/ 302178 h 6858000"/>
              <a:gd name="connsiteX178" fmla="*/ 103243 w 1605470"/>
              <a:gd name="connsiteY178" fmla="*/ 211375 h 6858000"/>
              <a:gd name="connsiteX179" fmla="*/ 94571 w 1605470"/>
              <a:gd name="connsiteY179" fmla="*/ 184179 h 6858000"/>
              <a:gd name="connsiteX180" fmla="*/ 13437 w 1605470"/>
              <a:gd name="connsiteY180" fmla="*/ 19287 h 6858000"/>
              <a:gd name="connsiteX181" fmla="*/ 0 w 1605470"/>
              <a:gd name="connsiteY18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47700 w 1605470"/>
              <a:gd name="connsiteY75" fmla="*/ 4690749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935 w 1605470"/>
              <a:gd name="connsiteY68" fmla="*/ 4821504 h 6858000"/>
              <a:gd name="connsiteX69" fmla="*/ 732118 w 1605470"/>
              <a:gd name="connsiteY69" fmla="*/ 4801535 h 6858000"/>
              <a:gd name="connsiteX70" fmla="*/ 739787 w 1605470"/>
              <a:gd name="connsiteY70" fmla="*/ 4797794 h 6858000"/>
              <a:gd name="connsiteX71" fmla="*/ 741081 w 1605470"/>
              <a:gd name="connsiteY71" fmla="*/ 4784526 h 6858000"/>
              <a:gd name="connsiteX72" fmla="*/ 742865 w 1605470"/>
              <a:gd name="connsiteY72" fmla="*/ 4781211 h 6858000"/>
              <a:gd name="connsiteX73" fmla="*/ 751652 w 1605470"/>
              <a:gd name="connsiteY73" fmla="*/ 4761984 h 6858000"/>
              <a:gd name="connsiteX74" fmla="*/ 747700 w 1605470"/>
              <a:gd name="connsiteY74" fmla="*/ 4690749 h 6858000"/>
              <a:gd name="connsiteX75" fmla="*/ 743180 w 1605470"/>
              <a:gd name="connsiteY75" fmla="*/ 4613201 h 6858000"/>
              <a:gd name="connsiteX76" fmla="*/ 738263 w 1605470"/>
              <a:gd name="connsiteY76" fmla="*/ 4444346 h 6858000"/>
              <a:gd name="connsiteX77" fmla="*/ 756542 w 1605470"/>
              <a:gd name="connsiteY77" fmla="*/ 4350346 h 6858000"/>
              <a:gd name="connsiteX78" fmla="*/ 715481 w 1605470"/>
              <a:gd name="connsiteY78" fmla="*/ 4214165 h 6858000"/>
              <a:gd name="connsiteX79" fmla="*/ 719554 w 1605470"/>
              <a:gd name="connsiteY79" fmla="*/ 4090296 h 6858000"/>
              <a:gd name="connsiteX80" fmla="*/ 704810 w 1605470"/>
              <a:gd name="connsiteY80" fmla="*/ 4033999 h 6858000"/>
              <a:gd name="connsiteX81" fmla="*/ 705959 w 1605470"/>
              <a:gd name="connsiteY81" fmla="*/ 4031933 h 6858000"/>
              <a:gd name="connsiteX82" fmla="*/ 704535 w 1605470"/>
              <a:gd name="connsiteY82" fmla="*/ 4013953 h 6858000"/>
              <a:gd name="connsiteX83" fmla="*/ 700443 w 1605470"/>
              <a:gd name="connsiteY83" fmla="*/ 4010511 h 6858000"/>
              <a:gd name="connsiteX84" fmla="*/ 698282 w 1605470"/>
              <a:gd name="connsiteY84" fmla="*/ 3998331 h 6858000"/>
              <a:gd name="connsiteX85" fmla="*/ 690830 w 1605470"/>
              <a:gd name="connsiteY85" fmla="*/ 3974753 h 6858000"/>
              <a:gd name="connsiteX86" fmla="*/ 692428 w 1605470"/>
              <a:gd name="connsiteY86" fmla="*/ 3969950 h 6858000"/>
              <a:gd name="connsiteX87" fmla="*/ 685850 w 1605470"/>
              <a:gd name="connsiteY87" fmla="*/ 3933779 h 6858000"/>
              <a:gd name="connsiteX88" fmla="*/ 687181 w 1605470"/>
              <a:gd name="connsiteY88" fmla="*/ 3933093 h 6858000"/>
              <a:gd name="connsiteX89" fmla="*/ 691535 w 1605470"/>
              <a:gd name="connsiteY89" fmla="*/ 3922082 h 6858000"/>
              <a:gd name="connsiteX90" fmla="*/ 696613 w 1605470"/>
              <a:gd name="connsiteY90" fmla="*/ 3901461 h 6858000"/>
              <a:gd name="connsiteX91" fmla="*/ 719207 w 1605470"/>
              <a:gd name="connsiteY91" fmla="*/ 3813873 h 6858000"/>
              <a:gd name="connsiteX92" fmla="*/ 718632 w 1605470"/>
              <a:gd name="connsiteY92" fmla="*/ 3806161 h 6858000"/>
              <a:gd name="connsiteX93" fmla="*/ 718939 w 1605470"/>
              <a:gd name="connsiteY93" fmla="*/ 3805957 h 6858000"/>
              <a:gd name="connsiteX94" fmla="*/ 718966 w 1605470"/>
              <a:gd name="connsiteY94" fmla="*/ 3797724 h 6858000"/>
              <a:gd name="connsiteX95" fmla="*/ 717581 w 1605470"/>
              <a:gd name="connsiteY95" fmla="*/ 3792098 h 6858000"/>
              <a:gd name="connsiteX96" fmla="*/ 716465 w 1605470"/>
              <a:gd name="connsiteY96" fmla="*/ 3777135 h 6858000"/>
              <a:gd name="connsiteX97" fmla="*/ 718198 w 1605470"/>
              <a:gd name="connsiteY97" fmla="*/ 3771656 h 6858000"/>
              <a:gd name="connsiteX98" fmla="*/ 721941 w 1605470"/>
              <a:gd name="connsiteY98" fmla="*/ 3769007 h 6858000"/>
              <a:gd name="connsiteX99" fmla="*/ 721407 w 1605470"/>
              <a:gd name="connsiteY99" fmla="*/ 3767709 h 6858000"/>
              <a:gd name="connsiteX100" fmla="*/ 730103 w 1605470"/>
              <a:gd name="connsiteY100" fmla="*/ 3738082 h 6858000"/>
              <a:gd name="connsiteX101" fmla="*/ 737449 w 1605470"/>
              <a:gd name="connsiteY101" fmla="*/ 3673397 h 6858000"/>
              <a:gd name="connsiteX102" fmla="*/ 736745 w 1605470"/>
              <a:gd name="connsiteY102" fmla="*/ 3637109 h 6858000"/>
              <a:gd name="connsiteX103" fmla="*/ 740188 w 1605470"/>
              <a:gd name="connsiteY103" fmla="*/ 3536883 h 6858000"/>
              <a:gd name="connsiteX104" fmla="*/ 747726 w 1605470"/>
              <a:gd name="connsiteY104" fmla="*/ 3435652 h 6858000"/>
              <a:gd name="connsiteX105" fmla="*/ 774383 w 1605470"/>
              <a:gd name="connsiteY105" fmla="*/ 3381564 h 6858000"/>
              <a:gd name="connsiteX106" fmla="*/ 774870 w 1605470"/>
              <a:gd name="connsiteY106" fmla="*/ 3375761 h 6858000"/>
              <a:gd name="connsiteX107" fmla="*/ 770510 w 1605470"/>
              <a:gd name="connsiteY107" fmla="*/ 3361844 h 6858000"/>
              <a:gd name="connsiteX108" fmla="*/ 767933 w 1605470"/>
              <a:gd name="connsiteY108" fmla="*/ 3356929 h 6858000"/>
              <a:gd name="connsiteX109" fmla="*/ 766158 w 1605470"/>
              <a:gd name="connsiteY109" fmla="*/ 3349058 h 6858000"/>
              <a:gd name="connsiteX110" fmla="*/ 766414 w 1605470"/>
              <a:gd name="connsiteY110" fmla="*/ 3348763 h 6858000"/>
              <a:gd name="connsiteX111" fmla="*/ 764166 w 1605470"/>
              <a:gd name="connsiteY111" fmla="*/ 3341588 h 6858000"/>
              <a:gd name="connsiteX112" fmla="*/ 749397 w 1605470"/>
              <a:gd name="connsiteY112" fmla="*/ 3307769 h 6858000"/>
              <a:gd name="connsiteX113" fmla="*/ 766960 w 1605470"/>
              <a:gd name="connsiteY113" fmla="*/ 3250522 h 6858000"/>
              <a:gd name="connsiteX114" fmla="*/ 767385 w 1605470"/>
              <a:gd name="connsiteY114" fmla="*/ 3229163 h 6858000"/>
              <a:gd name="connsiteX115" fmla="*/ 769208 w 1605470"/>
              <a:gd name="connsiteY115" fmla="*/ 3217217 h 6858000"/>
              <a:gd name="connsiteX116" fmla="*/ 770350 w 1605470"/>
              <a:gd name="connsiteY116" fmla="*/ 3216125 h 6858000"/>
              <a:gd name="connsiteX117" fmla="*/ 756043 w 1605470"/>
              <a:gd name="connsiteY117" fmla="*/ 3183755 h 6858000"/>
              <a:gd name="connsiteX118" fmla="*/ 756544 w 1605470"/>
              <a:gd name="connsiteY118" fmla="*/ 3178642 h 6858000"/>
              <a:gd name="connsiteX119" fmla="*/ 744144 w 1605470"/>
              <a:gd name="connsiteY119" fmla="*/ 3158586 h 6858000"/>
              <a:gd name="connsiteX120" fmla="*/ 739378 w 1605470"/>
              <a:gd name="connsiteY120" fmla="*/ 3147669 h 6858000"/>
              <a:gd name="connsiteX121" fmla="*/ 734648 w 1605470"/>
              <a:gd name="connsiteY121" fmla="*/ 3145733 h 6858000"/>
              <a:gd name="connsiteX122" fmla="*/ 729329 w 1605470"/>
              <a:gd name="connsiteY122" fmla="*/ 3129034 h 6858000"/>
              <a:gd name="connsiteX123" fmla="*/ 729994 w 1605470"/>
              <a:gd name="connsiteY123" fmla="*/ 3126682 h 6858000"/>
              <a:gd name="connsiteX124" fmla="*/ 720862 w 1605470"/>
              <a:gd name="connsiteY124" fmla="*/ 3114519 h 6858000"/>
              <a:gd name="connsiteX125" fmla="*/ 707471 w 1605470"/>
              <a:gd name="connsiteY125" fmla="*/ 3106272 h 6858000"/>
              <a:gd name="connsiteX126" fmla="*/ 680201 w 1605470"/>
              <a:gd name="connsiteY126" fmla="*/ 2958185 h 6858000"/>
              <a:gd name="connsiteX127" fmla="*/ 622815 w 1605470"/>
              <a:gd name="connsiteY127" fmla="*/ 2762989 h 6858000"/>
              <a:gd name="connsiteX128" fmla="*/ 571733 w 1605470"/>
              <a:gd name="connsiteY128" fmla="*/ 2554718 h 6858000"/>
              <a:gd name="connsiteX129" fmla="*/ 551827 w 1605470"/>
              <a:gd name="connsiteY129" fmla="*/ 2485734 h 6858000"/>
              <a:gd name="connsiteX130" fmla="*/ 542550 w 1605470"/>
              <a:gd name="connsiteY130" fmla="*/ 2447068 h 6858000"/>
              <a:gd name="connsiteX131" fmla="*/ 529511 w 1605470"/>
              <a:gd name="connsiteY131" fmla="*/ 2425819 h 6858000"/>
              <a:gd name="connsiteX132" fmla="*/ 528878 w 1605470"/>
              <a:gd name="connsiteY132" fmla="*/ 2408971 h 6858000"/>
              <a:gd name="connsiteX133" fmla="*/ 535510 w 1605470"/>
              <a:gd name="connsiteY133" fmla="*/ 2402874 h 6858000"/>
              <a:gd name="connsiteX134" fmla="*/ 538122 w 1605470"/>
              <a:gd name="connsiteY134" fmla="*/ 2381443 h 6858000"/>
              <a:gd name="connsiteX135" fmla="*/ 514451 w 1605470"/>
              <a:gd name="connsiteY135" fmla="*/ 2261920 h 6858000"/>
              <a:gd name="connsiteX136" fmla="*/ 486968 w 1605470"/>
              <a:gd name="connsiteY136" fmla="*/ 2182937 h 6858000"/>
              <a:gd name="connsiteX137" fmla="*/ 488555 w 1605470"/>
              <a:gd name="connsiteY137" fmla="*/ 2155135 h 6858000"/>
              <a:gd name="connsiteX138" fmla="*/ 486013 w 1605470"/>
              <a:gd name="connsiteY138" fmla="*/ 2118008 h 6858000"/>
              <a:gd name="connsiteX139" fmla="*/ 487006 w 1605470"/>
              <a:gd name="connsiteY139" fmla="*/ 2050531 h 6858000"/>
              <a:gd name="connsiteX140" fmla="*/ 478812 w 1605470"/>
              <a:gd name="connsiteY140" fmla="*/ 1963269 h 6858000"/>
              <a:gd name="connsiteX141" fmla="*/ 442619 w 1605470"/>
              <a:gd name="connsiteY141" fmla="*/ 1910499 h 6858000"/>
              <a:gd name="connsiteX142" fmla="*/ 446785 w 1605470"/>
              <a:gd name="connsiteY142" fmla="*/ 1903212 h 6858000"/>
              <a:gd name="connsiteX143" fmla="*/ 436547 w 1605470"/>
              <a:gd name="connsiteY143" fmla="*/ 1861531 h 6858000"/>
              <a:gd name="connsiteX144" fmla="*/ 390346 w 1605470"/>
              <a:gd name="connsiteY144" fmla="*/ 1732919 h 6858000"/>
              <a:gd name="connsiteX145" fmla="*/ 362657 w 1605470"/>
              <a:gd name="connsiteY145" fmla="*/ 1663540 h 6858000"/>
              <a:gd name="connsiteX146" fmla="*/ 361783 w 1605470"/>
              <a:gd name="connsiteY146" fmla="*/ 1615777 h 6858000"/>
              <a:gd name="connsiteX147" fmla="*/ 342578 w 1605470"/>
              <a:gd name="connsiteY147" fmla="*/ 1563678 h 6858000"/>
              <a:gd name="connsiteX148" fmla="*/ 355658 w 1605470"/>
              <a:gd name="connsiteY148" fmla="*/ 1519474 h 6858000"/>
              <a:gd name="connsiteX149" fmla="*/ 348400 w 1605470"/>
              <a:gd name="connsiteY149" fmla="*/ 1477995 h 6858000"/>
              <a:gd name="connsiteX150" fmla="*/ 334485 w 1605470"/>
              <a:gd name="connsiteY150" fmla="*/ 1373769 h 6858000"/>
              <a:gd name="connsiteX151" fmla="*/ 342792 w 1605470"/>
              <a:gd name="connsiteY151" fmla="*/ 1307086 h 6858000"/>
              <a:gd name="connsiteX152" fmla="*/ 343980 w 1605470"/>
              <a:gd name="connsiteY152" fmla="*/ 1189033 h 6858000"/>
              <a:gd name="connsiteX153" fmla="*/ 348665 w 1605470"/>
              <a:gd name="connsiteY153" fmla="*/ 1168288 h 6858000"/>
              <a:gd name="connsiteX154" fmla="*/ 340947 w 1605470"/>
              <a:gd name="connsiteY154" fmla="*/ 1142577 h 6858000"/>
              <a:gd name="connsiteX155" fmla="*/ 330253 w 1605470"/>
              <a:gd name="connsiteY155" fmla="*/ 1088484 h 6858000"/>
              <a:gd name="connsiteX156" fmla="*/ 318989 w 1605470"/>
              <a:gd name="connsiteY156" fmla="*/ 1016103 h 6858000"/>
              <a:gd name="connsiteX157" fmla="*/ 320445 w 1605470"/>
              <a:gd name="connsiteY157" fmla="*/ 932283 h 6858000"/>
              <a:gd name="connsiteX158" fmla="*/ 322681 w 1605470"/>
              <a:gd name="connsiteY158" fmla="*/ 915925 h 6858000"/>
              <a:gd name="connsiteX159" fmla="*/ 315310 w 1605470"/>
              <a:gd name="connsiteY159" fmla="*/ 896999 h 6858000"/>
              <a:gd name="connsiteX160" fmla="*/ 284718 w 1605470"/>
              <a:gd name="connsiteY160" fmla="*/ 821517 h 6858000"/>
              <a:gd name="connsiteX161" fmla="*/ 263668 w 1605470"/>
              <a:gd name="connsiteY161" fmla="*/ 751353 h 6858000"/>
              <a:gd name="connsiteX162" fmla="*/ 263226 w 1605470"/>
              <a:gd name="connsiteY162" fmla="*/ 721230 h 6858000"/>
              <a:gd name="connsiteX163" fmla="*/ 248897 w 1605470"/>
              <a:gd name="connsiteY163" fmla="*/ 681659 h 6858000"/>
              <a:gd name="connsiteX164" fmla="*/ 234316 w 1605470"/>
              <a:gd name="connsiteY164" fmla="*/ 635218 h 6858000"/>
              <a:gd name="connsiteX165" fmla="*/ 239327 w 1605470"/>
              <a:gd name="connsiteY165" fmla="*/ 613763 h 6858000"/>
              <a:gd name="connsiteX166" fmla="*/ 225269 w 1605470"/>
              <a:gd name="connsiteY166" fmla="*/ 598582 h 6858000"/>
              <a:gd name="connsiteX167" fmla="*/ 224950 w 1605470"/>
              <a:gd name="connsiteY167" fmla="*/ 576846 h 6858000"/>
              <a:gd name="connsiteX168" fmla="*/ 204576 w 1605470"/>
              <a:gd name="connsiteY168" fmla="*/ 530055 h 6858000"/>
              <a:gd name="connsiteX169" fmla="*/ 219064 w 1605470"/>
              <a:gd name="connsiteY169" fmla="*/ 469651 h 6858000"/>
              <a:gd name="connsiteX170" fmla="*/ 195012 w 1605470"/>
              <a:gd name="connsiteY170" fmla="*/ 448559 h 6858000"/>
              <a:gd name="connsiteX171" fmla="*/ 201434 w 1605470"/>
              <a:gd name="connsiteY171" fmla="*/ 441529 h 6858000"/>
              <a:gd name="connsiteX172" fmla="*/ 200655 w 1605470"/>
              <a:gd name="connsiteY172" fmla="*/ 428927 h 6858000"/>
              <a:gd name="connsiteX173" fmla="*/ 190059 w 1605470"/>
              <a:gd name="connsiteY173" fmla="*/ 430161 h 6858000"/>
              <a:gd name="connsiteX174" fmla="*/ 167079 w 1605470"/>
              <a:gd name="connsiteY174" fmla="*/ 367211 h 6858000"/>
              <a:gd name="connsiteX175" fmla="*/ 124571 w 1605470"/>
              <a:gd name="connsiteY175" fmla="*/ 302178 h 6858000"/>
              <a:gd name="connsiteX176" fmla="*/ 103243 w 1605470"/>
              <a:gd name="connsiteY176" fmla="*/ 211375 h 6858000"/>
              <a:gd name="connsiteX177" fmla="*/ 94571 w 1605470"/>
              <a:gd name="connsiteY177" fmla="*/ 184179 h 6858000"/>
              <a:gd name="connsiteX178" fmla="*/ 13437 w 1605470"/>
              <a:gd name="connsiteY178" fmla="*/ 19287 h 6858000"/>
              <a:gd name="connsiteX179" fmla="*/ 0 w 1605470"/>
              <a:gd name="connsiteY17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31653 w 1605470"/>
              <a:gd name="connsiteY39" fmla="*/ 5604904 h 6858000"/>
              <a:gd name="connsiteX40" fmla="*/ 539863 w 1605470"/>
              <a:gd name="connsiteY40" fmla="*/ 5604298 h 6858000"/>
              <a:gd name="connsiteX41" fmla="*/ 552319 w 1605470"/>
              <a:gd name="connsiteY41" fmla="*/ 5587997 h 6858000"/>
              <a:gd name="connsiteX42" fmla="*/ 559710 w 1605470"/>
              <a:gd name="connsiteY42" fmla="*/ 5564796 h 6858000"/>
              <a:gd name="connsiteX43" fmla="*/ 587214 w 1605470"/>
              <a:gd name="connsiteY43" fmla="*/ 5451511 h 6858000"/>
              <a:gd name="connsiteX44" fmla="*/ 608019 w 1605470"/>
              <a:gd name="connsiteY44" fmla="*/ 5385461 h 6858000"/>
              <a:gd name="connsiteX45" fmla="*/ 622750 w 1605470"/>
              <a:gd name="connsiteY45" fmla="*/ 5363084 h 6858000"/>
              <a:gd name="connsiteX46" fmla="*/ 638731 w 1605470"/>
              <a:gd name="connsiteY46" fmla="*/ 5330009 h 6858000"/>
              <a:gd name="connsiteX47" fmla="*/ 672224 w 1605470"/>
              <a:gd name="connsiteY47" fmla="*/ 5273739 h 6858000"/>
              <a:gd name="connsiteX48" fmla="*/ 681823 w 1605470"/>
              <a:gd name="connsiteY48" fmla="*/ 5241779 h 6858000"/>
              <a:gd name="connsiteX49" fmla="*/ 693049 w 1605470"/>
              <a:gd name="connsiteY49" fmla="*/ 5225268 h 6858000"/>
              <a:gd name="connsiteX50" fmla="*/ 694069 w 1605470"/>
              <a:gd name="connsiteY50" fmla="*/ 5217684 h 6858000"/>
              <a:gd name="connsiteX51" fmla="*/ 701410 w 1605470"/>
              <a:gd name="connsiteY51" fmla="*/ 5193377 h 6858000"/>
              <a:gd name="connsiteX52" fmla="*/ 704713 w 1605470"/>
              <a:gd name="connsiteY52" fmla="*/ 5179288 h 6858000"/>
              <a:gd name="connsiteX53" fmla="*/ 705697 w 1605470"/>
              <a:gd name="connsiteY53" fmla="*/ 5173621 h 6858000"/>
              <a:gd name="connsiteX54" fmla="*/ 701331 w 1605470"/>
              <a:gd name="connsiteY54" fmla="*/ 5159961 h 6858000"/>
              <a:gd name="connsiteX55" fmla="*/ 708008 w 1605470"/>
              <a:gd name="connsiteY55" fmla="*/ 5144295 h 6858000"/>
              <a:gd name="connsiteX56" fmla="*/ 704941 w 1605470"/>
              <a:gd name="connsiteY56" fmla="*/ 5125185 h 6858000"/>
              <a:gd name="connsiteX57" fmla="*/ 711771 w 1605470"/>
              <a:gd name="connsiteY57" fmla="*/ 5121884 h 6858000"/>
              <a:gd name="connsiteX58" fmla="*/ 721092 w 1605470"/>
              <a:gd name="connsiteY58" fmla="*/ 5108383 h 6858000"/>
              <a:gd name="connsiteX59" fmla="*/ 717045 w 1605470"/>
              <a:gd name="connsiteY59" fmla="*/ 5094705 h 6858000"/>
              <a:gd name="connsiteX60" fmla="*/ 718807 w 1605470"/>
              <a:gd name="connsiteY60" fmla="*/ 5067850 h 6858000"/>
              <a:gd name="connsiteX61" fmla="*/ 721538 w 1605470"/>
              <a:gd name="connsiteY61" fmla="*/ 5060861 h 6858000"/>
              <a:gd name="connsiteX62" fmla="*/ 718242 w 1605470"/>
              <a:gd name="connsiteY62" fmla="*/ 5034192 h 6858000"/>
              <a:gd name="connsiteX63" fmla="*/ 719796 w 1605470"/>
              <a:gd name="connsiteY63" fmla="*/ 4993030 h 6858000"/>
              <a:gd name="connsiteX64" fmla="*/ 726705 w 1605470"/>
              <a:gd name="connsiteY64" fmla="*/ 4946844 h 6858000"/>
              <a:gd name="connsiteX65" fmla="*/ 722561 w 1605470"/>
              <a:gd name="connsiteY65" fmla="*/ 4932692 h 6858000"/>
              <a:gd name="connsiteX66" fmla="*/ 724935 w 1605470"/>
              <a:gd name="connsiteY66" fmla="*/ 4821504 h 6858000"/>
              <a:gd name="connsiteX67" fmla="*/ 732118 w 1605470"/>
              <a:gd name="connsiteY67" fmla="*/ 4801535 h 6858000"/>
              <a:gd name="connsiteX68" fmla="*/ 739787 w 1605470"/>
              <a:gd name="connsiteY68" fmla="*/ 4797794 h 6858000"/>
              <a:gd name="connsiteX69" fmla="*/ 741081 w 1605470"/>
              <a:gd name="connsiteY69" fmla="*/ 4784526 h 6858000"/>
              <a:gd name="connsiteX70" fmla="*/ 742865 w 1605470"/>
              <a:gd name="connsiteY70" fmla="*/ 4781211 h 6858000"/>
              <a:gd name="connsiteX71" fmla="*/ 751652 w 1605470"/>
              <a:gd name="connsiteY71" fmla="*/ 4761984 h 6858000"/>
              <a:gd name="connsiteX72" fmla="*/ 747700 w 1605470"/>
              <a:gd name="connsiteY72" fmla="*/ 4690749 h 6858000"/>
              <a:gd name="connsiteX73" fmla="*/ 743180 w 1605470"/>
              <a:gd name="connsiteY73" fmla="*/ 4613201 h 6858000"/>
              <a:gd name="connsiteX74" fmla="*/ 738263 w 1605470"/>
              <a:gd name="connsiteY74" fmla="*/ 4444346 h 6858000"/>
              <a:gd name="connsiteX75" fmla="*/ 756542 w 1605470"/>
              <a:gd name="connsiteY75" fmla="*/ 4350346 h 6858000"/>
              <a:gd name="connsiteX76" fmla="*/ 715481 w 1605470"/>
              <a:gd name="connsiteY76" fmla="*/ 4214165 h 6858000"/>
              <a:gd name="connsiteX77" fmla="*/ 719554 w 1605470"/>
              <a:gd name="connsiteY77" fmla="*/ 4090296 h 6858000"/>
              <a:gd name="connsiteX78" fmla="*/ 704810 w 1605470"/>
              <a:gd name="connsiteY78" fmla="*/ 4033999 h 6858000"/>
              <a:gd name="connsiteX79" fmla="*/ 705959 w 1605470"/>
              <a:gd name="connsiteY79" fmla="*/ 4031933 h 6858000"/>
              <a:gd name="connsiteX80" fmla="*/ 704535 w 1605470"/>
              <a:gd name="connsiteY80" fmla="*/ 4013953 h 6858000"/>
              <a:gd name="connsiteX81" fmla="*/ 700443 w 1605470"/>
              <a:gd name="connsiteY81" fmla="*/ 4010511 h 6858000"/>
              <a:gd name="connsiteX82" fmla="*/ 698282 w 1605470"/>
              <a:gd name="connsiteY82" fmla="*/ 3998331 h 6858000"/>
              <a:gd name="connsiteX83" fmla="*/ 690830 w 1605470"/>
              <a:gd name="connsiteY83" fmla="*/ 3974753 h 6858000"/>
              <a:gd name="connsiteX84" fmla="*/ 692428 w 1605470"/>
              <a:gd name="connsiteY84" fmla="*/ 3969950 h 6858000"/>
              <a:gd name="connsiteX85" fmla="*/ 685850 w 1605470"/>
              <a:gd name="connsiteY85" fmla="*/ 3933779 h 6858000"/>
              <a:gd name="connsiteX86" fmla="*/ 687181 w 1605470"/>
              <a:gd name="connsiteY86" fmla="*/ 3933093 h 6858000"/>
              <a:gd name="connsiteX87" fmla="*/ 691535 w 1605470"/>
              <a:gd name="connsiteY87" fmla="*/ 3922082 h 6858000"/>
              <a:gd name="connsiteX88" fmla="*/ 696613 w 1605470"/>
              <a:gd name="connsiteY88" fmla="*/ 3901461 h 6858000"/>
              <a:gd name="connsiteX89" fmla="*/ 719207 w 1605470"/>
              <a:gd name="connsiteY89" fmla="*/ 3813873 h 6858000"/>
              <a:gd name="connsiteX90" fmla="*/ 718632 w 1605470"/>
              <a:gd name="connsiteY90" fmla="*/ 3806161 h 6858000"/>
              <a:gd name="connsiteX91" fmla="*/ 718939 w 1605470"/>
              <a:gd name="connsiteY91" fmla="*/ 3805957 h 6858000"/>
              <a:gd name="connsiteX92" fmla="*/ 718966 w 1605470"/>
              <a:gd name="connsiteY92" fmla="*/ 3797724 h 6858000"/>
              <a:gd name="connsiteX93" fmla="*/ 717581 w 1605470"/>
              <a:gd name="connsiteY93" fmla="*/ 3792098 h 6858000"/>
              <a:gd name="connsiteX94" fmla="*/ 716465 w 1605470"/>
              <a:gd name="connsiteY94" fmla="*/ 3777135 h 6858000"/>
              <a:gd name="connsiteX95" fmla="*/ 718198 w 1605470"/>
              <a:gd name="connsiteY95" fmla="*/ 3771656 h 6858000"/>
              <a:gd name="connsiteX96" fmla="*/ 721941 w 1605470"/>
              <a:gd name="connsiteY96" fmla="*/ 3769007 h 6858000"/>
              <a:gd name="connsiteX97" fmla="*/ 721407 w 1605470"/>
              <a:gd name="connsiteY97" fmla="*/ 3767709 h 6858000"/>
              <a:gd name="connsiteX98" fmla="*/ 730103 w 1605470"/>
              <a:gd name="connsiteY98" fmla="*/ 3738082 h 6858000"/>
              <a:gd name="connsiteX99" fmla="*/ 737449 w 1605470"/>
              <a:gd name="connsiteY99" fmla="*/ 3673397 h 6858000"/>
              <a:gd name="connsiteX100" fmla="*/ 736745 w 1605470"/>
              <a:gd name="connsiteY100" fmla="*/ 3637109 h 6858000"/>
              <a:gd name="connsiteX101" fmla="*/ 740188 w 1605470"/>
              <a:gd name="connsiteY101" fmla="*/ 3536883 h 6858000"/>
              <a:gd name="connsiteX102" fmla="*/ 747726 w 1605470"/>
              <a:gd name="connsiteY102" fmla="*/ 3435652 h 6858000"/>
              <a:gd name="connsiteX103" fmla="*/ 774383 w 1605470"/>
              <a:gd name="connsiteY103" fmla="*/ 3381564 h 6858000"/>
              <a:gd name="connsiteX104" fmla="*/ 774870 w 1605470"/>
              <a:gd name="connsiteY104" fmla="*/ 3375761 h 6858000"/>
              <a:gd name="connsiteX105" fmla="*/ 770510 w 1605470"/>
              <a:gd name="connsiteY105" fmla="*/ 3361844 h 6858000"/>
              <a:gd name="connsiteX106" fmla="*/ 767933 w 1605470"/>
              <a:gd name="connsiteY106" fmla="*/ 3356929 h 6858000"/>
              <a:gd name="connsiteX107" fmla="*/ 766158 w 1605470"/>
              <a:gd name="connsiteY107" fmla="*/ 3349058 h 6858000"/>
              <a:gd name="connsiteX108" fmla="*/ 766414 w 1605470"/>
              <a:gd name="connsiteY108" fmla="*/ 3348763 h 6858000"/>
              <a:gd name="connsiteX109" fmla="*/ 764166 w 1605470"/>
              <a:gd name="connsiteY109" fmla="*/ 3341588 h 6858000"/>
              <a:gd name="connsiteX110" fmla="*/ 749397 w 1605470"/>
              <a:gd name="connsiteY110" fmla="*/ 3307769 h 6858000"/>
              <a:gd name="connsiteX111" fmla="*/ 766960 w 1605470"/>
              <a:gd name="connsiteY111" fmla="*/ 3250522 h 6858000"/>
              <a:gd name="connsiteX112" fmla="*/ 767385 w 1605470"/>
              <a:gd name="connsiteY112" fmla="*/ 3229163 h 6858000"/>
              <a:gd name="connsiteX113" fmla="*/ 769208 w 1605470"/>
              <a:gd name="connsiteY113" fmla="*/ 3217217 h 6858000"/>
              <a:gd name="connsiteX114" fmla="*/ 770350 w 1605470"/>
              <a:gd name="connsiteY114" fmla="*/ 3216125 h 6858000"/>
              <a:gd name="connsiteX115" fmla="*/ 756043 w 1605470"/>
              <a:gd name="connsiteY115" fmla="*/ 3183755 h 6858000"/>
              <a:gd name="connsiteX116" fmla="*/ 756544 w 1605470"/>
              <a:gd name="connsiteY116" fmla="*/ 3178642 h 6858000"/>
              <a:gd name="connsiteX117" fmla="*/ 744144 w 1605470"/>
              <a:gd name="connsiteY117" fmla="*/ 3158586 h 6858000"/>
              <a:gd name="connsiteX118" fmla="*/ 739378 w 1605470"/>
              <a:gd name="connsiteY118" fmla="*/ 3147669 h 6858000"/>
              <a:gd name="connsiteX119" fmla="*/ 734648 w 1605470"/>
              <a:gd name="connsiteY119" fmla="*/ 3145733 h 6858000"/>
              <a:gd name="connsiteX120" fmla="*/ 729329 w 1605470"/>
              <a:gd name="connsiteY120" fmla="*/ 3129034 h 6858000"/>
              <a:gd name="connsiteX121" fmla="*/ 729994 w 1605470"/>
              <a:gd name="connsiteY121" fmla="*/ 3126682 h 6858000"/>
              <a:gd name="connsiteX122" fmla="*/ 720862 w 1605470"/>
              <a:gd name="connsiteY122" fmla="*/ 3114519 h 6858000"/>
              <a:gd name="connsiteX123" fmla="*/ 707471 w 1605470"/>
              <a:gd name="connsiteY123" fmla="*/ 3106272 h 6858000"/>
              <a:gd name="connsiteX124" fmla="*/ 680201 w 1605470"/>
              <a:gd name="connsiteY124" fmla="*/ 2958185 h 6858000"/>
              <a:gd name="connsiteX125" fmla="*/ 622815 w 1605470"/>
              <a:gd name="connsiteY125" fmla="*/ 2762989 h 6858000"/>
              <a:gd name="connsiteX126" fmla="*/ 571733 w 1605470"/>
              <a:gd name="connsiteY126" fmla="*/ 2554718 h 6858000"/>
              <a:gd name="connsiteX127" fmla="*/ 551827 w 1605470"/>
              <a:gd name="connsiteY127" fmla="*/ 2485734 h 6858000"/>
              <a:gd name="connsiteX128" fmla="*/ 542550 w 1605470"/>
              <a:gd name="connsiteY128" fmla="*/ 2447068 h 6858000"/>
              <a:gd name="connsiteX129" fmla="*/ 529511 w 1605470"/>
              <a:gd name="connsiteY129" fmla="*/ 2425819 h 6858000"/>
              <a:gd name="connsiteX130" fmla="*/ 528878 w 1605470"/>
              <a:gd name="connsiteY130" fmla="*/ 2408971 h 6858000"/>
              <a:gd name="connsiteX131" fmla="*/ 535510 w 1605470"/>
              <a:gd name="connsiteY131" fmla="*/ 2402874 h 6858000"/>
              <a:gd name="connsiteX132" fmla="*/ 538122 w 1605470"/>
              <a:gd name="connsiteY132" fmla="*/ 2381443 h 6858000"/>
              <a:gd name="connsiteX133" fmla="*/ 514451 w 1605470"/>
              <a:gd name="connsiteY133" fmla="*/ 2261920 h 6858000"/>
              <a:gd name="connsiteX134" fmla="*/ 486968 w 1605470"/>
              <a:gd name="connsiteY134" fmla="*/ 2182937 h 6858000"/>
              <a:gd name="connsiteX135" fmla="*/ 488555 w 1605470"/>
              <a:gd name="connsiteY135" fmla="*/ 2155135 h 6858000"/>
              <a:gd name="connsiteX136" fmla="*/ 486013 w 1605470"/>
              <a:gd name="connsiteY136" fmla="*/ 2118008 h 6858000"/>
              <a:gd name="connsiteX137" fmla="*/ 487006 w 1605470"/>
              <a:gd name="connsiteY137" fmla="*/ 2050531 h 6858000"/>
              <a:gd name="connsiteX138" fmla="*/ 478812 w 1605470"/>
              <a:gd name="connsiteY138" fmla="*/ 1963269 h 6858000"/>
              <a:gd name="connsiteX139" fmla="*/ 442619 w 1605470"/>
              <a:gd name="connsiteY139" fmla="*/ 1910499 h 6858000"/>
              <a:gd name="connsiteX140" fmla="*/ 446785 w 1605470"/>
              <a:gd name="connsiteY140" fmla="*/ 1903212 h 6858000"/>
              <a:gd name="connsiteX141" fmla="*/ 436547 w 1605470"/>
              <a:gd name="connsiteY141" fmla="*/ 1861531 h 6858000"/>
              <a:gd name="connsiteX142" fmla="*/ 390346 w 1605470"/>
              <a:gd name="connsiteY142" fmla="*/ 1732919 h 6858000"/>
              <a:gd name="connsiteX143" fmla="*/ 362657 w 1605470"/>
              <a:gd name="connsiteY143" fmla="*/ 1663540 h 6858000"/>
              <a:gd name="connsiteX144" fmla="*/ 361783 w 1605470"/>
              <a:gd name="connsiteY144" fmla="*/ 1615777 h 6858000"/>
              <a:gd name="connsiteX145" fmla="*/ 342578 w 1605470"/>
              <a:gd name="connsiteY145" fmla="*/ 1563678 h 6858000"/>
              <a:gd name="connsiteX146" fmla="*/ 355658 w 1605470"/>
              <a:gd name="connsiteY146" fmla="*/ 1519474 h 6858000"/>
              <a:gd name="connsiteX147" fmla="*/ 348400 w 1605470"/>
              <a:gd name="connsiteY147" fmla="*/ 1477995 h 6858000"/>
              <a:gd name="connsiteX148" fmla="*/ 334485 w 1605470"/>
              <a:gd name="connsiteY148" fmla="*/ 1373769 h 6858000"/>
              <a:gd name="connsiteX149" fmla="*/ 342792 w 1605470"/>
              <a:gd name="connsiteY149" fmla="*/ 1307086 h 6858000"/>
              <a:gd name="connsiteX150" fmla="*/ 343980 w 1605470"/>
              <a:gd name="connsiteY150" fmla="*/ 1189033 h 6858000"/>
              <a:gd name="connsiteX151" fmla="*/ 348665 w 1605470"/>
              <a:gd name="connsiteY151" fmla="*/ 1168288 h 6858000"/>
              <a:gd name="connsiteX152" fmla="*/ 340947 w 1605470"/>
              <a:gd name="connsiteY152" fmla="*/ 1142577 h 6858000"/>
              <a:gd name="connsiteX153" fmla="*/ 330253 w 1605470"/>
              <a:gd name="connsiteY153" fmla="*/ 1088484 h 6858000"/>
              <a:gd name="connsiteX154" fmla="*/ 318989 w 1605470"/>
              <a:gd name="connsiteY154" fmla="*/ 1016103 h 6858000"/>
              <a:gd name="connsiteX155" fmla="*/ 320445 w 1605470"/>
              <a:gd name="connsiteY155" fmla="*/ 932283 h 6858000"/>
              <a:gd name="connsiteX156" fmla="*/ 322681 w 1605470"/>
              <a:gd name="connsiteY156" fmla="*/ 915925 h 6858000"/>
              <a:gd name="connsiteX157" fmla="*/ 315310 w 1605470"/>
              <a:gd name="connsiteY157" fmla="*/ 896999 h 6858000"/>
              <a:gd name="connsiteX158" fmla="*/ 284718 w 1605470"/>
              <a:gd name="connsiteY158" fmla="*/ 821517 h 6858000"/>
              <a:gd name="connsiteX159" fmla="*/ 263668 w 1605470"/>
              <a:gd name="connsiteY159" fmla="*/ 751353 h 6858000"/>
              <a:gd name="connsiteX160" fmla="*/ 263226 w 1605470"/>
              <a:gd name="connsiteY160" fmla="*/ 721230 h 6858000"/>
              <a:gd name="connsiteX161" fmla="*/ 248897 w 1605470"/>
              <a:gd name="connsiteY161" fmla="*/ 681659 h 6858000"/>
              <a:gd name="connsiteX162" fmla="*/ 234316 w 1605470"/>
              <a:gd name="connsiteY162" fmla="*/ 635218 h 6858000"/>
              <a:gd name="connsiteX163" fmla="*/ 239327 w 1605470"/>
              <a:gd name="connsiteY163" fmla="*/ 613763 h 6858000"/>
              <a:gd name="connsiteX164" fmla="*/ 225269 w 1605470"/>
              <a:gd name="connsiteY164" fmla="*/ 598582 h 6858000"/>
              <a:gd name="connsiteX165" fmla="*/ 224950 w 1605470"/>
              <a:gd name="connsiteY165" fmla="*/ 576846 h 6858000"/>
              <a:gd name="connsiteX166" fmla="*/ 204576 w 1605470"/>
              <a:gd name="connsiteY166" fmla="*/ 530055 h 6858000"/>
              <a:gd name="connsiteX167" fmla="*/ 219064 w 1605470"/>
              <a:gd name="connsiteY167" fmla="*/ 469651 h 6858000"/>
              <a:gd name="connsiteX168" fmla="*/ 195012 w 1605470"/>
              <a:gd name="connsiteY168" fmla="*/ 448559 h 6858000"/>
              <a:gd name="connsiteX169" fmla="*/ 201434 w 1605470"/>
              <a:gd name="connsiteY169" fmla="*/ 441529 h 6858000"/>
              <a:gd name="connsiteX170" fmla="*/ 200655 w 1605470"/>
              <a:gd name="connsiteY170" fmla="*/ 428927 h 6858000"/>
              <a:gd name="connsiteX171" fmla="*/ 190059 w 1605470"/>
              <a:gd name="connsiteY171" fmla="*/ 430161 h 6858000"/>
              <a:gd name="connsiteX172" fmla="*/ 167079 w 1605470"/>
              <a:gd name="connsiteY172" fmla="*/ 367211 h 6858000"/>
              <a:gd name="connsiteX173" fmla="*/ 124571 w 1605470"/>
              <a:gd name="connsiteY173" fmla="*/ 302178 h 6858000"/>
              <a:gd name="connsiteX174" fmla="*/ 103243 w 1605470"/>
              <a:gd name="connsiteY174" fmla="*/ 211375 h 6858000"/>
              <a:gd name="connsiteX175" fmla="*/ 94571 w 1605470"/>
              <a:gd name="connsiteY175" fmla="*/ 184179 h 6858000"/>
              <a:gd name="connsiteX176" fmla="*/ 13437 w 1605470"/>
              <a:gd name="connsiteY176" fmla="*/ 19287 h 6858000"/>
              <a:gd name="connsiteX177" fmla="*/ 0 w 1605470"/>
              <a:gd name="connsiteY17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59710 w 1605470"/>
              <a:gd name="connsiteY41" fmla="*/ 5564796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8807 w 1605470"/>
              <a:gd name="connsiteY58" fmla="*/ 5067850 h 6858000"/>
              <a:gd name="connsiteX59" fmla="*/ 721538 w 1605470"/>
              <a:gd name="connsiteY59" fmla="*/ 5060861 h 6858000"/>
              <a:gd name="connsiteX60" fmla="*/ 718242 w 1605470"/>
              <a:gd name="connsiteY60" fmla="*/ 5034192 h 6858000"/>
              <a:gd name="connsiteX61" fmla="*/ 719796 w 1605470"/>
              <a:gd name="connsiteY61" fmla="*/ 4993030 h 6858000"/>
              <a:gd name="connsiteX62" fmla="*/ 726705 w 1605470"/>
              <a:gd name="connsiteY62" fmla="*/ 4946844 h 6858000"/>
              <a:gd name="connsiteX63" fmla="*/ 722561 w 1605470"/>
              <a:gd name="connsiteY63" fmla="*/ 4932692 h 6858000"/>
              <a:gd name="connsiteX64" fmla="*/ 724935 w 1605470"/>
              <a:gd name="connsiteY64" fmla="*/ 4821504 h 6858000"/>
              <a:gd name="connsiteX65" fmla="*/ 732118 w 1605470"/>
              <a:gd name="connsiteY65" fmla="*/ 4801535 h 6858000"/>
              <a:gd name="connsiteX66" fmla="*/ 739787 w 1605470"/>
              <a:gd name="connsiteY66" fmla="*/ 4797794 h 6858000"/>
              <a:gd name="connsiteX67" fmla="*/ 741081 w 1605470"/>
              <a:gd name="connsiteY67" fmla="*/ 4784526 h 6858000"/>
              <a:gd name="connsiteX68" fmla="*/ 742865 w 1605470"/>
              <a:gd name="connsiteY68" fmla="*/ 4781211 h 6858000"/>
              <a:gd name="connsiteX69" fmla="*/ 751652 w 1605470"/>
              <a:gd name="connsiteY69" fmla="*/ 4761984 h 6858000"/>
              <a:gd name="connsiteX70" fmla="*/ 747700 w 1605470"/>
              <a:gd name="connsiteY70" fmla="*/ 4690749 h 6858000"/>
              <a:gd name="connsiteX71" fmla="*/ 743180 w 1605470"/>
              <a:gd name="connsiteY71" fmla="*/ 4584173 h 6858000"/>
              <a:gd name="connsiteX72" fmla="*/ 738263 w 1605470"/>
              <a:gd name="connsiteY72" fmla="*/ 4444346 h 6858000"/>
              <a:gd name="connsiteX73" fmla="*/ 756542 w 1605470"/>
              <a:gd name="connsiteY73" fmla="*/ 4350346 h 6858000"/>
              <a:gd name="connsiteX74" fmla="*/ 715481 w 1605470"/>
              <a:gd name="connsiteY74" fmla="*/ 4214165 h 6858000"/>
              <a:gd name="connsiteX75" fmla="*/ 719554 w 1605470"/>
              <a:gd name="connsiteY75" fmla="*/ 4090296 h 6858000"/>
              <a:gd name="connsiteX76" fmla="*/ 704810 w 1605470"/>
              <a:gd name="connsiteY76" fmla="*/ 4033999 h 6858000"/>
              <a:gd name="connsiteX77" fmla="*/ 705959 w 1605470"/>
              <a:gd name="connsiteY77" fmla="*/ 4031933 h 6858000"/>
              <a:gd name="connsiteX78" fmla="*/ 704535 w 1605470"/>
              <a:gd name="connsiteY78" fmla="*/ 4013953 h 6858000"/>
              <a:gd name="connsiteX79" fmla="*/ 700443 w 1605470"/>
              <a:gd name="connsiteY79" fmla="*/ 4010511 h 6858000"/>
              <a:gd name="connsiteX80" fmla="*/ 698282 w 1605470"/>
              <a:gd name="connsiteY80" fmla="*/ 3998331 h 6858000"/>
              <a:gd name="connsiteX81" fmla="*/ 690830 w 1605470"/>
              <a:gd name="connsiteY81" fmla="*/ 3974753 h 6858000"/>
              <a:gd name="connsiteX82" fmla="*/ 692428 w 1605470"/>
              <a:gd name="connsiteY82" fmla="*/ 3969950 h 6858000"/>
              <a:gd name="connsiteX83" fmla="*/ 685850 w 1605470"/>
              <a:gd name="connsiteY83" fmla="*/ 3933779 h 6858000"/>
              <a:gd name="connsiteX84" fmla="*/ 687181 w 1605470"/>
              <a:gd name="connsiteY84" fmla="*/ 3933093 h 6858000"/>
              <a:gd name="connsiteX85" fmla="*/ 691535 w 1605470"/>
              <a:gd name="connsiteY85" fmla="*/ 3922082 h 6858000"/>
              <a:gd name="connsiteX86" fmla="*/ 696613 w 1605470"/>
              <a:gd name="connsiteY86" fmla="*/ 3901461 h 6858000"/>
              <a:gd name="connsiteX87" fmla="*/ 719207 w 1605470"/>
              <a:gd name="connsiteY87" fmla="*/ 3813873 h 6858000"/>
              <a:gd name="connsiteX88" fmla="*/ 718632 w 1605470"/>
              <a:gd name="connsiteY88" fmla="*/ 3806161 h 6858000"/>
              <a:gd name="connsiteX89" fmla="*/ 718939 w 1605470"/>
              <a:gd name="connsiteY89" fmla="*/ 3805957 h 6858000"/>
              <a:gd name="connsiteX90" fmla="*/ 718966 w 1605470"/>
              <a:gd name="connsiteY90" fmla="*/ 3797724 h 6858000"/>
              <a:gd name="connsiteX91" fmla="*/ 717581 w 1605470"/>
              <a:gd name="connsiteY91" fmla="*/ 3792098 h 6858000"/>
              <a:gd name="connsiteX92" fmla="*/ 716465 w 1605470"/>
              <a:gd name="connsiteY92" fmla="*/ 3777135 h 6858000"/>
              <a:gd name="connsiteX93" fmla="*/ 718198 w 1605470"/>
              <a:gd name="connsiteY93" fmla="*/ 3771656 h 6858000"/>
              <a:gd name="connsiteX94" fmla="*/ 721941 w 1605470"/>
              <a:gd name="connsiteY94" fmla="*/ 3769007 h 6858000"/>
              <a:gd name="connsiteX95" fmla="*/ 721407 w 1605470"/>
              <a:gd name="connsiteY95" fmla="*/ 3767709 h 6858000"/>
              <a:gd name="connsiteX96" fmla="*/ 730103 w 1605470"/>
              <a:gd name="connsiteY96" fmla="*/ 3738082 h 6858000"/>
              <a:gd name="connsiteX97" fmla="*/ 737449 w 1605470"/>
              <a:gd name="connsiteY97" fmla="*/ 3673397 h 6858000"/>
              <a:gd name="connsiteX98" fmla="*/ 736745 w 1605470"/>
              <a:gd name="connsiteY98" fmla="*/ 3637109 h 6858000"/>
              <a:gd name="connsiteX99" fmla="*/ 740188 w 1605470"/>
              <a:gd name="connsiteY99" fmla="*/ 3536883 h 6858000"/>
              <a:gd name="connsiteX100" fmla="*/ 747726 w 1605470"/>
              <a:gd name="connsiteY100" fmla="*/ 3435652 h 6858000"/>
              <a:gd name="connsiteX101" fmla="*/ 774383 w 1605470"/>
              <a:gd name="connsiteY101" fmla="*/ 3381564 h 6858000"/>
              <a:gd name="connsiteX102" fmla="*/ 774870 w 1605470"/>
              <a:gd name="connsiteY102" fmla="*/ 3375761 h 6858000"/>
              <a:gd name="connsiteX103" fmla="*/ 770510 w 1605470"/>
              <a:gd name="connsiteY103" fmla="*/ 3361844 h 6858000"/>
              <a:gd name="connsiteX104" fmla="*/ 767933 w 1605470"/>
              <a:gd name="connsiteY104" fmla="*/ 3356929 h 6858000"/>
              <a:gd name="connsiteX105" fmla="*/ 766158 w 1605470"/>
              <a:gd name="connsiteY105" fmla="*/ 3349058 h 6858000"/>
              <a:gd name="connsiteX106" fmla="*/ 766414 w 1605470"/>
              <a:gd name="connsiteY106" fmla="*/ 3348763 h 6858000"/>
              <a:gd name="connsiteX107" fmla="*/ 764166 w 1605470"/>
              <a:gd name="connsiteY107" fmla="*/ 3341588 h 6858000"/>
              <a:gd name="connsiteX108" fmla="*/ 749397 w 1605470"/>
              <a:gd name="connsiteY108" fmla="*/ 3307769 h 6858000"/>
              <a:gd name="connsiteX109" fmla="*/ 766960 w 1605470"/>
              <a:gd name="connsiteY109" fmla="*/ 3250522 h 6858000"/>
              <a:gd name="connsiteX110" fmla="*/ 767385 w 1605470"/>
              <a:gd name="connsiteY110" fmla="*/ 3229163 h 6858000"/>
              <a:gd name="connsiteX111" fmla="*/ 769208 w 1605470"/>
              <a:gd name="connsiteY111" fmla="*/ 3217217 h 6858000"/>
              <a:gd name="connsiteX112" fmla="*/ 770350 w 1605470"/>
              <a:gd name="connsiteY112" fmla="*/ 3216125 h 6858000"/>
              <a:gd name="connsiteX113" fmla="*/ 756043 w 1605470"/>
              <a:gd name="connsiteY113" fmla="*/ 3183755 h 6858000"/>
              <a:gd name="connsiteX114" fmla="*/ 756544 w 1605470"/>
              <a:gd name="connsiteY114" fmla="*/ 3178642 h 6858000"/>
              <a:gd name="connsiteX115" fmla="*/ 744144 w 1605470"/>
              <a:gd name="connsiteY115" fmla="*/ 3158586 h 6858000"/>
              <a:gd name="connsiteX116" fmla="*/ 739378 w 1605470"/>
              <a:gd name="connsiteY116" fmla="*/ 3147669 h 6858000"/>
              <a:gd name="connsiteX117" fmla="*/ 734648 w 1605470"/>
              <a:gd name="connsiteY117" fmla="*/ 3145733 h 6858000"/>
              <a:gd name="connsiteX118" fmla="*/ 729329 w 1605470"/>
              <a:gd name="connsiteY118" fmla="*/ 3129034 h 6858000"/>
              <a:gd name="connsiteX119" fmla="*/ 729994 w 1605470"/>
              <a:gd name="connsiteY119" fmla="*/ 3126682 h 6858000"/>
              <a:gd name="connsiteX120" fmla="*/ 720862 w 1605470"/>
              <a:gd name="connsiteY120" fmla="*/ 3114519 h 6858000"/>
              <a:gd name="connsiteX121" fmla="*/ 707471 w 1605470"/>
              <a:gd name="connsiteY121" fmla="*/ 3106272 h 6858000"/>
              <a:gd name="connsiteX122" fmla="*/ 680201 w 1605470"/>
              <a:gd name="connsiteY122" fmla="*/ 2958185 h 6858000"/>
              <a:gd name="connsiteX123" fmla="*/ 622815 w 1605470"/>
              <a:gd name="connsiteY123" fmla="*/ 2762989 h 6858000"/>
              <a:gd name="connsiteX124" fmla="*/ 571733 w 1605470"/>
              <a:gd name="connsiteY124" fmla="*/ 2554718 h 6858000"/>
              <a:gd name="connsiteX125" fmla="*/ 551827 w 1605470"/>
              <a:gd name="connsiteY125" fmla="*/ 2485734 h 6858000"/>
              <a:gd name="connsiteX126" fmla="*/ 542550 w 1605470"/>
              <a:gd name="connsiteY126" fmla="*/ 2447068 h 6858000"/>
              <a:gd name="connsiteX127" fmla="*/ 529511 w 1605470"/>
              <a:gd name="connsiteY127" fmla="*/ 2425819 h 6858000"/>
              <a:gd name="connsiteX128" fmla="*/ 528878 w 1605470"/>
              <a:gd name="connsiteY128" fmla="*/ 2408971 h 6858000"/>
              <a:gd name="connsiteX129" fmla="*/ 535510 w 1605470"/>
              <a:gd name="connsiteY129" fmla="*/ 2402874 h 6858000"/>
              <a:gd name="connsiteX130" fmla="*/ 538122 w 1605470"/>
              <a:gd name="connsiteY130" fmla="*/ 2381443 h 6858000"/>
              <a:gd name="connsiteX131" fmla="*/ 514451 w 1605470"/>
              <a:gd name="connsiteY131" fmla="*/ 2261920 h 6858000"/>
              <a:gd name="connsiteX132" fmla="*/ 486968 w 1605470"/>
              <a:gd name="connsiteY132" fmla="*/ 2182937 h 6858000"/>
              <a:gd name="connsiteX133" fmla="*/ 488555 w 1605470"/>
              <a:gd name="connsiteY133" fmla="*/ 2155135 h 6858000"/>
              <a:gd name="connsiteX134" fmla="*/ 486013 w 1605470"/>
              <a:gd name="connsiteY134" fmla="*/ 2118008 h 6858000"/>
              <a:gd name="connsiteX135" fmla="*/ 487006 w 1605470"/>
              <a:gd name="connsiteY135" fmla="*/ 2050531 h 6858000"/>
              <a:gd name="connsiteX136" fmla="*/ 478812 w 1605470"/>
              <a:gd name="connsiteY136" fmla="*/ 1963269 h 6858000"/>
              <a:gd name="connsiteX137" fmla="*/ 442619 w 1605470"/>
              <a:gd name="connsiteY137" fmla="*/ 1910499 h 6858000"/>
              <a:gd name="connsiteX138" fmla="*/ 446785 w 1605470"/>
              <a:gd name="connsiteY138" fmla="*/ 1903212 h 6858000"/>
              <a:gd name="connsiteX139" fmla="*/ 436547 w 1605470"/>
              <a:gd name="connsiteY139" fmla="*/ 1861531 h 6858000"/>
              <a:gd name="connsiteX140" fmla="*/ 390346 w 1605470"/>
              <a:gd name="connsiteY140" fmla="*/ 1732919 h 6858000"/>
              <a:gd name="connsiteX141" fmla="*/ 362657 w 1605470"/>
              <a:gd name="connsiteY141" fmla="*/ 1663540 h 6858000"/>
              <a:gd name="connsiteX142" fmla="*/ 361783 w 1605470"/>
              <a:gd name="connsiteY142" fmla="*/ 1615777 h 6858000"/>
              <a:gd name="connsiteX143" fmla="*/ 342578 w 1605470"/>
              <a:gd name="connsiteY143" fmla="*/ 1563678 h 6858000"/>
              <a:gd name="connsiteX144" fmla="*/ 355658 w 1605470"/>
              <a:gd name="connsiteY144" fmla="*/ 1519474 h 6858000"/>
              <a:gd name="connsiteX145" fmla="*/ 348400 w 1605470"/>
              <a:gd name="connsiteY145" fmla="*/ 1477995 h 6858000"/>
              <a:gd name="connsiteX146" fmla="*/ 334485 w 1605470"/>
              <a:gd name="connsiteY146" fmla="*/ 1373769 h 6858000"/>
              <a:gd name="connsiteX147" fmla="*/ 342792 w 1605470"/>
              <a:gd name="connsiteY147" fmla="*/ 1307086 h 6858000"/>
              <a:gd name="connsiteX148" fmla="*/ 343980 w 1605470"/>
              <a:gd name="connsiteY148" fmla="*/ 1189033 h 6858000"/>
              <a:gd name="connsiteX149" fmla="*/ 348665 w 1605470"/>
              <a:gd name="connsiteY149" fmla="*/ 1168288 h 6858000"/>
              <a:gd name="connsiteX150" fmla="*/ 340947 w 1605470"/>
              <a:gd name="connsiteY150" fmla="*/ 1142577 h 6858000"/>
              <a:gd name="connsiteX151" fmla="*/ 330253 w 1605470"/>
              <a:gd name="connsiteY151" fmla="*/ 1088484 h 6858000"/>
              <a:gd name="connsiteX152" fmla="*/ 318989 w 1605470"/>
              <a:gd name="connsiteY152" fmla="*/ 1016103 h 6858000"/>
              <a:gd name="connsiteX153" fmla="*/ 320445 w 1605470"/>
              <a:gd name="connsiteY153" fmla="*/ 932283 h 6858000"/>
              <a:gd name="connsiteX154" fmla="*/ 322681 w 1605470"/>
              <a:gd name="connsiteY154" fmla="*/ 915925 h 6858000"/>
              <a:gd name="connsiteX155" fmla="*/ 315310 w 1605470"/>
              <a:gd name="connsiteY155" fmla="*/ 896999 h 6858000"/>
              <a:gd name="connsiteX156" fmla="*/ 284718 w 1605470"/>
              <a:gd name="connsiteY156" fmla="*/ 821517 h 6858000"/>
              <a:gd name="connsiteX157" fmla="*/ 263668 w 1605470"/>
              <a:gd name="connsiteY157" fmla="*/ 751353 h 6858000"/>
              <a:gd name="connsiteX158" fmla="*/ 263226 w 1605470"/>
              <a:gd name="connsiteY158" fmla="*/ 721230 h 6858000"/>
              <a:gd name="connsiteX159" fmla="*/ 248897 w 1605470"/>
              <a:gd name="connsiteY159" fmla="*/ 681659 h 6858000"/>
              <a:gd name="connsiteX160" fmla="*/ 234316 w 1605470"/>
              <a:gd name="connsiteY160" fmla="*/ 635218 h 6858000"/>
              <a:gd name="connsiteX161" fmla="*/ 239327 w 1605470"/>
              <a:gd name="connsiteY161" fmla="*/ 613763 h 6858000"/>
              <a:gd name="connsiteX162" fmla="*/ 225269 w 1605470"/>
              <a:gd name="connsiteY162" fmla="*/ 598582 h 6858000"/>
              <a:gd name="connsiteX163" fmla="*/ 224950 w 1605470"/>
              <a:gd name="connsiteY163" fmla="*/ 576846 h 6858000"/>
              <a:gd name="connsiteX164" fmla="*/ 204576 w 1605470"/>
              <a:gd name="connsiteY164" fmla="*/ 530055 h 6858000"/>
              <a:gd name="connsiteX165" fmla="*/ 219064 w 1605470"/>
              <a:gd name="connsiteY165" fmla="*/ 469651 h 6858000"/>
              <a:gd name="connsiteX166" fmla="*/ 195012 w 1605470"/>
              <a:gd name="connsiteY166" fmla="*/ 448559 h 6858000"/>
              <a:gd name="connsiteX167" fmla="*/ 201434 w 1605470"/>
              <a:gd name="connsiteY167" fmla="*/ 441529 h 6858000"/>
              <a:gd name="connsiteX168" fmla="*/ 200655 w 1605470"/>
              <a:gd name="connsiteY168" fmla="*/ 428927 h 6858000"/>
              <a:gd name="connsiteX169" fmla="*/ 190059 w 1605470"/>
              <a:gd name="connsiteY169" fmla="*/ 430161 h 6858000"/>
              <a:gd name="connsiteX170" fmla="*/ 167079 w 1605470"/>
              <a:gd name="connsiteY170" fmla="*/ 367211 h 6858000"/>
              <a:gd name="connsiteX171" fmla="*/ 124571 w 1605470"/>
              <a:gd name="connsiteY171" fmla="*/ 302178 h 6858000"/>
              <a:gd name="connsiteX172" fmla="*/ 103243 w 1605470"/>
              <a:gd name="connsiteY172" fmla="*/ 211375 h 6858000"/>
              <a:gd name="connsiteX173" fmla="*/ 94571 w 1605470"/>
              <a:gd name="connsiteY173" fmla="*/ 184179 h 6858000"/>
              <a:gd name="connsiteX174" fmla="*/ 13437 w 1605470"/>
              <a:gd name="connsiteY174" fmla="*/ 19287 h 6858000"/>
              <a:gd name="connsiteX175" fmla="*/ 0 w 1605470"/>
              <a:gd name="connsiteY17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18807 w 1605470"/>
              <a:gd name="connsiteY57" fmla="*/ 5067850 h 6858000"/>
              <a:gd name="connsiteX58" fmla="*/ 721538 w 1605470"/>
              <a:gd name="connsiteY58" fmla="*/ 5060861 h 6858000"/>
              <a:gd name="connsiteX59" fmla="*/ 718242 w 1605470"/>
              <a:gd name="connsiteY59" fmla="*/ 5034192 h 6858000"/>
              <a:gd name="connsiteX60" fmla="*/ 719796 w 1605470"/>
              <a:gd name="connsiteY60" fmla="*/ 4993030 h 6858000"/>
              <a:gd name="connsiteX61" fmla="*/ 726705 w 1605470"/>
              <a:gd name="connsiteY61" fmla="*/ 4946844 h 6858000"/>
              <a:gd name="connsiteX62" fmla="*/ 722561 w 1605470"/>
              <a:gd name="connsiteY62" fmla="*/ 4932692 h 6858000"/>
              <a:gd name="connsiteX63" fmla="*/ 724935 w 1605470"/>
              <a:gd name="connsiteY63" fmla="*/ 4821504 h 6858000"/>
              <a:gd name="connsiteX64" fmla="*/ 732118 w 1605470"/>
              <a:gd name="connsiteY64" fmla="*/ 4801535 h 6858000"/>
              <a:gd name="connsiteX65" fmla="*/ 739787 w 1605470"/>
              <a:gd name="connsiteY65" fmla="*/ 4797794 h 6858000"/>
              <a:gd name="connsiteX66" fmla="*/ 741081 w 1605470"/>
              <a:gd name="connsiteY66" fmla="*/ 4784526 h 6858000"/>
              <a:gd name="connsiteX67" fmla="*/ 742865 w 1605470"/>
              <a:gd name="connsiteY67" fmla="*/ 4781211 h 6858000"/>
              <a:gd name="connsiteX68" fmla="*/ 751652 w 1605470"/>
              <a:gd name="connsiteY68" fmla="*/ 4761984 h 6858000"/>
              <a:gd name="connsiteX69" fmla="*/ 747700 w 1605470"/>
              <a:gd name="connsiteY69" fmla="*/ 4690749 h 6858000"/>
              <a:gd name="connsiteX70" fmla="*/ 743180 w 1605470"/>
              <a:gd name="connsiteY70" fmla="*/ 4584173 h 6858000"/>
              <a:gd name="connsiteX71" fmla="*/ 738263 w 1605470"/>
              <a:gd name="connsiteY71" fmla="*/ 4444346 h 6858000"/>
              <a:gd name="connsiteX72" fmla="*/ 756542 w 1605470"/>
              <a:gd name="connsiteY72" fmla="*/ 4350346 h 6858000"/>
              <a:gd name="connsiteX73" fmla="*/ 715481 w 1605470"/>
              <a:gd name="connsiteY73" fmla="*/ 4214165 h 6858000"/>
              <a:gd name="connsiteX74" fmla="*/ 719554 w 1605470"/>
              <a:gd name="connsiteY74" fmla="*/ 4090296 h 6858000"/>
              <a:gd name="connsiteX75" fmla="*/ 704810 w 1605470"/>
              <a:gd name="connsiteY75" fmla="*/ 4033999 h 6858000"/>
              <a:gd name="connsiteX76" fmla="*/ 705959 w 1605470"/>
              <a:gd name="connsiteY76" fmla="*/ 4031933 h 6858000"/>
              <a:gd name="connsiteX77" fmla="*/ 704535 w 1605470"/>
              <a:gd name="connsiteY77" fmla="*/ 4013953 h 6858000"/>
              <a:gd name="connsiteX78" fmla="*/ 700443 w 1605470"/>
              <a:gd name="connsiteY78" fmla="*/ 4010511 h 6858000"/>
              <a:gd name="connsiteX79" fmla="*/ 698282 w 1605470"/>
              <a:gd name="connsiteY79" fmla="*/ 3998331 h 6858000"/>
              <a:gd name="connsiteX80" fmla="*/ 690830 w 1605470"/>
              <a:gd name="connsiteY80" fmla="*/ 3974753 h 6858000"/>
              <a:gd name="connsiteX81" fmla="*/ 692428 w 1605470"/>
              <a:gd name="connsiteY81" fmla="*/ 3969950 h 6858000"/>
              <a:gd name="connsiteX82" fmla="*/ 685850 w 1605470"/>
              <a:gd name="connsiteY82" fmla="*/ 3933779 h 6858000"/>
              <a:gd name="connsiteX83" fmla="*/ 687181 w 1605470"/>
              <a:gd name="connsiteY83" fmla="*/ 3933093 h 6858000"/>
              <a:gd name="connsiteX84" fmla="*/ 691535 w 1605470"/>
              <a:gd name="connsiteY84" fmla="*/ 3922082 h 6858000"/>
              <a:gd name="connsiteX85" fmla="*/ 696613 w 1605470"/>
              <a:gd name="connsiteY85" fmla="*/ 3901461 h 6858000"/>
              <a:gd name="connsiteX86" fmla="*/ 719207 w 1605470"/>
              <a:gd name="connsiteY86" fmla="*/ 3813873 h 6858000"/>
              <a:gd name="connsiteX87" fmla="*/ 718632 w 1605470"/>
              <a:gd name="connsiteY87" fmla="*/ 3806161 h 6858000"/>
              <a:gd name="connsiteX88" fmla="*/ 718939 w 1605470"/>
              <a:gd name="connsiteY88" fmla="*/ 3805957 h 6858000"/>
              <a:gd name="connsiteX89" fmla="*/ 718966 w 1605470"/>
              <a:gd name="connsiteY89" fmla="*/ 3797724 h 6858000"/>
              <a:gd name="connsiteX90" fmla="*/ 717581 w 1605470"/>
              <a:gd name="connsiteY90" fmla="*/ 3792098 h 6858000"/>
              <a:gd name="connsiteX91" fmla="*/ 716465 w 1605470"/>
              <a:gd name="connsiteY91" fmla="*/ 3777135 h 6858000"/>
              <a:gd name="connsiteX92" fmla="*/ 718198 w 1605470"/>
              <a:gd name="connsiteY92" fmla="*/ 3771656 h 6858000"/>
              <a:gd name="connsiteX93" fmla="*/ 721941 w 1605470"/>
              <a:gd name="connsiteY93" fmla="*/ 3769007 h 6858000"/>
              <a:gd name="connsiteX94" fmla="*/ 721407 w 1605470"/>
              <a:gd name="connsiteY94" fmla="*/ 3767709 h 6858000"/>
              <a:gd name="connsiteX95" fmla="*/ 730103 w 1605470"/>
              <a:gd name="connsiteY95" fmla="*/ 3738082 h 6858000"/>
              <a:gd name="connsiteX96" fmla="*/ 737449 w 1605470"/>
              <a:gd name="connsiteY96" fmla="*/ 3673397 h 6858000"/>
              <a:gd name="connsiteX97" fmla="*/ 736745 w 1605470"/>
              <a:gd name="connsiteY97" fmla="*/ 3637109 h 6858000"/>
              <a:gd name="connsiteX98" fmla="*/ 740188 w 1605470"/>
              <a:gd name="connsiteY98" fmla="*/ 3536883 h 6858000"/>
              <a:gd name="connsiteX99" fmla="*/ 747726 w 1605470"/>
              <a:gd name="connsiteY99" fmla="*/ 3435652 h 6858000"/>
              <a:gd name="connsiteX100" fmla="*/ 774383 w 1605470"/>
              <a:gd name="connsiteY100" fmla="*/ 3381564 h 6858000"/>
              <a:gd name="connsiteX101" fmla="*/ 774870 w 1605470"/>
              <a:gd name="connsiteY101" fmla="*/ 3375761 h 6858000"/>
              <a:gd name="connsiteX102" fmla="*/ 770510 w 1605470"/>
              <a:gd name="connsiteY102" fmla="*/ 3361844 h 6858000"/>
              <a:gd name="connsiteX103" fmla="*/ 767933 w 1605470"/>
              <a:gd name="connsiteY103" fmla="*/ 3356929 h 6858000"/>
              <a:gd name="connsiteX104" fmla="*/ 766158 w 1605470"/>
              <a:gd name="connsiteY104" fmla="*/ 3349058 h 6858000"/>
              <a:gd name="connsiteX105" fmla="*/ 766414 w 1605470"/>
              <a:gd name="connsiteY105" fmla="*/ 3348763 h 6858000"/>
              <a:gd name="connsiteX106" fmla="*/ 764166 w 1605470"/>
              <a:gd name="connsiteY106" fmla="*/ 3341588 h 6858000"/>
              <a:gd name="connsiteX107" fmla="*/ 749397 w 1605470"/>
              <a:gd name="connsiteY107" fmla="*/ 3307769 h 6858000"/>
              <a:gd name="connsiteX108" fmla="*/ 766960 w 1605470"/>
              <a:gd name="connsiteY108" fmla="*/ 3250522 h 6858000"/>
              <a:gd name="connsiteX109" fmla="*/ 767385 w 1605470"/>
              <a:gd name="connsiteY109" fmla="*/ 3229163 h 6858000"/>
              <a:gd name="connsiteX110" fmla="*/ 769208 w 1605470"/>
              <a:gd name="connsiteY110" fmla="*/ 3217217 h 6858000"/>
              <a:gd name="connsiteX111" fmla="*/ 770350 w 1605470"/>
              <a:gd name="connsiteY111" fmla="*/ 3216125 h 6858000"/>
              <a:gd name="connsiteX112" fmla="*/ 756043 w 1605470"/>
              <a:gd name="connsiteY112" fmla="*/ 3183755 h 6858000"/>
              <a:gd name="connsiteX113" fmla="*/ 756544 w 1605470"/>
              <a:gd name="connsiteY113" fmla="*/ 3178642 h 6858000"/>
              <a:gd name="connsiteX114" fmla="*/ 744144 w 1605470"/>
              <a:gd name="connsiteY114" fmla="*/ 3158586 h 6858000"/>
              <a:gd name="connsiteX115" fmla="*/ 739378 w 1605470"/>
              <a:gd name="connsiteY115" fmla="*/ 3147669 h 6858000"/>
              <a:gd name="connsiteX116" fmla="*/ 734648 w 1605470"/>
              <a:gd name="connsiteY116" fmla="*/ 3145733 h 6858000"/>
              <a:gd name="connsiteX117" fmla="*/ 729329 w 1605470"/>
              <a:gd name="connsiteY117" fmla="*/ 3129034 h 6858000"/>
              <a:gd name="connsiteX118" fmla="*/ 729994 w 1605470"/>
              <a:gd name="connsiteY118" fmla="*/ 3126682 h 6858000"/>
              <a:gd name="connsiteX119" fmla="*/ 720862 w 1605470"/>
              <a:gd name="connsiteY119" fmla="*/ 3114519 h 6858000"/>
              <a:gd name="connsiteX120" fmla="*/ 707471 w 1605470"/>
              <a:gd name="connsiteY120" fmla="*/ 3106272 h 6858000"/>
              <a:gd name="connsiteX121" fmla="*/ 680201 w 1605470"/>
              <a:gd name="connsiteY121" fmla="*/ 2958185 h 6858000"/>
              <a:gd name="connsiteX122" fmla="*/ 622815 w 1605470"/>
              <a:gd name="connsiteY122" fmla="*/ 2762989 h 6858000"/>
              <a:gd name="connsiteX123" fmla="*/ 571733 w 1605470"/>
              <a:gd name="connsiteY123" fmla="*/ 2554718 h 6858000"/>
              <a:gd name="connsiteX124" fmla="*/ 551827 w 1605470"/>
              <a:gd name="connsiteY124" fmla="*/ 2485734 h 6858000"/>
              <a:gd name="connsiteX125" fmla="*/ 542550 w 1605470"/>
              <a:gd name="connsiteY125" fmla="*/ 2447068 h 6858000"/>
              <a:gd name="connsiteX126" fmla="*/ 529511 w 1605470"/>
              <a:gd name="connsiteY126" fmla="*/ 2425819 h 6858000"/>
              <a:gd name="connsiteX127" fmla="*/ 528878 w 1605470"/>
              <a:gd name="connsiteY127" fmla="*/ 2408971 h 6858000"/>
              <a:gd name="connsiteX128" fmla="*/ 535510 w 1605470"/>
              <a:gd name="connsiteY128" fmla="*/ 2402874 h 6858000"/>
              <a:gd name="connsiteX129" fmla="*/ 538122 w 1605470"/>
              <a:gd name="connsiteY129" fmla="*/ 2381443 h 6858000"/>
              <a:gd name="connsiteX130" fmla="*/ 514451 w 1605470"/>
              <a:gd name="connsiteY130" fmla="*/ 2261920 h 6858000"/>
              <a:gd name="connsiteX131" fmla="*/ 486968 w 1605470"/>
              <a:gd name="connsiteY131" fmla="*/ 2182937 h 6858000"/>
              <a:gd name="connsiteX132" fmla="*/ 488555 w 1605470"/>
              <a:gd name="connsiteY132" fmla="*/ 2155135 h 6858000"/>
              <a:gd name="connsiteX133" fmla="*/ 486013 w 1605470"/>
              <a:gd name="connsiteY133" fmla="*/ 2118008 h 6858000"/>
              <a:gd name="connsiteX134" fmla="*/ 487006 w 1605470"/>
              <a:gd name="connsiteY134" fmla="*/ 2050531 h 6858000"/>
              <a:gd name="connsiteX135" fmla="*/ 478812 w 1605470"/>
              <a:gd name="connsiteY135" fmla="*/ 1963269 h 6858000"/>
              <a:gd name="connsiteX136" fmla="*/ 442619 w 1605470"/>
              <a:gd name="connsiteY136" fmla="*/ 1910499 h 6858000"/>
              <a:gd name="connsiteX137" fmla="*/ 446785 w 1605470"/>
              <a:gd name="connsiteY137" fmla="*/ 1903212 h 6858000"/>
              <a:gd name="connsiteX138" fmla="*/ 436547 w 1605470"/>
              <a:gd name="connsiteY138" fmla="*/ 1861531 h 6858000"/>
              <a:gd name="connsiteX139" fmla="*/ 390346 w 1605470"/>
              <a:gd name="connsiteY139" fmla="*/ 1732919 h 6858000"/>
              <a:gd name="connsiteX140" fmla="*/ 362657 w 1605470"/>
              <a:gd name="connsiteY140" fmla="*/ 1663540 h 6858000"/>
              <a:gd name="connsiteX141" fmla="*/ 361783 w 1605470"/>
              <a:gd name="connsiteY141" fmla="*/ 1615777 h 6858000"/>
              <a:gd name="connsiteX142" fmla="*/ 342578 w 1605470"/>
              <a:gd name="connsiteY142" fmla="*/ 1563678 h 6858000"/>
              <a:gd name="connsiteX143" fmla="*/ 355658 w 1605470"/>
              <a:gd name="connsiteY143" fmla="*/ 1519474 h 6858000"/>
              <a:gd name="connsiteX144" fmla="*/ 348400 w 1605470"/>
              <a:gd name="connsiteY144" fmla="*/ 1477995 h 6858000"/>
              <a:gd name="connsiteX145" fmla="*/ 334485 w 1605470"/>
              <a:gd name="connsiteY145" fmla="*/ 1373769 h 6858000"/>
              <a:gd name="connsiteX146" fmla="*/ 342792 w 1605470"/>
              <a:gd name="connsiteY146" fmla="*/ 1307086 h 6858000"/>
              <a:gd name="connsiteX147" fmla="*/ 343980 w 1605470"/>
              <a:gd name="connsiteY147" fmla="*/ 1189033 h 6858000"/>
              <a:gd name="connsiteX148" fmla="*/ 348665 w 1605470"/>
              <a:gd name="connsiteY148" fmla="*/ 1168288 h 6858000"/>
              <a:gd name="connsiteX149" fmla="*/ 340947 w 1605470"/>
              <a:gd name="connsiteY149" fmla="*/ 1142577 h 6858000"/>
              <a:gd name="connsiteX150" fmla="*/ 330253 w 1605470"/>
              <a:gd name="connsiteY150" fmla="*/ 1088484 h 6858000"/>
              <a:gd name="connsiteX151" fmla="*/ 318989 w 1605470"/>
              <a:gd name="connsiteY151" fmla="*/ 1016103 h 6858000"/>
              <a:gd name="connsiteX152" fmla="*/ 320445 w 1605470"/>
              <a:gd name="connsiteY152" fmla="*/ 932283 h 6858000"/>
              <a:gd name="connsiteX153" fmla="*/ 322681 w 1605470"/>
              <a:gd name="connsiteY153" fmla="*/ 915925 h 6858000"/>
              <a:gd name="connsiteX154" fmla="*/ 315310 w 1605470"/>
              <a:gd name="connsiteY154" fmla="*/ 896999 h 6858000"/>
              <a:gd name="connsiteX155" fmla="*/ 284718 w 1605470"/>
              <a:gd name="connsiteY155" fmla="*/ 821517 h 6858000"/>
              <a:gd name="connsiteX156" fmla="*/ 263668 w 1605470"/>
              <a:gd name="connsiteY156" fmla="*/ 751353 h 6858000"/>
              <a:gd name="connsiteX157" fmla="*/ 263226 w 1605470"/>
              <a:gd name="connsiteY157" fmla="*/ 721230 h 6858000"/>
              <a:gd name="connsiteX158" fmla="*/ 248897 w 1605470"/>
              <a:gd name="connsiteY158" fmla="*/ 681659 h 6858000"/>
              <a:gd name="connsiteX159" fmla="*/ 234316 w 1605470"/>
              <a:gd name="connsiteY159" fmla="*/ 635218 h 6858000"/>
              <a:gd name="connsiteX160" fmla="*/ 239327 w 1605470"/>
              <a:gd name="connsiteY160" fmla="*/ 613763 h 6858000"/>
              <a:gd name="connsiteX161" fmla="*/ 225269 w 1605470"/>
              <a:gd name="connsiteY161" fmla="*/ 598582 h 6858000"/>
              <a:gd name="connsiteX162" fmla="*/ 224950 w 1605470"/>
              <a:gd name="connsiteY162" fmla="*/ 576846 h 6858000"/>
              <a:gd name="connsiteX163" fmla="*/ 204576 w 1605470"/>
              <a:gd name="connsiteY163" fmla="*/ 530055 h 6858000"/>
              <a:gd name="connsiteX164" fmla="*/ 219064 w 1605470"/>
              <a:gd name="connsiteY164" fmla="*/ 469651 h 6858000"/>
              <a:gd name="connsiteX165" fmla="*/ 195012 w 1605470"/>
              <a:gd name="connsiteY165" fmla="*/ 448559 h 6858000"/>
              <a:gd name="connsiteX166" fmla="*/ 201434 w 1605470"/>
              <a:gd name="connsiteY166" fmla="*/ 441529 h 6858000"/>
              <a:gd name="connsiteX167" fmla="*/ 200655 w 1605470"/>
              <a:gd name="connsiteY167" fmla="*/ 428927 h 6858000"/>
              <a:gd name="connsiteX168" fmla="*/ 190059 w 1605470"/>
              <a:gd name="connsiteY168" fmla="*/ 430161 h 6858000"/>
              <a:gd name="connsiteX169" fmla="*/ 167079 w 1605470"/>
              <a:gd name="connsiteY169" fmla="*/ 367211 h 6858000"/>
              <a:gd name="connsiteX170" fmla="*/ 124571 w 1605470"/>
              <a:gd name="connsiteY170" fmla="*/ 302178 h 6858000"/>
              <a:gd name="connsiteX171" fmla="*/ 103243 w 1605470"/>
              <a:gd name="connsiteY171" fmla="*/ 211375 h 6858000"/>
              <a:gd name="connsiteX172" fmla="*/ 94571 w 1605470"/>
              <a:gd name="connsiteY172" fmla="*/ 184179 h 6858000"/>
              <a:gd name="connsiteX173" fmla="*/ 13437 w 1605470"/>
              <a:gd name="connsiteY173" fmla="*/ 19287 h 6858000"/>
              <a:gd name="connsiteX174" fmla="*/ 0 w 1605470"/>
              <a:gd name="connsiteY17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87214 w 1605470"/>
              <a:gd name="connsiteY41" fmla="*/ 5451511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63084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91557 w 1605470"/>
              <a:gd name="connsiteY40" fmla="*/ 5476393 h 6858000"/>
              <a:gd name="connsiteX41" fmla="*/ 622750 w 1605470"/>
              <a:gd name="connsiteY41" fmla="*/ 5396260 h 6858000"/>
              <a:gd name="connsiteX42" fmla="*/ 638731 w 1605470"/>
              <a:gd name="connsiteY42" fmla="*/ 5330009 h 6858000"/>
              <a:gd name="connsiteX43" fmla="*/ 672224 w 1605470"/>
              <a:gd name="connsiteY43" fmla="*/ 5273739 h 6858000"/>
              <a:gd name="connsiteX44" fmla="*/ 681823 w 1605470"/>
              <a:gd name="connsiteY44" fmla="*/ 5241779 h 6858000"/>
              <a:gd name="connsiteX45" fmla="*/ 693049 w 1605470"/>
              <a:gd name="connsiteY45" fmla="*/ 5225268 h 6858000"/>
              <a:gd name="connsiteX46" fmla="*/ 694069 w 1605470"/>
              <a:gd name="connsiteY46" fmla="*/ 5217684 h 6858000"/>
              <a:gd name="connsiteX47" fmla="*/ 701410 w 1605470"/>
              <a:gd name="connsiteY47" fmla="*/ 5193377 h 6858000"/>
              <a:gd name="connsiteX48" fmla="*/ 704713 w 1605470"/>
              <a:gd name="connsiteY48" fmla="*/ 5179288 h 6858000"/>
              <a:gd name="connsiteX49" fmla="*/ 705697 w 1605470"/>
              <a:gd name="connsiteY49" fmla="*/ 5173621 h 6858000"/>
              <a:gd name="connsiteX50" fmla="*/ 701331 w 1605470"/>
              <a:gd name="connsiteY50" fmla="*/ 5159961 h 6858000"/>
              <a:gd name="connsiteX51" fmla="*/ 708008 w 1605470"/>
              <a:gd name="connsiteY51" fmla="*/ 5144295 h 6858000"/>
              <a:gd name="connsiteX52" fmla="*/ 704941 w 1605470"/>
              <a:gd name="connsiteY52" fmla="*/ 5125185 h 6858000"/>
              <a:gd name="connsiteX53" fmla="*/ 711771 w 1605470"/>
              <a:gd name="connsiteY53" fmla="*/ 5121884 h 6858000"/>
              <a:gd name="connsiteX54" fmla="*/ 718807 w 1605470"/>
              <a:gd name="connsiteY54" fmla="*/ 5067850 h 6858000"/>
              <a:gd name="connsiteX55" fmla="*/ 721538 w 1605470"/>
              <a:gd name="connsiteY55" fmla="*/ 5060861 h 6858000"/>
              <a:gd name="connsiteX56" fmla="*/ 718242 w 1605470"/>
              <a:gd name="connsiteY56" fmla="*/ 5034192 h 6858000"/>
              <a:gd name="connsiteX57" fmla="*/ 719796 w 1605470"/>
              <a:gd name="connsiteY57" fmla="*/ 4993030 h 6858000"/>
              <a:gd name="connsiteX58" fmla="*/ 726705 w 1605470"/>
              <a:gd name="connsiteY58" fmla="*/ 4946844 h 6858000"/>
              <a:gd name="connsiteX59" fmla="*/ 722561 w 1605470"/>
              <a:gd name="connsiteY59" fmla="*/ 4932692 h 6858000"/>
              <a:gd name="connsiteX60" fmla="*/ 737964 w 1605470"/>
              <a:gd name="connsiteY60" fmla="*/ 4858827 h 6858000"/>
              <a:gd name="connsiteX61" fmla="*/ 732118 w 1605470"/>
              <a:gd name="connsiteY61" fmla="*/ 4801535 h 6858000"/>
              <a:gd name="connsiteX62" fmla="*/ 739787 w 1605470"/>
              <a:gd name="connsiteY62" fmla="*/ 4797794 h 6858000"/>
              <a:gd name="connsiteX63" fmla="*/ 741081 w 1605470"/>
              <a:gd name="connsiteY63" fmla="*/ 4784526 h 6858000"/>
              <a:gd name="connsiteX64" fmla="*/ 742865 w 1605470"/>
              <a:gd name="connsiteY64" fmla="*/ 4781211 h 6858000"/>
              <a:gd name="connsiteX65" fmla="*/ 751652 w 1605470"/>
              <a:gd name="connsiteY65" fmla="*/ 4761984 h 6858000"/>
              <a:gd name="connsiteX66" fmla="*/ 747700 w 1605470"/>
              <a:gd name="connsiteY66" fmla="*/ 4690749 h 6858000"/>
              <a:gd name="connsiteX67" fmla="*/ 743180 w 1605470"/>
              <a:gd name="connsiteY67" fmla="*/ 4584173 h 6858000"/>
              <a:gd name="connsiteX68" fmla="*/ 738263 w 1605470"/>
              <a:gd name="connsiteY68" fmla="*/ 4444346 h 6858000"/>
              <a:gd name="connsiteX69" fmla="*/ 734828 w 1605470"/>
              <a:gd name="connsiteY69" fmla="*/ 4375228 h 6858000"/>
              <a:gd name="connsiteX70" fmla="*/ 715481 w 1605470"/>
              <a:gd name="connsiteY70" fmla="*/ 4214165 h 6858000"/>
              <a:gd name="connsiteX71" fmla="*/ 719554 w 1605470"/>
              <a:gd name="connsiteY71" fmla="*/ 4090296 h 6858000"/>
              <a:gd name="connsiteX72" fmla="*/ 704810 w 1605470"/>
              <a:gd name="connsiteY72" fmla="*/ 4033999 h 6858000"/>
              <a:gd name="connsiteX73" fmla="*/ 705959 w 1605470"/>
              <a:gd name="connsiteY73" fmla="*/ 4031933 h 6858000"/>
              <a:gd name="connsiteX74" fmla="*/ 704535 w 1605470"/>
              <a:gd name="connsiteY74" fmla="*/ 4013953 h 6858000"/>
              <a:gd name="connsiteX75" fmla="*/ 700443 w 1605470"/>
              <a:gd name="connsiteY75" fmla="*/ 4010511 h 6858000"/>
              <a:gd name="connsiteX76" fmla="*/ 698282 w 1605470"/>
              <a:gd name="connsiteY76" fmla="*/ 3998331 h 6858000"/>
              <a:gd name="connsiteX77" fmla="*/ 690830 w 1605470"/>
              <a:gd name="connsiteY77" fmla="*/ 3974753 h 6858000"/>
              <a:gd name="connsiteX78" fmla="*/ 692428 w 1605470"/>
              <a:gd name="connsiteY78" fmla="*/ 3969950 h 6858000"/>
              <a:gd name="connsiteX79" fmla="*/ 685850 w 1605470"/>
              <a:gd name="connsiteY79" fmla="*/ 3933779 h 6858000"/>
              <a:gd name="connsiteX80" fmla="*/ 687181 w 1605470"/>
              <a:gd name="connsiteY80" fmla="*/ 3933093 h 6858000"/>
              <a:gd name="connsiteX81" fmla="*/ 691535 w 1605470"/>
              <a:gd name="connsiteY81" fmla="*/ 3922082 h 6858000"/>
              <a:gd name="connsiteX82" fmla="*/ 696613 w 1605470"/>
              <a:gd name="connsiteY82" fmla="*/ 3901461 h 6858000"/>
              <a:gd name="connsiteX83" fmla="*/ 719207 w 1605470"/>
              <a:gd name="connsiteY83" fmla="*/ 3813873 h 6858000"/>
              <a:gd name="connsiteX84" fmla="*/ 718632 w 1605470"/>
              <a:gd name="connsiteY84" fmla="*/ 3806161 h 6858000"/>
              <a:gd name="connsiteX85" fmla="*/ 718939 w 1605470"/>
              <a:gd name="connsiteY85" fmla="*/ 3805957 h 6858000"/>
              <a:gd name="connsiteX86" fmla="*/ 718966 w 1605470"/>
              <a:gd name="connsiteY86" fmla="*/ 3797724 h 6858000"/>
              <a:gd name="connsiteX87" fmla="*/ 717581 w 1605470"/>
              <a:gd name="connsiteY87" fmla="*/ 3792098 h 6858000"/>
              <a:gd name="connsiteX88" fmla="*/ 716465 w 1605470"/>
              <a:gd name="connsiteY88" fmla="*/ 3777135 h 6858000"/>
              <a:gd name="connsiteX89" fmla="*/ 718198 w 1605470"/>
              <a:gd name="connsiteY89" fmla="*/ 3771656 h 6858000"/>
              <a:gd name="connsiteX90" fmla="*/ 721941 w 1605470"/>
              <a:gd name="connsiteY90" fmla="*/ 3769007 h 6858000"/>
              <a:gd name="connsiteX91" fmla="*/ 721407 w 1605470"/>
              <a:gd name="connsiteY91" fmla="*/ 3767709 h 6858000"/>
              <a:gd name="connsiteX92" fmla="*/ 730103 w 1605470"/>
              <a:gd name="connsiteY92" fmla="*/ 3738082 h 6858000"/>
              <a:gd name="connsiteX93" fmla="*/ 737449 w 1605470"/>
              <a:gd name="connsiteY93" fmla="*/ 3673397 h 6858000"/>
              <a:gd name="connsiteX94" fmla="*/ 736745 w 1605470"/>
              <a:gd name="connsiteY94" fmla="*/ 3637109 h 6858000"/>
              <a:gd name="connsiteX95" fmla="*/ 740188 w 1605470"/>
              <a:gd name="connsiteY95" fmla="*/ 3536883 h 6858000"/>
              <a:gd name="connsiteX96" fmla="*/ 747726 w 1605470"/>
              <a:gd name="connsiteY96" fmla="*/ 3435652 h 6858000"/>
              <a:gd name="connsiteX97" fmla="*/ 774383 w 1605470"/>
              <a:gd name="connsiteY97" fmla="*/ 3381564 h 6858000"/>
              <a:gd name="connsiteX98" fmla="*/ 774870 w 1605470"/>
              <a:gd name="connsiteY98" fmla="*/ 3375761 h 6858000"/>
              <a:gd name="connsiteX99" fmla="*/ 770510 w 1605470"/>
              <a:gd name="connsiteY99" fmla="*/ 3361844 h 6858000"/>
              <a:gd name="connsiteX100" fmla="*/ 767933 w 1605470"/>
              <a:gd name="connsiteY100" fmla="*/ 3356929 h 6858000"/>
              <a:gd name="connsiteX101" fmla="*/ 766158 w 1605470"/>
              <a:gd name="connsiteY101" fmla="*/ 3349058 h 6858000"/>
              <a:gd name="connsiteX102" fmla="*/ 766414 w 1605470"/>
              <a:gd name="connsiteY102" fmla="*/ 3348763 h 6858000"/>
              <a:gd name="connsiteX103" fmla="*/ 764166 w 1605470"/>
              <a:gd name="connsiteY103" fmla="*/ 3341588 h 6858000"/>
              <a:gd name="connsiteX104" fmla="*/ 749397 w 1605470"/>
              <a:gd name="connsiteY104" fmla="*/ 3307769 h 6858000"/>
              <a:gd name="connsiteX105" fmla="*/ 766960 w 1605470"/>
              <a:gd name="connsiteY105" fmla="*/ 3250522 h 6858000"/>
              <a:gd name="connsiteX106" fmla="*/ 767385 w 1605470"/>
              <a:gd name="connsiteY106" fmla="*/ 3229163 h 6858000"/>
              <a:gd name="connsiteX107" fmla="*/ 769208 w 1605470"/>
              <a:gd name="connsiteY107" fmla="*/ 3217217 h 6858000"/>
              <a:gd name="connsiteX108" fmla="*/ 770350 w 1605470"/>
              <a:gd name="connsiteY108" fmla="*/ 3216125 h 6858000"/>
              <a:gd name="connsiteX109" fmla="*/ 756043 w 1605470"/>
              <a:gd name="connsiteY109" fmla="*/ 3183755 h 6858000"/>
              <a:gd name="connsiteX110" fmla="*/ 756544 w 1605470"/>
              <a:gd name="connsiteY110" fmla="*/ 3178642 h 6858000"/>
              <a:gd name="connsiteX111" fmla="*/ 744144 w 1605470"/>
              <a:gd name="connsiteY111" fmla="*/ 3158586 h 6858000"/>
              <a:gd name="connsiteX112" fmla="*/ 739378 w 1605470"/>
              <a:gd name="connsiteY112" fmla="*/ 3147669 h 6858000"/>
              <a:gd name="connsiteX113" fmla="*/ 734648 w 1605470"/>
              <a:gd name="connsiteY113" fmla="*/ 3145733 h 6858000"/>
              <a:gd name="connsiteX114" fmla="*/ 729329 w 1605470"/>
              <a:gd name="connsiteY114" fmla="*/ 3129034 h 6858000"/>
              <a:gd name="connsiteX115" fmla="*/ 729994 w 1605470"/>
              <a:gd name="connsiteY115" fmla="*/ 3126682 h 6858000"/>
              <a:gd name="connsiteX116" fmla="*/ 720862 w 1605470"/>
              <a:gd name="connsiteY116" fmla="*/ 3114519 h 6858000"/>
              <a:gd name="connsiteX117" fmla="*/ 707471 w 1605470"/>
              <a:gd name="connsiteY117" fmla="*/ 3106272 h 6858000"/>
              <a:gd name="connsiteX118" fmla="*/ 680201 w 1605470"/>
              <a:gd name="connsiteY118" fmla="*/ 2958185 h 6858000"/>
              <a:gd name="connsiteX119" fmla="*/ 622815 w 1605470"/>
              <a:gd name="connsiteY119" fmla="*/ 2762989 h 6858000"/>
              <a:gd name="connsiteX120" fmla="*/ 571733 w 1605470"/>
              <a:gd name="connsiteY120" fmla="*/ 2554718 h 6858000"/>
              <a:gd name="connsiteX121" fmla="*/ 551827 w 1605470"/>
              <a:gd name="connsiteY121" fmla="*/ 2485734 h 6858000"/>
              <a:gd name="connsiteX122" fmla="*/ 542550 w 1605470"/>
              <a:gd name="connsiteY122" fmla="*/ 2447068 h 6858000"/>
              <a:gd name="connsiteX123" fmla="*/ 529511 w 1605470"/>
              <a:gd name="connsiteY123" fmla="*/ 2425819 h 6858000"/>
              <a:gd name="connsiteX124" fmla="*/ 528878 w 1605470"/>
              <a:gd name="connsiteY124" fmla="*/ 2408971 h 6858000"/>
              <a:gd name="connsiteX125" fmla="*/ 535510 w 1605470"/>
              <a:gd name="connsiteY125" fmla="*/ 2402874 h 6858000"/>
              <a:gd name="connsiteX126" fmla="*/ 538122 w 1605470"/>
              <a:gd name="connsiteY126" fmla="*/ 2381443 h 6858000"/>
              <a:gd name="connsiteX127" fmla="*/ 514451 w 1605470"/>
              <a:gd name="connsiteY127" fmla="*/ 2261920 h 6858000"/>
              <a:gd name="connsiteX128" fmla="*/ 504338 w 1605470"/>
              <a:gd name="connsiteY128" fmla="*/ 2195378 h 6858000"/>
              <a:gd name="connsiteX129" fmla="*/ 488555 w 1605470"/>
              <a:gd name="connsiteY129" fmla="*/ 2155135 h 6858000"/>
              <a:gd name="connsiteX130" fmla="*/ 486013 w 1605470"/>
              <a:gd name="connsiteY130" fmla="*/ 2118008 h 6858000"/>
              <a:gd name="connsiteX131" fmla="*/ 487006 w 1605470"/>
              <a:gd name="connsiteY131" fmla="*/ 2050531 h 6858000"/>
              <a:gd name="connsiteX132" fmla="*/ 478812 w 1605470"/>
              <a:gd name="connsiteY132" fmla="*/ 1963269 h 6858000"/>
              <a:gd name="connsiteX133" fmla="*/ 459990 w 1605470"/>
              <a:gd name="connsiteY133" fmla="*/ 1906352 h 6858000"/>
              <a:gd name="connsiteX134" fmla="*/ 436547 w 1605470"/>
              <a:gd name="connsiteY134" fmla="*/ 1861531 h 6858000"/>
              <a:gd name="connsiteX135" fmla="*/ 390346 w 1605470"/>
              <a:gd name="connsiteY135" fmla="*/ 1732919 h 6858000"/>
              <a:gd name="connsiteX136" fmla="*/ 362657 w 1605470"/>
              <a:gd name="connsiteY136" fmla="*/ 1663540 h 6858000"/>
              <a:gd name="connsiteX137" fmla="*/ 361783 w 1605470"/>
              <a:gd name="connsiteY137" fmla="*/ 1615777 h 6858000"/>
              <a:gd name="connsiteX138" fmla="*/ 342578 w 1605470"/>
              <a:gd name="connsiteY138" fmla="*/ 1563678 h 6858000"/>
              <a:gd name="connsiteX139" fmla="*/ 355658 w 1605470"/>
              <a:gd name="connsiteY139" fmla="*/ 1519474 h 6858000"/>
              <a:gd name="connsiteX140" fmla="*/ 348400 w 1605470"/>
              <a:gd name="connsiteY140" fmla="*/ 1477995 h 6858000"/>
              <a:gd name="connsiteX141" fmla="*/ 334485 w 1605470"/>
              <a:gd name="connsiteY141" fmla="*/ 1373769 h 6858000"/>
              <a:gd name="connsiteX142" fmla="*/ 342792 w 1605470"/>
              <a:gd name="connsiteY142" fmla="*/ 1307086 h 6858000"/>
              <a:gd name="connsiteX143" fmla="*/ 343980 w 1605470"/>
              <a:gd name="connsiteY143" fmla="*/ 1189033 h 6858000"/>
              <a:gd name="connsiteX144" fmla="*/ 348665 w 1605470"/>
              <a:gd name="connsiteY144" fmla="*/ 1168288 h 6858000"/>
              <a:gd name="connsiteX145" fmla="*/ 340947 w 1605470"/>
              <a:gd name="connsiteY145" fmla="*/ 1142577 h 6858000"/>
              <a:gd name="connsiteX146" fmla="*/ 330253 w 1605470"/>
              <a:gd name="connsiteY146" fmla="*/ 1088484 h 6858000"/>
              <a:gd name="connsiteX147" fmla="*/ 318989 w 1605470"/>
              <a:gd name="connsiteY147" fmla="*/ 1016103 h 6858000"/>
              <a:gd name="connsiteX148" fmla="*/ 320445 w 1605470"/>
              <a:gd name="connsiteY148" fmla="*/ 932283 h 6858000"/>
              <a:gd name="connsiteX149" fmla="*/ 322681 w 1605470"/>
              <a:gd name="connsiteY149" fmla="*/ 915925 h 6858000"/>
              <a:gd name="connsiteX150" fmla="*/ 315310 w 1605470"/>
              <a:gd name="connsiteY150" fmla="*/ 896999 h 6858000"/>
              <a:gd name="connsiteX151" fmla="*/ 284718 w 1605470"/>
              <a:gd name="connsiteY151" fmla="*/ 821517 h 6858000"/>
              <a:gd name="connsiteX152" fmla="*/ 263668 w 1605470"/>
              <a:gd name="connsiteY152" fmla="*/ 751353 h 6858000"/>
              <a:gd name="connsiteX153" fmla="*/ 263226 w 1605470"/>
              <a:gd name="connsiteY153" fmla="*/ 721230 h 6858000"/>
              <a:gd name="connsiteX154" fmla="*/ 248897 w 1605470"/>
              <a:gd name="connsiteY154" fmla="*/ 681659 h 6858000"/>
              <a:gd name="connsiteX155" fmla="*/ 234316 w 1605470"/>
              <a:gd name="connsiteY155" fmla="*/ 635218 h 6858000"/>
              <a:gd name="connsiteX156" fmla="*/ 239327 w 1605470"/>
              <a:gd name="connsiteY156" fmla="*/ 613763 h 6858000"/>
              <a:gd name="connsiteX157" fmla="*/ 225269 w 1605470"/>
              <a:gd name="connsiteY157" fmla="*/ 598582 h 6858000"/>
              <a:gd name="connsiteX158" fmla="*/ 224950 w 1605470"/>
              <a:gd name="connsiteY158" fmla="*/ 576846 h 6858000"/>
              <a:gd name="connsiteX159" fmla="*/ 204576 w 1605470"/>
              <a:gd name="connsiteY159" fmla="*/ 530055 h 6858000"/>
              <a:gd name="connsiteX160" fmla="*/ 219064 w 1605470"/>
              <a:gd name="connsiteY160" fmla="*/ 469651 h 6858000"/>
              <a:gd name="connsiteX161" fmla="*/ 195012 w 1605470"/>
              <a:gd name="connsiteY161" fmla="*/ 448559 h 6858000"/>
              <a:gd name="connsiteX162" fmla="*/ 201434 w 1605470"/>
              <a:gd name="connsiteY162" fmla="*/ 441529 h 6858000"/>
              <a:gd name="connsiteX163" fmla="*/ 200655 w 1605470"/>
              <a:gd name="connsiteY163" fmla="*/ 428927 h 6858000"/>
              <a:gd name="connsiteX164" fmla="*/ 190059 w 1605470"/>
              <a:gd name="connsiteY164" fmla="*/ 430161 h 6858000"/>
              <a:gd name="connsiteX165" fmla="*/ 167079 w 1605470"/>
              <a:gd name="connsiteY165" fmla="*/ 367211 h 6858000"/>
              <a:gd name="connsiteX166" fmla="*/ 124571 w 1605470"/>
              <a:gd name="connsiteY166" fmla="*/ 302178 h 6858000"/>
              <a:gd name="connsiteX167" fmla="*/ 103243 w 1605470"/>
              <a:gd name="connsiteY167" fmla="*/ 211375 h 6858000"/>
              <a:gd name="connsiteX168" fmla="*/ 94571 w 1605470"/>
              <a:gd name="connsiteY168" fmla="*/ 184179 h 6858000"/>
              <a:gd name="connsiteX169" fmla="*/ 13437 w 1605470"/>
              <a:gd name="connsiteY169" fmla="*/ 19287 h 6858000"/>
              <a:gd name="connsiteX170" fmla="*/ 0 w 1605470"/>
              <a:gd name="connsiteY17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7933 w 1605470"/>
              <a:gd name="connsiteY98" fmla="*/ 3356929 h 6858000"/>
              <a:gd name="connsiteX99" fmla="*/ 766158 w 1605470"/>
              <a:gd name="connsiteY99" fmla="*/ 3349058 h 6858000"/>
              <a:gd name="connsiteX100" fmla="*/ 766414 w 1605470"/>
              <a:gd name="connsiteY100" fmla="*/ 3348763 h 6858000"/>
              <a:gd name="connsiteX101" fmla="*/ 764166 w 1605470"/>
              <a:gd name="connsiteY101" fmla="*/ 3341588 h 6858000"/>
              <a:gd name="connsiteX102" fmla="*/ 749397 w 1605470"/>
              <a:gd name="connsiteY102" fmla="*/ 3307769 h 6858000"/>
              <a:gd name="connsiteX103" fmla="*/ 766960 w 1605470"/>
              <a:gd name="connsiteY103" fmla="*/ 3250522 h 6858000"/>
              <a:gd name="connsiteX104" fmla="*/ 767385 w 1605470"/>
              <a:gd name="connsiteY104" fmla="*/ 3229163 h 6858000"/>
              <a:gd name="connsiteX105" fmla="*/ 769208 w 1605470"/>
              <a:gd name="connsiteY105" fmla="*/ 3217217 h 6858000"/>
              <a:gd name="connsiteX106" fmla="*/ 770350 w 1605470"/>
              <a:gd name="connsiteY106" fmla="*/ 3216125 h 6858000"/>
              <a:gd name="connsiteX107" fmla="*/ 756043 w 1605470"/>
              <a:gd name="connsiteY107" fmla="*/ 3183755 h 6858000"/>
              <a:gd name="connsiteX108" fmla="*/ 756544 w 1605470"/>
              <a:gd name="connsiteY108" fmla="*/ 3178642 h 6858000"/>
              <a:gd name="connsiteX109" fmla="*/ 744144 w 1605470"/>
              <a:gd name="connsiteY109" fmla="*/ 3158586 h 6858000"/>
              <a:gd name="connsiteX110" fmla="*/ 739378 w 1605470"/>
              <a:gd name="connsiteY110" fmla="*/ 3147669 h 6858000"/>
              <a:gd name="connsiteX111" fmla="*/ 734648 w 1605470"/>
              <a:gd name="connsiteY111" fmla="*/ 3145733 h 6858000"/>
              <a:gd name="connsiteX112" fmla="*/ 729329 w 1605470"/>
              <a:gd name="connsiteY112" fmla="*/ 3129034 h 6858000"/>
              <a:gd name="connsiteX113" fmla="*/ 729994 w 1605470"/>
              <a:gd name="connsiteY113" fmla="*/ 3126682 h 6858000"/>
              <a:gd name="connsiteX114" fmla="*/ 720862 w 1605470"/>
              <a:gd name="connsiteY114" fmla="*/ 3114519 h 6858000"/>
              <a:gd name="connsiteX115" fmla="*/ 707471 w 1605470"/>
              <a:gd name="connsiteY115" fmla="*/ 3106272 h 6858000"/>
              <a:gd name="connsiteX116" fmla="*/ 680201 w 1605470"/>
              <a:gd name="connsiteY116" fmla="*/ 2958185 h 6858000"/>
              <a:gd name="connsiteX117" fmla="*/ 622815 w 1605470"/>
              <a:gd name="connsiteY117" fmla="*/ 2762989 h 6858000"/>
              <a:gd name="connsiteX118" fmla="*/ 571733 w 1605470"/>
              <a:gd name="connsiteY118" fmla="*/ 2554718 h 6858000"/>
              <a:gd name="connsiteX119" fmla="*/ 551827 w 1605470"/>
              <a:gd name="connsiteY119" fmla="*/ 2485734 h 6858000"/>
              <a:gd name="connsiteX120" fmla="*/ 542550 w 1605470"/>
              <a:gd name="connsiteY120" fmla="*/ 2447068 h 6858000"/>
              <a:gd name="connsiteX121" fmla="*/ 529511 w 1605470"/>
              <a:gd name="connsiteY121" fmla="*/ 2425819 h 6858000"/>
              <a:gd name="connsiteX122" fmla="*/ 528878 w 1605470"/>
              <a:gd name="connsiteY122" fmla="*/ 2408971 h 6858000"/>
              <a:gd name="connsiteX123" fmla="*/ 535510 w 1605470"/>
              <a:gd name="connsiteY123" fmla="*/ 2402874 h 6858000"/>
              <a:gd name="connsiteX124" fmla="*/ 538122 w 1605470"/>
              <a:gd name="connsiteY124" fmla="*/ 2381443 h 6858000"/>
              <a:gd name="connsiteX125" fmla="*/ 514451 w 1605470"/>
              <a:gd name="connsiteY125" fmla="*/ 2261920 h 6858000"/>
              <a:gd name="connsiteX126" fmla="*/ 504338 w 1605470"/>
              <a:gd name="connsiteY126" fmla="*/ 2195378 h 6858000"/>
              <a:gd name="connsiteX127" fmla="*/ 488555 w 1605470"/>
              <a:gd name="connsiteY127" fmla="*/ 2155135 h 6858000"/>
              <a:gd name="connsiteX128" fmla="*/ 486013 w 1605470"/>
              <a:gd name="connsiteY128" fmla="*/ 2118008 h 6858000"/>
              <a:gd name="connsiteX129" fmla="*/ 487006 w 1605470"/>
              <a:gd name="connsiteY129" fmla="*/ 2050531 h 6858000"/>
              <a:gd name="connsiteX130" fmla="*/ 478812 w 1605470"/>
              <a:gd name="connsiteY130" fmla="*/ 1963269 h 6858000"/>
              <a:gd name="connsiteX131" fmla="*/ 459990 w 1605470"/>
              <a:gd name="connsiteY131" fmla="*/ 1906352 h 6858000"/>
              <a:gd name="connsiteX132" fmla="*/ 436547 w 1605470"/>
              <a:gd name="connsiteY132" fmla="*/ 1861531 h 6858000"/>
              <a:gd name="connsiteX133" fmla="*/ 390346 w 1605470"/>
              <a:gd name="connsiteY133" fmla="*/ 1732919 h 6858000"/>
              <a:gd name="connsiteX134" fmla="*/ 362657 w 1605470"/>
              <a:gd name="connsiteY134" fmla="*/ 1663540 h 6858000"/>
              <a:gd name="connsiteX135" fmla="*/ 361783 w 1605470"/>
              <a:gd name="connsiteY135" fmla="*/ 1615777 h 6858000"/>
              <a:gd name="connsiteX136" fmla="*/ 342578 w 1605470"/>
              <a:gd name="connsiteY136" fmla="*/ 1563678 h 6858000"/>
              <a:gd name="connsiteX137" fmla="*/ 355658 w 1605470"/>
              <a:gd name="connsiteY137" fmla="*/ 1519474 h 6858000"/>
              <a:gd name="connsiteX138" fmla="*/ 348400 w 1605470"/>
              <a:gd name="connsiteY138" fmla="*/ 1477995 h 6858000"/>
              <a:gd name="connsiteX139" fmla="*/ 334485 w 1605470"/>
              <a:gd name="connsiteY139" fmla="*/ 1373769 h 6858000"/>
              <a:gd name="connsiteX140" fmla="*/ 342792 w 1605470"/>
              <a:gd name="connsiteY140" fmla="*/ 1307086 h 6858000"/>
              <a:gd name="connsiteX141" fmla="*/ 343980 w 1605470"/>
              <a:gd name="connsiteY141" fmla="*/ 1189033 h 6858000"/>
              <a:gd name="connsiteX142" fmla="*/ 348665 w 1605470"/>
              <a:gd name="connsiteY142" fmla="*/ 1168288 h 6858000"/>
              <a:gd name="connsiteX143" fmla="*/ 340947 w 1605470"/>
              <a:gd name="connsiteY143" fmla="*/ 1142577 h 6858000"/>
              <a:gd name="connsiteX144" fmla="*/ 330253 w 1605470"/>
              <a:gd name="connsiteY144" fmla="*/ 1088484 h 6858000"/>
              <a:gd name="connsiteX145" fmla="*/ 318989 w 1605470"/>
              <a:gd name="connsiteY145" fmla="*/ 1016103 h 6858000"/>
              <a:gd name="connsiteX146" fmla="*/ 320445 w 1605470"/>
              <a:gd name="connsiteY146" fmla="*/ 932283 h 6858000"/>
              <a:gd name="connsiteX147" fmla="*/ 322681 w 1605470"/>
              <a:gd name="connsiteY147" fmla="*/ 915925 h 6858000"/>
              <a:gd name="connsiteX148" fmla="*/ 315310 w 1605470"/>
              <a:gd name="connsiteY148" fmla="*/ 896999 h 6858000"/>
              <a:gd name="connsiteX149" fmla="*/ 284718 w 1605470"/>
              <a:gd name="connsiteY149" fmla="*/ 821517 h 6858000"/>
              <a:gd name="connsiteX150" fmla="*/ 263668 w 1605470"/>
              <a:gd name="connsiteY150" fmla="*/ 751353 h 6858000"/>
              <a:gd name="connsiteX151" fmla="*/ 263226 w 1605470"/>
              <a:gd name="connsiteY151" fmla="*/ 721230 h 6858000"/>
              <a:gd name="connsiteX152" fmla="*/ 248897 w 1605470"/>
              <a:gd name="connsiteY152" fmla="*/ 681659 h 6858000"/>
              <a:gd name="connsiteX153" fmla="*/ 234316 w 1605470"/>
              <a:gd name="connsiteY153" fmla="*/ 635218 h 6858000"/>
              <a:gd name="connsiteX154" fmla="*/ 239327 w 1605470"/>
              <a:gd name="connsiteY154" fmla="*/ 613763 h 6858000"/>
              <a:gd name="connsiteX155" fmla="*/ 225269 w 1605470"/>
              <a:gd name="connsiteY155" fmla="*/ 598582 h 6858000"/>
              <a:gd name="connsiteX156" fmla="*/ 224950 w 1605470"/>
              <a:gd name="connsiteY156" fmla="*/ 576846 h 6858000"/>
              <a:gd name="connsiteX157" fmla="*/ 204576 w 1605470"/>
              <a:gd name="connsiteY157" fmla="*/ 530055 h 6858000"/>
              <a:gd name="connsiteX158" fmla="*/ 219064 w 1605470"/>
              <a:gd name="connsiteY158" fmla="*/ 469651 h 6858000"/>
              <a:gd name="connsiteX159" fmla="*/ 195012 w 1605470"/>
              <a:gd name="connsiteY159" fmla="*/ 448559 h 6858000"/>
              <a:gd name="connsiteX160" fmla="*/ 201434 w 1605470"/>
              <a:gd name="connsiteY160" fmla="*/ 441529 h 6858000"/>
              <a:gd name="connsiteX161" fmla="*/ 200655 w 1605470"/>
              <a:gd name="connsiteY161" fmla="*/ 428927 h 6858000"/>
              <a:gd name="connsiteX162" fmla="*/ 190059 w 1605470"/>
              <a:gd name="connsiteY162" fmla="*/ 430161 h 6858000"/>
              <a:gd name="connsiteX163" fmla="*/ 167079 w 1605470"/>
              <a:gd name="connsiteY163" fmla="*/ 367211 h 6858000"/>
              <a:gd name="connsiteX164" fmla="*/ 124571 w 1605470"/>
              <a:gd name="connsiteY164" fmla="*/ 302178 h 6858000"/>
              <a:gd name="connsiteX165" fmla="*/ 103243 w 1605470"/>
              <a:gd name="connsiteY165" fmla="*/ 211375 h 6858000"/>
              <a:gd name="connsiteX166" fmla="*/ 94571 w 1605470"/>
              <a:gd name="connsiteY166" fmla="*/ 184179 h 6858000"/>
              <a:gd name="connsiteX167" fmla="*/ 13437 w 1605470"/>
              <a:gd name="connsiteY167" fmla="*/ 19287 h 6858000"/>
              <a:gd name="connsiteX168" fmla="*/ 0 w 1605470"/>
              <a:gd name="connsiteY16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6158 w 1605470"/>
              <a:gd name="connsiteY98" fmla="*/ 3349058 h 6858000"/>
              <a:gd name="connsiteX99" fmla="*/ 766414 w 1605470"/>
              <a:gd name="connsiteY99" fmla="*/ 3348763 h 6858000"/>
              <a:gd name="connsiteX100" fmla="*/ 764166 w 1605470"/>
              <a:gd name="connsiteY100" fmla="*/ 3341588 h 6858000"/>
              <a:gd name="connsiteX101" fmla="*/ 749397 w 1605470"/>
              <a:gd name="connsiteY101" fmla="*/ 3307769 h 6858000"/>
              <a:gd name="connsiteX102" fmla="*/ 766960 w 1605470"/>
              <a:gd name="connsiteY102" fmla="*/ 3250522 h 6858000"/>
              <a:gd name="connsiteX103" fmla="*/ 767385 w 1605470"/>
              <a:gd name="connsiteY103" fmla="*/ 3229163 h 6858000"/>
              <a:gd name="connsiteX104" fmla="*/ 769208 w 1605470"/>
              <a:gd name="connsiteY104" fmla="*/ 3217217 h 6858000"/>
              <a:gd name="connsiteX105" fmla="*/ 770350 w 1605470"/>
              <a:gd name="connsiteY105" fmla="*/ 3216125 h 6858000"/>
              <a:gd name="connsiteX106" fmla="*/ 756043 w 1605470"/>
              <a:gd name="connsiteY106" fmla="*/ 3183755 h 6858000"/>
              <a:gd name="connsiteX107" fmla="*/ 756544 w 1605470"/>
              <a:gd name="connsiteY107" fmla="*/ 3178642 h 6858000"/>
              <a:gd name="connsiteX108" fmla="*/ 744144 w 1605470"/>
              <a:gd name="connsiteY108" fmla="*/ 3158586 h 6858000"/>
              <a:gd name="connsiteX109" fmla="*/ 739378 w 1605470"/>
              <a:gd name="connsiteY109" fmla="*/ 3147669 h 6858000"/>
              <a:gd name="connsiteX110" fmla="*/ 734648 w 1605470"/>
              <a:gd name="connsiteY110" fmla="*/ 3145733 h 6858000"/>
              <a:gd name="connsiteX111" fmla="*/ 729329 w 1605470"/>
              <a:gd name="connsiteY111" fmla="*/ 3129034 h 6858000"/>
              <a:gd name="connsiteX112" fmla="*/ 729994 w 1605470"/>
              <a:gd name="connsiteY112" fmla="*/ 3126682 h 6858000"/>
              <a:gd name="connsiteX113" fmla="*/ 720862 w 1605470"/>
              <a:gd name="connsiteY113" fmla="*/ 3114519 h 6858000"/>
              <a:gd name="connsiteX114" fmla="*/ 707471 w 1605470"/>
              <a:gd name="connsiteY114" fmla="*/ 3106272 h 6858000"/>
              <a:gd name="connsiteX115" fmla="*/ 680201 w 1605470"/>
              <a:gd name="connsiteY115" fmla="*/ 2958185 h 6858000"/>
              <a:gd name="connsiteX116" fmla="*/ 622815 w 1605470"/>
              <a:gd name="connsiteY116" fmla="*/ 2762989 h 6858000"/>
              <a:gd name="connsiteX117" fmla="*/ 571733 w 1605470"/>
              <a:gd name="connsiteY117" fmla="*/ 2554718 h 6858000"/>
              <a:gd name="connsiteX118" fmla="*/ 551827 w 1605470"/>
              <a:gd name="connsiteY118" fmla="*/ 2485734 h 6858000"/>
              <a:gd name="connsiteX119" fmla="*/ 542550 w 1605470"/>
              <a:gd name="connsiteY119" fmla="*/ 2447068 h 6858000"/>
              <a:gd name="connsiteX120" fmla="*/ 529511 w 1605470"/>
              <a:gd name="connsiteY120" fmla="*/ 2425819 h 6858000"/>
              <a:gd name="connsiteX121" fmla="*/ 528878 w 1605470"/>
              <a:gd name="connsiteY121" fmla="*/ 2408971 h 6858000"/>
              <a:gd name="connsiteX122" fmla="*/ 535510 w 1605470"/>
              <a:gd name="connsiteY122" fmla="*/ 2402874 h 6858000"/>
              <a:gd name="connsiteX123" fmla="*/ 538122 w 1605470"/>
              <a:gd name="connsiteY123" fmla="*/ 2381443 h 6858000"/>
              <a:gd name="connsiteX124" fmla="*/ 514451 w 1605470"/>
              <a:gd name="connsiteY124" fmla="*/ 2261920 h 6858000"/>
              <a:gd name="connsiteX125" fmla="*/ 504338 w 1605470"/>
              <a:gd name="connsiteY125" fmla="*/ 2195378 h 6858000"/>
              <a:gd name="connsiteX126" fmla="*/ 488555 w 1605470"/>
              <a:gd name="connsiteY126" fmla="*/ 2155135 h 6858000"/>
              <a:gd name="connsiteX127" fmla="*/ 486013 w 1605470"/>
              <a:gd name="connsiteY127" fmla="*/ 2118008 h 6858000"/>
              <a:gd name="connsiteX128" fmla="*/ 487006 w 1605470"/>
              <a:gd name="connsiteY128" fmla="*/ 2050531 h 6858000"/>
              <a:gd name="connsiteX129" fmla="*/ 478812 w 1605470"/>
              <a:gd name="connsiteY129" fmla="*/ 1963269 h 6858000"/>
              <a:gd name="connsiteX130" fmla="*/ 459990 w 1605470"/>
              <a:gd name="connsiteY130" fmla="*/ 1906352 h 6858000"/>
              <a:gd name="connsiteX131" fmla="*/ 436547 w 1605470"/>
              <a:gd name="connsiteY131" fmla="*/ 1861531 h 6858000"/>
              <a:gd name="connsiteX132" fmla="*/ 390346 w 1605470"/>
              <a:gd name="connsiteY132" fmla="*/ 1732919 h 6858000"/>
              <a:gd name="connsiteX133" fmla="*/ 362657 w 1605470"/>
              <a:gd name="connsiteY133" fmla="*/ 1663540 h 6858000"/>
              <a:gd name="connsiteX134" fmla="*/ 361783 w 1605470"/>
              <a:gd name="connsiteY134" fmla="*/ 1615777 h 6858000"/>
              <a:gd name="connsiteX135" fmla="*/ 342578 w 1605470"/>
              <a:gd name="connsiteY135" fmla="*/ 1563678 h 6858000"/>
              <a:gd name="connsiteX136" fmla="*/ 355658 w 1605470"/>
              <a:gd name="connsiteY136" fmla="*/ 1519474 h 6858000"/>
              <a:gd name="connsiteX137" fmla="*/ 348400 w 1605470"/>
              <a:gd name="connsiteY137" fmla="*/ 1477995 h 6858000"/>
              <a:gd name="connsiteX138" fmla="*/ 334485 w 1605470"/>
              <a:gd name="connsiteY138" fmla="*/ 1373769 h 6858000"/>
              <a:gd name="connsiteX139" fmla="*/ 342792 w 1605470"/>
              <a:gd name="connsiteY139" fmla="*/ 1307086 h 6858000"/>
              <a:gd name="connsiteX140" fmla="*/ 343980 w 1605470"/>
              <a:gd name="connsiteY140" fmla="*/ 1189033 h 6858000"/>
              <a:gd name="connsiteX141" fmla="*/ 348665 w 1605470"/>
              <a:gd name="connsiteY141" fmla="*/ 1168288 h 6858000"/>
              <a:gd name="connsiteX142" fmla="*/ 340947 w 1605470"/>
              <a:gd name="connsiteY142" fmla="*/ 1142577 h 6858000"/>
              <a:gd name="connsiteX143" fmla="*/ 330253 w 1605470"/>
              <a:gd name="connsiteY143" fmla="*/ 1088484 h 6858000"/>
              <a:gd name="connsiteX144" fmla="*/ 318989 w 1605470"/>
              <a:gd name="connsiteY144" fmla="*/ 1016103 h 6858000"/>
              <a:gd name="connsiteX145" fmla="*/ 320445 w 1605470"/>
              <a:gd name="connsiteY145" fmla="*/ 932283 h 6858000"/>
              <a:gd name="connsiteX146" fmla="*/ 322681 w 1605470"/>
              <a:gd name="connsiteY146" fmla="*/ 915925 h 6858000"/>
              <a:gd name="connsiteX147" fmla="*/ 315310 w 1605470"/>
              <a:gd name="connsiteY147" fmla="*/ 896999 h 6858000"/>
              <a:gd name="connsiteX148" fmla="*/ 284718 w 1605470"/>
              <a:gd name="connsiteY148" fmla="*/ 821517 h 6858000"/>
              <a:gd name="connsiteX149" fmla="*/ 263668 w 1605470"/>
              <a:gd name="connsiteY149" fmla="*/ 751353 h 6858000"/>
              <a:gd name="connsiteX150" fmla="*/ 263226 w 1605470"/>
              <a:gd name="connsiteY150" fmla="*/ 721230 h 6858000"/>
              <a:gd name="connsiteX151" fmla="*/ 248897 w 1605470"/>
              <a:gd name="connsiteY151" fmla="*/ 681659 h 6858000"/>
              <a:gd name="connsiteX152" fmla="*/ 234316 w 1605470"/>
              <a:gd name="connsiteY152" fmla="*/ 635218 h 6858000"/>
              <a:gd name="connsiteX153" fmla="*/ 239327 w 1605470"/>
              <a:gd name="connsiteY153" fmla="*/ 613763 h 6858000"/>
              <a:gd name="connsiteX154" fmla="*/ 225269 w 1605470"/>
              <a:gd name="connsiteY154" fmla="*/ 598582 h 6858000"/>
              <a:gd name="connsiteX155" fmla="*/ 224950 w 1605470"/>
              <a:gd name="connsiteY155" fmla="*/ 576846 h 6858000"/>
              <a:gd name="connsiteX156" fmla="*/ 204576 w 1605470"/>
              <a:gd name="connsiteY156" fmla="*/ 530055 h 6858000"/>
              <a:gd name="connsiteX157" fmla="*/ 219064 w 1605470"/>
              <a:gd name="connsiteY157" fmla="*/ 469651 h 6858000"/>
              <a:gd name="connsiteX158" fmla="*/ 195012 w 1605470"/>
              <a:gd name="connsiteY158" fmla="*/ 448559 h 6858000"/>
              <a:gd name="connsiteX159" fmla="*/ 201434 w 1605470"/>
              <a:gd name="connsiteY159" fmla="*/ 441529 h 6858000"/>
              <a:gd name="connsiteX160" fmla="*/ 200655 w 1605470"/>
              <a:gd name="connsiteY160" fmla="*/ 428927 h 6858000"/>
              <a:gd name="connsiteX161" fmla="*/ 190059 w 1605470"/>
              <a:gd name="connsiteY161" fmla="*/ 430161 h 6858000"/>
              <a:gd name="connsiteX162" fmla="*/ 167079 w 1605470"/>
              <a:gd name="connsiteY162" fmla="*/ 367211 h 6858000"/>
              <a:gd name="connsiteX163" fmla="*/ 124571 w 1605470"/>
              <a:gd name="connsiteY163" fmla="*/ 302178 h 6858000"/>
              <a:gd name="connsiteX164" fmla="*/ 103243 w 1605470"/>
              <a:gd name="connsiteY164" fmla="*/ 211375 h 6858000"/>
              <a:gd name="connsiteX165" fmla="*/ 94571 w 1605470"/>
              <a:gd name="connsiteY165" fmla="*/ 184179 h 6858000"/>
              <a:gd name="connsiteX166" fmla="*/ 13437 w 1605470"/>
              <a:gd name="connsiteY166" fmla="*/ 19287 h 6858000"/>
              <a:gd name="connsiteX167" fmla="*/ 0 w 1605470"/>
              <a:gd name="connsiteY16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6414 w 1605470"/>
              <a:gd name="connsiteY98" fmla="*/ 3348763 h 6858000"/>
              <a:gd name="connsiteX99" fmla="*/ 764166 w 1605470"/>
              <a:gd name="connsiteY99" fmla="*/ 3341588 h 6858000"/>
              <a:gd name="connsiteX100" fmla="*/ 749397 w 1605470"/>
              <a:gd name="connsiteY100" fmla="*/ 3307769 h 6858000"/>
              <a:gd name="connsiteX101" fmla="*/ 766960 w 1605470"/>
              <a:gd name="connsiteY101" fmla="*/ 3250522 h 6858000"/>
              <a:gd name="connsiteX102" fmla="*/ 767385 w 1605470"/>
              <a:gd name="connsiteY102" fmla="*/ 3229163 h 6858000"/>
              <a:gd name="connsiteX103" fmla="*/ 769208 w 1605470"/>
              <a:gd name="connsiteY103" fmla="*/ 3217217 h 6858000"/>
              <a:gd name="connsiteX104" fmla="*/ 770350 w 1605470"/>
              <a:gd name="connsiteY104" fmla="*/ 3216125 h 6858000"/>
              <a:gd name="connsiteX105" fmla="*/ 756043 w 1605470"/>
              <a:gd name="connsiteY105" fmla="*/ 3183755 h 6858000"/>
              <a:gd name="connsiteX106" fmla="*/ 756544 w 1605470"/>
              <a:gd name="connsiteY106" fmla="*/ 3178642 h 6858000"/>
              <a:gd name="connsiteX107" fmla="*/ 744144 w 1605470"/>
              <a:gd name="connsiteY107" fmla="*/ 3158586 h 6858000"/>
              <a:gd name="connsiteX108" fmla="*/ 739378 w 1605470"/>
              <a:gd name="connsiteY108" fmla="*/ 3147669 h 6858000"/>
              <a:gd name="connsiteX109" fmla="*/ 734648 w 1605470"/>
              <a:gd name="connsiteY109" fmla="*/ 3145733 h 6858000"/>
              <a:gd name="connsiteX110" fmla="*/ 729329 w 1605470"/>
              <a:gd name="connsiteY110" fmla="*/ 3129034 h 6858000"/>
              <a:gd name="connsiteX111" fmla="*/ 729994 w 1605470"/>
              <a:gd name="connsiteY111" fmla="*/ 3126682 h 6858000"/>
              <a:gd name="connsiteX112" fmla="*/ 720862 w 1605470"/>
              <a:gd name="connsiteY112" fmla="*/ 3114519 h 6858000"/>
              <a:gd name="connsiteX113" fmla="*/ 707471 w 1605470"/>
              <a:gd name="connsiteY113" fmla="*/ 3106272 h 6858000"/>
              <a:gd name="connsiteX114" fmla="*/ 680201 w 1605470"/>
              <a:gd name="connsiteY114" fmla="*/ 2958185 h 6858000"/>
              <a:gd name="connsiteX115" fmla="*/ 622815 w 1605470"/>
              <a:gd name="connsiteY115" fmla="*/ 2762989 h 6858000"/>
              <a:gd name="connsiteX116" fmla="*/ 571733 w 1605470"/>
              <a:gd name="connsiteY116" fmla="*/ 2554718 h 6858000"/>
              <a:gd name="connsiteX117" fmla="*/ 551827 w 1605470"/>
              <a:gd name="connsiteY117" fmla="*/ 2485734 h 6858000"/>
              <a:gd name="connsiteX118" fmla="*/ 542550 w 1605470"/>
              <a:gd name="connsiteY118" fmla="*/ 2447068 h 6858000"/>
              <a:gd name="connsiteX119" fmla="*/ 529511 w 1605470"/>
              <a:gd name="connsiteY119" fmla="*/ 2425819 h 6858000"/>
              <a:gd name="connsiteX120" fmla="*/ 528878 w 1605470"/>
              <a:gd name="connsiteY120" fmla="*/ 2408971 h 6858000"/>
              <a:gd name="connsiteX121" fmla="*/ 535510 w 1605470"/>
              <a:gd name="connsiteY121" fmla="*/ 2402874 h 6858000"/>
              <a:gd name="connsiteX122" fmla="*/ 538122 w 1605470"/>
              <a:gd name="connsiteY122" fmla="*/ 2381443 h 6858000"/>
              <a:gd name="connsiteX123" fmla="*/ 514451 w 1605470"/>
              <a:gd name="connsiteY123" fmla="*/ 2261920 h 6858000"/>
              <a:gd name="connsiteX124" fmla="*/ 504338 w 1605470"/>
              <a:gd name="connsiteY124" fmla="*/ 2195378 h 6858000"/>
              <a:gd name="connsiteX125" fmla="*/ 488555 w 1605470"/>
              <a:gd name="connsiteY125" fmla="*/ 2155135 h 6858000"/>
              <a:gd name="connsiteX126" fmla="*/ 486013 w 1605470"/>
              <a:gd name="connsiteY126" fmla="*/ 2118008 h 6858000"/>
              <a:gd name="connsiteX127" fmla="*/ 487006 w 1605470"/>
              <a:gd name="connsiteY127" fmla="*/ 2050531 h 6858000"/>
              <a:gd name="connsiteX128" fmla="*/ 478812 w 1605470"/>
              <a:gd name="connsiteY128" fmla="*/ 1963269 h 6858000"/>
              <a:gd name="connsiteX129" fmla="*/ 459990 w 1605470"/>
              <a:gd name="connsiteY129" fmla="*/ 1906352 h 6858000"/>
              <a:gd name="connsiteX130" fmla="*/ 436547 w 1605470"/>
              <a:gd name="connsiteY130" fmla="*/ 1861531 h 6858000"/>
              <a:gd name="connsiteX131" fmla="*/ 390346 w 1605470"/>
              <a:gd name="connsiteY131" fmla="*/ 1732919 h 6858000"/>
              <a:gd name="connsiteX132" fmla="*/ 362657 w 1605470"/>
              <a:gd name="connsiteY132" fmla="*/ 1663540 h 6858000"/>
              <a:gd name="connsiteX133" fmla="*/ 361783 w 1605470"/>
              <a:gd name="connsiteY133" fmla="*/ 1615777 h 6858000"/>
              <a:gd name="connsiteX134" fmla="*/ 342578 w 1605470"/>
              <a:gd name="connsiteY134" fmla="*/ 1563678 h 6858000"/>
              <a:gd name="connsiteX135" fmla="*/ 355658 w 1605470"/>
              <a:gd name="connsiteY135" fmla="*/ 1519474 h 6858000"/>
              <a:gd name="connsiteX136" fmla="*/ 348400 w 1605470"/>
              <a:gd name="connsiteY136" fmla="*/ 1477995 h 6858000"/>
              <a:gd name="connsiteX137" fmla="*/ 334485 w 1605470"/>
              <a:gd name="connsiteY137" fmla="*/ 1373769 h 6858000"/>
              <a:gd name="connsiteX138" fmla="*/ 342792 w 1605470"/>
              <a:gd name="connsiteY138" fmla="*/ 1307086 h 6858000"/>
              <a:gd name="connsiteX139" fmla="*/ 343980 w 1605470"/>
              <a:gd name="connsiteY139" fmla="*/ 1189033 h 6858000"/>
              <a:gd name="connsiteX140" fmla="*/ 348665 w 1605470"/>
              <a:gd name="connsiteY140" fmla="*/ 1168288 h 6858000"/>
              <a:gd name="connsiteX141" fmla="*/ 340947 w 1605470"/>
              <a:gd name="connsiteY141" fmla="*/ 1142577 h 6858000"/>
              <a:gd name="connsiteX142" fmla="*/ 330253 w 1605470"/>
              <a:gd name="connsiteY142" fmla="*/ 1088484 h 6858000"/>
              <a:gd name="connsiteX143" fmla="*/ 318989 w 1605470"/>
              <a:gd name="connsiteY143" fmla="*/ 1016103 h 6858000"/>
              <a:gd name="connsiteX144" fmla="*/ 320445 w 1605470"/>
              <a:gd name="connsiteY144" fmla="*/ 932283 h 6858000"/>
              <a:gd name="connsiteX145" fmla="*/ 322681 w 1605470"/>
              <a:gd name="connsiteY145" fmla="*/ 915925 h 6858000"/>
              <a:gd name="connsiteX146" fmla="*/ 315310 w 1605470"/>
              <a:gd name="connsiteY146" fmla="*/ 896999 h 6858000"/>
              <a:gd name="connsiteX147" fmla="*/ 284718 w 1605470"/>
              <a:gd name="connsiteY147" fmla="*/ 821517 h 6858000"/>
              <a:gd name="connsiteX148" fmla="*/ 263668 w 1605470"/>
              <a:gd name="connsiteY148" fmla="*/ 751353 h 6858000"/>
              <a:gd name="connsiteX149" fmla="*/ 263226 w 1605470"/>
              <a:gd name="connsiteY149" fmla="*/ 721230 h 6858000"/>
              <a:gd name="connsiteX150" fmla="*/ 248897 w 1605470"/>
              <a:gd name="connsiteY150" fmla="*/ 681659 h 6858000"/>
              <a:gd name="connsiteX151" fmla="*/ 234316 w 1605470"/>
              <a:gd name="connsiteY151" fmla="*/ 635218 h 6858000"/>
              <a:gd name="connsiteX152" fmla="*/ 239327 w 1605470"/>
              <a:gd name="connsiteY152" fmla="*/ 613763 h 6858000"/>
              <a:gd name="connsiteX153" fmla="*/ 225269 w 1605470"/>
              <a:gd name="connsiteY153" fmla="*/ 598582 h 6858000"/>
              <a:gd name="connsiteX154" fmla="*/ 224950 w 1605470"/>
              <a:gd name="connsiteY154" fmla="*/ 576846 h 6858000"/>
              <a:gd name="connsiteX155" fmla="*/ 204576 w 1605470"/>
              <a:gd name="connsiteY155" fmla="*/ 530055 h 6858000"/>
              <a:gd name="connsiteX156" fmla="*/ 219064 w 1605470"/>
              <a:gd name="connsiteY156" fmla="*/ 469651 h 6858000"/>
              <a:gd name="connsiteX157" fmla="*/ 195012 w 1605470"/>
              <a:gd name="connsiteY157" fmla="*/ 448559 h 6858000"/>
              <a:gd name="connsiteX158" fmla="*/ 201434 w 1605470"/>
              <a:gd name="connsiteY158" fmla="*/ 441529 h 6858000"/>
              <a:gd name="connsiteX159" fmla="*/ 200655 w 1605470"/>
              <a:gd name="connsiteY159" fmla="*/ 428927 h 6858000"/>
              <a:gd name="connsiteX160" fmla="*/ 190059 w 1605470"/>
              <a:gd name="connsiteY160" fmla="*/ 430161 h 6858000"/>
              <a:gd name="connsiteX161" fmla="*/ 167079 w 1605470"/>
              <a:gd name="connsiteY161" fmla="*/ 367211 h 6858000"/>
              <a:gd name="connsiteX162" fmla="*/ 124571 w 1605470"/>
              <a:gd name="connsiteY162" fmla="*/ 302178 h 6858000"/>
              <a:gd name="connsiteX163" fmla="*/ 103243 w 1605470"/>
              <a:gd name="connsiteY163" fmla="*/ 211375 h 6858000"/>
              <a:gd name="connsiteX164" fmla="*/ 94571 w 1605470"/>
              <a:gd name="connsiteY164" fmla="*/ 184179 h 6858000"/>
              <a:gd name="connsiteX165" fmla="*/ 13437 w 1605470"/>
              <a:gd name="connsiteY165" fmla="*/ 19287 h 6858000"/>
              <a:gd name="connsiteX166" fmla="*/ 0 w 1605470"/>
              <a:gd name="connsiteY16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4166 w 1605470"/>
              <a:gd name="connsiteY98" fmla="*/ 3341588 h 6858000"/>
              <a:gd name="connsiteX99" fmla="*/ 749397 w 1605470"/>
              <a:gd name="connsiteY99" fmla="*/ 3307769 h 6858000"/>
              <a:gd name="connsiteX100" fmla="*/ 766960 w 1605470"/>
              <a:gd name="connsiteY100" fmla="*/ 3250522 h 6858000"/>
              <a:gd name="connsiteX101" fmla="*/ 767385 w 1605470"/>
              <a:gd name="connsiteY101" fmla="*/ 3229163 h 6858000"/>
              <a:gd name="connsiteX102" fmla="*/ 769208 w 1605470"/>
              <a:gd name="connsiteY102" fmla="*/ 3217217 h 6858000"/>
              <a:gd name="connsiteX103" fmla="*/ 770350 w 1605470"/>
              <a:gd name="connsiteY103" fmla="*/ 3216125 h 6858000"/>
              <a:gd name="connsiteX104" fmla="*/ 756043 w 1605470"/>
              <a:gd name="connsiteY104" fmla="*/ 3183755 h 6858000"/>
              <a:gd name="connsiteX105" fmla="*/ 756544 w 1605470"/>
              <a:gd name="connsiteY105" fmla="*/ 3178642 h 6858000"/>
              <a:gd name="connsiteX106" fmla="*/ 744144 w 1605470"/>
              <a:gd name="connsiteY106" fmla="*/ 3158586 h 6858000"/>
              <a:gd name="connsiteX107" fmla="*/ 739378 w 1605470"/>
              <a:gd name="connsiteY107" fmla="*/ 3147669 h 6858000"/>
              <a:gd name="connsiteX108" fmla="*/ 734648 w 1605470"/>
              <a:gd name="connsiteY108" fmla="*/ 3145733 h 6858000"/>
              <a:gd name="connsiteX109" fmla="*/ 729329 w 1605470"/>
              <a:gd name="connsiteY109" fmla="*/ 3129034 h 6858000"/>
              <a:gd name="connsiteX110" fmla="*/ 729994 w 1605470"/>
              <a:gd name="connsiteY110" fmla="*/ 3126682 h 6858000"/>
              <a:gd name="connsiteX111" fmla="*/ 720862 w 1605470"/>
              <a:gd name="connsiteY111" fmla="*/ 3114519 h 6858000"/>
              <a:gd name="connsiteX112" fmla="*/ 707471 w 1605470"/>
              <a:gd name="connsiteY112" fmla="*/ 3106272 h 6858000"/>
              <a:gd name="connsiteX113" fmla="*/ 680201 w 1605470"/>
              <a:gd name="connsiteY113" fmla="*/ 2958185 h 6858000"/>
              <a:gd name="connsiteX114" fmla="*/ 622815 w 1605470"/>
              <a:gd name="connsiteY114" fmla="*/ 2762989 h 6858000"/>
              <a:gd name="connsiteX115" fmla="*/ 571733 w 1605470"/>
              <a:gd name="connsiteY115" fmla="*/ 2554718 h 6858000"/>
              <a:gd name="connsiteX116" fmla="*/ 551827 w 1605470"/>
              <a:gd name="connsiteY116" fmla="*/ 2485734 h 6858000"/>
              <a:gd name="connsiteX117" fmla="*/ 542550 w 1605470"/>
              <a:gd name="connsiteY117" fmla="*/ 2447068 h 6858000"/>
              <a:gd name="connsiteX118" fmla="*/ 529511 w 1605470"/>
              <a:gd name="connsiteY118" fmla="*/ 2425819 h 6858000"/>
              <a:gd name="connsiteX119" fmla="*/ 528878 w 1605470"/>
              <a:gd name="connsiteY119" fmla="*/ 2408971 h 6858000"/>
              <a:gd name="connsiteX120" fmla="*/ 535510 w 1605470"/>
              <a:gd name="connsiteY120" fmla="*/ 2402874 h 6858000"/>
              <a:gd name="connsiteX121" fmla="*/ 538122 w 1605470"/>
              <a:gd name="connsiteY121" fmla="*/ 2381443 h 6858000"/>
              <a:gd name="connsiteX122" fmla="*/ 514451 w 1605470"/>
              <a:gd name="connsiteY122" fmla="*/ 2261920 h 6858000"/>
              <a:gd name="connsiteX123" fmla="*/ 504338 w 1605470"/>
              <a:gd name="connsiteY123" fmla="*/ 2195378 h 6858000"/>
              <a:gd name="connsiteX124" fmla="*/ 488555 w 1605470"/>
              <a:gd name="connsiteY124" fmla="*/ 2155135 h 6858000"/>
              <a:gd name="connsiteX125" fmla="*/ 486013 w 1605470"/>
              <a:gd name="connsiteY125" fmla="*/ 2118008 h 6858000"/>
              <a:gd name="connsiteX126" fmla="*/ 487006 w 1605470"/>
              <a:gd name="connsiteY126" fmla="*/ 2050531 h 6858000"/>
              <a:gd name="connsiteX127" fmla="*/ 478812 w 1605470"/>
              <a:gd name="connsiteY127" fmla="*/ 1963269 h 6858000"/>
              <a:gd name="connsiteX128" fmla="*/ 459990 w 1605470"/>
              <a:gd name="connsiteY128" fmla="*/ 1906352 h 6858000"/>
              <a:gd name="connsiteX129" fmla="*/ 436547 w 1605470"/>
              <a:gd name="connsiteY129" fmla="*/ 1861531 h 6858000"/>
              <a:gd name="connsiteX130" fmla="*/ 390346 w 1605470"/>
              <a:gd name="connsiteY130" fmla="*/ 1732919 h 6858000"/>
              <a:gd name="connsiteX131" fmla="*/ 362657 w 1605470"/>
              <a:gd name="connsiteY131" fmla="*/ 1663540 h 6858000"/>
              <a:gd name="connsiteX132" fmla="*/ 361783 w 1605470"/>
              <a:gd name="connsiteY132" fmla="*/ 1615777 h 6858000"/>
              <a:gd name="connsiteX133" fmla="*/ 342578 w 1605470"/>
              <a:gd name="connsiteY133" fmla="*/ 1563678 h 6858000"/>
              <a:gd name="connsiteX134" fmla="*/ 355658 w 1605470"/>
              <a:gd name="connsiteY134" fmla="*/ 1519474 h 6858000"/>
              <a:gd name="connsiteX135" fmla="*/ 348400 w 1605470"/>
              <a:gd name="connsiteY135" fmla="*/ 1477995 h 6858000"/>
              <a:gd name="connsiteX136" fmla="*/ 334485 w 1605470"/>
              <a:gd name="connsiteY136" fmla="*/ 1373769 h 6858000"/>
              <a:gd name="connsiteX137" fmla="*/ 342792 w 1605470"/>
              <a:gd name="connsiteY137" fmla="*/ 1307086 h 6858000"/>
              <a:gd name="connsiteX138" fmla="*/ 343980 w 1605470"/>
              <a:gd name="connsiteY138" fmla="*/ 1189033 h 6858000"/>
              <a:gd name="connsiteX139" fmla="*/ 348665 w 1605470"/>
              <a:gd name="connsiteY139" fmla="*/ 1168288 h 6858000"/>
              <a:gd name="connsiteX140" fmla="*/ 340947 w 1605470"/>
              <a:gd name="connsiteY140" fmla="*/ 1142577 h 6858000"/>
              <a:gd name="connsiteX141" fmla="*/ 330253 w 1605470"/>
              <a:gd name="connsiteY141" fmla="*/ 1088484 h 6858000"/>
              <a:gd name="connsiteX142" fmla="*/ 318989 w 1605470"/>
              <a:gd name="connsiteY142" fmla="*/ 1016103 h 6858000"/>
              <a:gd name="connsiteX143" fmla="*/ 320445 w 1605470"/>
              <a:gd name="connsiteY143" fmla="*/ 932283 h 6858000"/>
              <a:gd name="connsiteX144" fmla="*/ 322681 w 1605470"/>
              <a:gd name="connsiteY144" fmla="*/ 915925 h 6858000"/>
              <a:gd name="connsiteX145" fmla="*/ 315310 w 1605470"/>
              <a:gd name="connsiteY145" fmla="*/ 896999 h 6858000"/>
              <a:gd name="connsiteX146" fmla="*/ 284718 w 1605470"/>
              <a:gd name="connsiteY146" fmla="*/ 821517 h 6858000"/>
              <a:gd name="connsiteX147" fmla="*/ 263668 w 1605470"/>
              <a:gd name="connsiteY147" fmla="*/ 751353 h 6858000"/>
              <a:gd name="connsiteX148" fmla="*/ 263226 w 1605470"/>
              <a:gd name="connsiteY148" fmla="*/ 721230 h 6858000"/>
              <a:gd name="connsiteX149" fmla="*/ 248897 w 1605470"/>
              <a:gd name="connsiteY149" fmla="*/ 681659 h 6858000"/>
              <a:gd name="connsiteX150" fmla="*/ 234316 w 1605470"/>
              <a:gd name="connsiteY150" fmla="*/ 635218 h 6858000"/>
              <a:gd name="connsiteX151" fmla="*/ 239327 w 1605470"/>
              <a:gd name="connsiteY151" fmla="*/ 613763 h 6858000"/>
              <a:gd name="connsiteX152" fmla="*/ 225269 w 1605470"/>
              <a:gd name="connsiteY152" fmla="*/ 598582 h 6858000"/>
              <a:gd name="connsiteX153" fmla="*/ 224950 w 1605470"/>
              <a:gd name="connsiteY153" fmla="*/ 576846 h 6858000"/>
              <a:gd name="connsiteX154" fmla="*/ 204576 w 1605470"/>
              <a:gd name="connsiteY154" fmla="*/ 530055 h 6858000"/>
              <a:gd name="connsiteX155" fmla="*/ 219064 w 1605470"/>
              <a:gd name="connsiteY155" fmla="*/ 469651 h 6858000"/>
              <a:gd name="connsiteX156" fmla="*/ 195012 w 1605470"/>
              <a:gd name="connsiteY156" fmla="*/ 448559 h 6858000"/>
              <a:gd name="connsiteX157" fmla="*/ 201434 w 1605470"/>
              <a:gd name="connsiteY157" fmla="*/ 441529 h 6858000"/>
              <a:gd name="connsiteX158" fmla="*/ 200655 w 1605470"/>
              <a:gd name="connsiteY158" fmla="*/ 428927 h 6858000"/>
              <a:gd name="connsiteX159" fmla="*/ 190059 w 1605470"/>
              <a:gd name="connsiteY159" fmla="*/ 430161 h 6858000"/>
              <a:gd name="connsiteX160" fmla="*/ 167079 w 1605470"/>
              <a:gd name="connsiteY160" fmla="*/ 367211 h 6858000"/>
              <a:gd name="connsiteX161" fmla="*/ 124571 w 1605470"/>
              <a:gd name="connsiteY161" fmla="*/ 302178 h 6858000"/>
              <a:gd name="connsiteX162" fmla="*/ 103243 w 1605470"/>
              <a:gd name="connsiteY162" fmla="*/ 211375 h 6858000"/>
              <a:gd name="connsiteX163" fmla="*/ 94571 w 1605470"/>
              <a:gd name="connsiteY163" fmla="*/ 184179 h 6858000"/>
              <a:gd name="connsiteX164" fmla="*/ 13437 w 1605470"/>
              <a:gd name="connsiteY164" fmla="*/ 19287 h 6858000"/>
              <a:gd name="connsiteX165" fmla="*/ 0 w 1605470"/>
              <a:gd name="connsiteY16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49397 w 1605470"/>
              <a:gd name="connsiteY98" fmla="*/ 3307769 h 6858000"/>
              <a:gd name="connsiteX99" fmla="*/ 766960 w 1605470"/>
              <a:gd name="connsiteY99" fmla="*/ 3250522 h 6858000"/>
              <a:gd name="connsiteX100" fmla="*/ 767385 w 1605470"/>
              <a:gd name="connsiteY100" fmla="*/ 3229163 h 6858000"/>
              <a:gd name="connsiteX101" fmla="*/ 769208 w 1605470"/>
              <a:gd name="connsiteY101" fmla="*/ 3217217 h 6858000"/>
              <a:gd name="connsiteX102" fmla="*/ 770350 w 1605470"/>
              <a:gd name="connsiteY102" fmla="*/ 3216125 h 6858000"/>
              <a:gd name="connsiteX103" fmla="*/ 756043 w 1605470"/>
              <a:gd name="connsiteY103" fmla="*/ 3183755 h 6858000"/>
              <a:gd name="connsiteX104" fmla="*/ 756544 w 1605470"/>
              <a:gd name="connsiteY104" fmla="*/ 3178642 h 6858000"/>
              <a:gd name="connsiteX105" fmla="*/ 744144 w 1605470"/>
              <a:gd name="connsiteY105" fmla="*/ 3158586 h 6858000"/>
              <a:gd name="connsiteX106" fmla="*/ 739378 w 1605470"/>
              <a:gd name="connsiteY106" fmla="*/ 3147669 h 6858000"/>
              <a:gd name="connsiteX107" fmla="*/ 734648 w 1605470"/>
              <a:gd name="connsiteY107" fmla="*/ 3145733 h 6858000"/>
              <a:gd name="connsiteX108" fmla="*/ 729329 w 1605470"/>
              <a:gd name="connsiteY108" fmla="*/ 3129034 h 6858000"/>
              <a:gd name="connsiteX109" fmla="*/ 729994 w 1605470"/>
              <a:gd name="connsiteY109" fmla="*/ 3126682 h 6858000"/>
              <a:gd name="connsiteX110" fmla="*/ 720862 w 1605470"/>
              <a:gd name="connsiteY110" fmla="*/ 3114519 h 6858000"/>
              <a:gd name="connsiteX111" fmla="*/ 707471 w 1605470"/>
              <a:gd name="connsiteY111" fmla="*/ 3106272 h 6858000"/>
              <a:gd name="connsiteX112" fmla="*/ 680201 w 1605470"/>
              <a:gd name="connsiteY112" fmla="*/ 2958185 h 6858000"/>
              <a:gd name="connsiteX113" fmla="*/ 622815 w 1605470"/>
              <a:gd name="connsiteY113" fmla="*/ 2762989 h 6858000"/>
              <a:gd name="connsiteX114" fmla="*/ 571733 w 1605470"/>
              <a:gd name="connsiteY114" fmla="*/ 2554718 h 6858000"/>
              <a:gd name="connsiteX115" fmla="*/ 551827 w 1605470"/>
              <a:gd name="connsiteY115" fmla="*/ 2485734 h 6858000"/>
              <a:gd name="connsiteX116" fmla="*/ 542550 w 1605470"/>
              <a:gd name="connsiteY116" fmla="*/ 2447068 h 6858000"/>
              <a:gd name="connsiteX117" fmla="*/ 529511 w 1605470"/>
              <a:gd name="connsiteY117" fmla="*/ 2425819 h 6858000"/>
              <a:gd name="connsiteX118" fmla="*/ 528878 w 1605470"/>
              <a:gd name="connsiteY118" fmla="*/ 2408971 h 6858000"/>
              <a:gd name="connsiteX119" fmla="*/ 535510 w 1605470"/>
              <a:gd name="connsiteY119" fmla="*/ 2402874 h 6858000"/>
              <a:gd name="connsiteX120" fmla="*/ 538122 w 1605470"/>
              <a:gd name="connsiteY120" fmla="*/ 2381443 h 6858000"/>
              <a:gd name="connsiteX121" fmla="*/ 514451 w 1605470"/>
              <a:gd name="connsiteY121" fmla="*/ 2261920 h 6858000"/>
              <a:gd name="connsiteX122" fmla="*/ 504338 w 1605470"/>
              <a:gd name="connsiteY122" fmla="*/ 2195378 h 6858000"/>
              <a:gd name="connsiteX123" fmla="*/ 488555 w 1605470"/>
              <a:gd name="connsiteY123" fmla="*/ 2155135 h 6858000"/>
              <a:gd name="connsiteX124" fmla="*/ 486013 w 1605470"/>
              <a:gd name="connsiteY124" fmla="*/ 2118008 h 6858000"/>
              <a:gd name="connsiteX125" fmla="*/ 487006 w 1605470"/>
              <a:gd name="connsiteY125" fmla="*/ 2050531 h 6858000"/>
              <a:gd name="connsiteX126" fmla="*/ 478812 w 1605470"/>
              <a:gd name="connsiteY126" fmla="*/ 1963269 h 6858000"/>
              <a:gd name="connsiteX127" fmla="*/ 459990 w 1605470"/>
              <a:gd name="connsiteY127" fmla="*/ 1906352 h 6858000"/>
              <a:gd name="connsiteX128" fmla="*/ 436547 w 1605470"/>
              <a:gd name="connsiteY128" fmla="*/ 1861531 h 6858000"/>
              <a:gd name="connsiteX129" fmla="*/ 390346 w 1605470"/>
              <a:gd name="connsiteY129" fmla="*/ 1732919 h 6858000"/>
              <a:gd name="connsiteX130" fmla="*/ 362657 w 1605470"/>
              <a:gd name="connsiteY130" fmla="*/ 1663540 h 6858000"/>
              <a:gd name="connsiteX131" fmla="*/ 361783 w 1605470"/>
              <a:gd name="connsiteY131" fmla="*/ 1615777 h 6858000"/>
              <a:gd name="connsiteX132" fmla="*/ 342578 w 1605470"/>
              <a:gd name="connsiteY132" fmla="*/ 1563678 h 6858000"/>
              <a:gd name="connsiteX133" fmla="*/ 355658 w 1605470"/>
              <a:gd name="connsiteY133" fmla="*/ 1519474 h 6858000"/>
              <a:gd name="connsiteX134" fmla="*/ 348400 w 1605470"/>
              <a:gd name="connsiteY134" fmla="*/ 1477995 h 6858000"/>
              <a:gd name="connsiteX135" fmla="*/ 334485 w 1605470"/>
              <a:gd name="connsiteY135" fmla="*/ 1373769 h 6858000"/>
              <a:gd name="connsiteX136" fmla="*/ 342792 w 1605470"/>
              <a:gd name="connsiteY136" fmla="*/ 1307086 h 6858000"/>
              <a:gd name="connsiteX137" fmla="*/ 343980 w 1605470"/>
              <a:gd name="connsiteY137" fmla="*/ 1189033 h 6858000"/>
              <a:gd name="connsiteX138" fmla="*/ 348665 w 1605470"/>
              <a:gd name="connsiteY138" fmla="*/ 1168288 h 6858000"/>
              <a:gd name="connsiteX139" fmla="*/ 340947 w 1605470"/>
              <a:gd name="connsiteY139" fmla="*/ 1142577 h 6858000"/>
              <a:gd name="connsiteX140" fmla="*/ 330253 w 1605470"/>
              <a:gd name="connsiteY140" fmla="*/ 1088484 h 6858000"/>
              <a:gd name="connsiteX141" fmla="*/ 318989 w 1605470"/>
              <a:gd name="connsiteY141" fmla="*/ 1016103 h 6858000"/>
              <a:gd name="connsiteX142" fmla="*/ 320445 w 1605470"/>
              <a:gd name="connsiteY142" fmla="*/ 932283 h 6858000"/>
              <a:gd name="connsiteX143" fmla="*/ 322681 w 1605470"/>
              <a:gd name="connsiteY143" fmla="*/ 915925 h 6858000"/>
              <a:gd name="connsiteX144" fmla="*/ 315310 w 1605470"/>
              <a:gd name="connsiteY144" fmla="*/ 896999 h 6858000"/>
              <a:gd name="connsiteX145" fmla="*/ 284718 w 1605470"/>
              <a:gd name="connsiteY145" fmla="*/ 821517 h 6858000"/>
              <a:gd name="connsiteX146" fmla="*/ 263668 w 1605470"/>
              <a:gd name="connsiteY146" fmla="*/ 751353 h 6858000"/>
              <a:gd name="connsiteX147" fmla="*/ 263226 w 1605470"/>
              <a:gd name="connsiteY147" fmla="*/ 721230 h 6858000"/>
              <a:gd name="connsiteX148" fmla="*/ 248897 w 1605470"/>
              <a:gd name="connsiteY148" fmla="*/ 681659 h 6858000"/>
              <a:gd name="connsiteX149" fmla="*/ 234316 w 1605470"/>
              <a:gd name="connsiteY149" fmla="*/ 635218 h 6858000"/>
              <a:gd name="connsiteX150" fmla="*/ 239327 w 1605470"/>
              <a:gd name="connsiteY150" fmla="*/ 613763 h 6858000"/>
              <a:gd name="connsiteX151" fmla="*/ 225269 w 1605470"/>
              <a:gd name="connsiteY151" fmla="*/ 598582 h 6858000"/>
              <a:gd name="connsiteX152" fmla="*/ 224950 w 1605470"/>
              <a:gd name="connsiteY152" fmla="*/ 576846 h 6858000"/>
              <a:gd name="connsiteX153" fmla="*/ 204576 w 1605470"/>
              <a:gd name="connsiteY153" fmla="*/ 530055 h 6858000"/>
              <a:gd name="connsiteX154" fmla="*/ 219064 w 1605470"/>
              <a:gd name="connsiteY154" fmla="*/ 469651 h 6858000"/>
              <a:gd name="connsiteX155" fmla="*/ 195012 w 1605470"/>
              <a:gd name="connsiteY155" fmla="*/ 448559 h 6858000"/>
              <a:gd name="connsiteX156" fmla="*/ 201434 w 1605470"/>
              <a:gd name="connsiteY156" fmla="*/ 441529 h 6858000"/>
              <a:gd name="connsiteX157" fmla="*/ 200655 w 1605470"/>
              <a:gd name="connsiteY157" fmla="*/ 428927 h 6858000"/>
              <a:gd name="connsiteX158" fmla="*/ 190059 w 1605470"/>
              <a:gd name="connsiteY158" fmla="*/ 430161 h 6858000"/>
              <a:gd name="connsiteX159" fmla="*/ 167079 w 1605470"/>
              <a:gd name="connsiteY159" fmla="*/ 367211 h 6858000"/>
              <a:gd name="connsiteX160" fmla="*/ 124571 w 1605470"/>
              <a:gd name="connsiteY160" fmla="*/ 302178 h 6858000"/>
              <a:gd name="connsiteX161" fmla="*/ 103243 w 1605470"/>
              <a:gd name="connsiteY161" fmla="*/ 211375 h 6858000"/>
              <a:gd name="connsiteX162" fmla="*/ 94571 w 1605470"/>
              <a:gd name="connsiteY162" fmla="*/ 184179 h 6858000"/>
              <a:gd name="connsiteX163" fmla="*/ 13437 w 1605470"/>
              <a:gd name="connsiteY163" fmla="*/ 19287 h 6858000"/>
              <a:gd name="connsiteX164" fmla="*/ 0 w 1605470"/>
              <a:gd name="connsiteY16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49397 w 1605470"/>
              <a:gd name="connsiteY97" fmla="*/ 3307769 h 6858000"/>
              <a:gd name="connsiteX98" fmla="*/ 766960 w 1605470"/>
              <a:gd name="connsiteY98" fmla="*/ 3250522 h 6858000"/>
              <a:gd name="connsiteX99" fmla="*/ 767385 w 1605470"/>
              <a:gd name="connsiteY99" fmla="*/ 3229163 h 6858000"/>
              <a:gd name="connsiteX100" fmla="*/ 769208 w 1605470"/>
              <a:gd name="connsiteY100" fmla="*/ 3217217 h 6858000"/>
              <a:gd name="connsiteX101" fmla="*/ 770350 w 1605470"/>
              <a:gd name="connsiteY101" fmla="*/ 3216125 h 6858000"/>
              <a:gd name="connsiteX102" fmla="*/ 756043 w 1605470"/>
              <a:gd name="connsiteY102" fmla="*/ 3183755 h 6858000"/>
              <a:gd name="connsiteX103" fmla="*/ 756544 w 1605470"/>
              <a:gd name="connsiteY103" fmla="*/ 3178642 h 6858000"/>
              <a:gd name="connsiteX104" fmla="*/ 744144 w 1605470"/>
              <a:gd name="connsiteY104" fmla="*/ 3158586 h 6858000"/>
              <a:gd name="connsiteX105" fmla="*/ 739378 w 1605470"/>
              <a:gd name="connsiteY105" fmla="*/ 3147669 h 6858000"/>
              <a:gd name="connsiteX106" fmla="*/ 734648 w 1605470"/>
              <a:gd name="connsiteY106" fmla="*/ 3145733 h 6858000"/>
              <a:gd name="connsiteX107" fmla="*/ 729329 w 1605470"/>
              <a:gd name="connsiteY107" fmla="*/ 3129034 h 6858000"/>
              <a:gd name="connsiteX108" fmla="*/ 729994 w 1605470"/>
              <a:gd name="connsiteY108" fmla="*/ 3126682 h 6858000"/>
              <a:gd name="connsiteX109" fmla="*/ 720862 w 1605470"/>
              <a:gd name="connsiteY109" fmla="*/ 3114519 h 6858000"/>
              <a:gd name="connsiteX110" fmla="*/ 707471 w 1605470"/>
              <a:gd name="connsiteY110" fmla="*/ 3106272 h 6858000"/>
              <a:gd name="connsiteX111" fmla="*/ 680201 w 1605470"/>
              <a:gd name="connsiteY111" fmla="*/ 2958185 h 6858000"/>
              <a:gd name="connsiteX112" fmla="*/ 622815 w 1605470"/>
              <a:gd name="connsiteY112" fmla="*/ 2762989 h 6858000"/>
              <a:gd name="connsiteX113" fmla="*/ 571733 w 1605470"/>
              <a:gd name="connsiteY113" fmla="*/ 2554718 h 6858000"/>
              <a:gd name="connsiteX114" fmla="*/ 551827 w 1605470"/>
              <a:gd name="connsiteY114" fmla="*/ 2485734 h 6858000"/>
              <a:gd name="connsiteX115" fmla="*/ 542550 w 1605470"/>
              <a:gd name="connsiteY115" fmla="*/ 2447068 h 6858000"/>
              <a:gd name="connsiteX116" fmla="*/ 529511 w 1605470"/>
              <a:gd name="connsiteY116" fmla="*/ 2425819 h 6858000"/>
              <a:gd name="connsiteX117" fmla="*/ 528878 w 1605470"/>
              <a:gd name="connsiteY117" fmla="*/ 2408971 h 6858000"/>
              <a:gd name="connsiteX118" fmla="*/ 535510 w 1605470"/>
              <a:gd name="connsiteY118" fmla="*/ 2402874 h 6858000"/>
              <a:gd name="connsiteX119" fmla="*/ 538122 w 1605470"/>
              <a:gd name="connsiteY119" fmla="*/ 2381443 h 6858000"/>
              <a:gd name="connsiteX120" fmla="*/ 514451 w 1605470"/>
              <a:gd name="connsiteY120" fmla="*/ 2261920 h 6858000"/>
              <a:gd name="connsiteX121" fmla="*/ 504338 w 1605470"/>
              <a:gd name="connsiteY121" fmla="*/ 2195378 h 6858000"/>
              <a:gd name="connsiteX122" fmla="*/ 488555 w 1605470"/>
              <a:gd name="connsiteY122" fmla="*/ 2155135 h 6858000"/>
              <a:gd name="connsiteX123" fmla="*/ 486013 w 1605470"/>
              <a:gd name="connsiteY123" fmla="*/ 2118008 h 6858000"/>
              <a:gd name="connsiteX124" fmla="*/ 487006 w 1605470"/>
              <a:gd name="connsiteY124" fmla="*/ 2050531 h 6858000"/>
              <a:gd name="connsiteX125" fmla="*/ 478812 w 1605470"/>
              <a:gd name="connsiteY125" fmla="*/ 1963269 h 6858000"/>
              <a:gd name="connsiteX126" fmla="*/ 459990 w 1605470"/>
              <a:gd name="connsiteY126" fmla="*/ 1906352 h 6858000"/>
              <a:gd name="connsiteX127" fmla="*/ 436547 w 1605470"/>
              <a:gd name="connsiteY127" fmla="*/ 1861531 h 6858000"/>
              <a:gd name="connsiteX128" fmla="*/ 390346 w 1605470"/>
              <a:gd name="connsiteY128" fmla="*/ 1732919 h 6858000"/>
              <a:gd name="connsiteX129" fmla="*/ 362657 w 1605470"/>
              <a:gd name="connsiteY129" fmla="*/ 1663540 h 6858000"/>
              <a:gd name="connsiteX130" fmla="*/ 361783 w 1605470"/>
              <a:gd name="connsiteY130" fmla="*/ 1615777 h 6858000"/>
              <a:gd name="connsiteX131" fmla="*/ 342578 w 1605470"/>
              <a:gd name="connsiteY131" fmla="*/ 1563678 h 6858000"/>
              <a:gd name="connsiteX132" fmla="*/ 355658 w 1605470"/>
              <a:gd name="connsiteY132" fmla="*/ 1519474 h 6858000"/>
              <a:gd name="connsiteX133" fmla="*/ 348400 w 1605470"/>
              <a:gd name="connsiteY133" fmla="*/ 1477995 h 6858000"/>
              <a:gd name="connsiteX134" fmla="*/ 334485 w 1605470"/>
              <a:gd name="connsiteY134" fmla="*/ 1373769 h 6858000"/>
              <a:gd name="connsiteX135" fmla="*/ 342792 w 1605470"/>
              <a:gd name="connsiteY135" fmla="*/ 1307086 h 6858000"/>
              <a:gd name="connsiteX136" fmla="*/ 343980 w 1605470"/>
              <a:gd name="connsiteY136" fmla="*/ 1189033 h 6858000"/>
              <a:gd name="connsiteX137" fmla="*/ 348665 w 1605470"/>
              <a:gd name="connsiteY137" fmla="*/ 1168288 h 6858000"/>
              <a:gd name="connsiteX138" fmla="*/ 340947 w 1605470"/>
              <a:gd name="connsiteY138" fmla="*/ 1142577 h 6858000"/>
              <a:gd name="connsiteX139" fmla="*/ 330253 w 1605470"/>
              <a:gd name="connsiteY139" fmla="*/ 1088484 h 6858000"/>
              <a:gd name="connsiteX140" fmla="*/ 318989 w 1605470"/>
              <a:gd name="connsiteY140" fmla="*/ 1016103 h 6858000"/>
              <a:gd name="connsiteX141" fmla="*/ 320445 w 1605470"/>
              <a:gd name="connsiteY141" fmla="*/ 932283 h 6858000"/>
              <a:gd name="connsiteX142" fmla="*/ 322681 w 1605470"/>
              <a:gd name="connsiteY142" fmla="*/ 915925 h 6858000"/>
              <a:gd name="connsiteX143" fmla="*/ 315310 w 1605470"/>
              <a:gd name="connsiteY143" fmla="*/ 896999 h 6858000"/>
              <a:gd name="connsiteX144" fmla="*/ 284718 w 1605470"/>
              <a:gd name="connsiteY144" fmla="*/ 821517 h 6858000"/>
              <a:gd name="connsiteX145" fmla="*/ 263668 w 1605470"/>
              <a:gd name="connsiteY145" fmla="*/ 751353 h 6858000"/>
              <a:gd name="connsiteX146" fmla="*/ 263226 w 1605470"/>
              <a:gd name="connsiteY146" fmla="*/ 721230 h 6858000"/>
              <a:gd name="connsiteX147" fmla="*/ 248897 w 1605470"/>
              <a:gd name="connsiteY147" fmla="*/ 681659 h 6858000"/>
              <a:gd name="connsiteX148" fmla="*/ 234316 w 1605470"/>
              <a:gd name="connsiteY148" fmla="*/ 635218 h 6858000"/>
              <a:gd name="connsiteX149" fmla="*/ 239327 w 1605470"/>
              <a:gd name="connsiteY149" fmla="*/ 613763 h 6858000"/>
              <a:gd name="connsiteX150" fmla="*/ 225269 w 1605470"/>
              <a:gd name="connsiteY150" fmla="*/ 598582 h 6858000"/>
              <a:gd name="connsiteX151" fmla="*/ 224950 w 1605470"/>
              <a:gd name="connsiteY151" fmla="*/ 576846 h 6858000"/>
              <a:gd name="connsiteX152" fmla="*/ 204576 w 1605470"/>
              <a:gd name="connsiteY152" fmla="*/ 530055 h 6858000"/>
              <a:gd name="connsiteX153" fmla="*/ 219064 w 1605470"/>
              <a:gd name="connsiteY153" fmla="*/ 469651 h 6858000"/>
              <a:gd name="connsiteX154" fmla="*/ 195012 w 1605470"/>
              <a:gd name="connsiteY154" fmla="*/ 448559 h 6858000"/>
              <a:gd name="connsiteX155" fmla="*/ 201434 w 1605470"/>
              <a:gd name="connsiteY155" fmla="*/ 441529 h 6858000"/>
              <a:gd name="connsiteX156" fmla="*/ 200655 w 1605470"/>
              <a:gd name="connsiteY156" fmla="*/ 428927 h 6858000"/>
              <a:gd name="connsiteX157" fmla="*/ 190059 w 1605470"/>
              <a:gd name="connsiteY157" fmla="*/ 430161 h 6858000"/>
              <a:gd name="connsiteX158" fmla="*/ 167079 w 1605470"/>
              <a:gd name="connsiteY158" fmla="*/ 367211 h 6858000"/>
              <a:gd name="connsiteX159" fmla="*/ 124571 w 1605470"/>
              <a:gd name="connsiteY159" fmla="*/ 302178 h 6858000"/>
              <a:gd name="connsiteX160" fmla="*/ 103243 w 1605470"/>
              <a:gd name="connsiteY160" fmla="*/ 211375 h 6858000"/>
              <a:gd name="connsiteX161" fmla="*/ 94571 w 1605470"/>
              <a:gd name="connsiteY161" fmla="*/ 184179 h 6858000"/>
              <a:gd name="connsiteX162" fmla="*/ 13437 w 1605470"/>
              <a:gd name="connsiteY162" fmla="*/ 19287 h 6858000"/>
              <a:gd name="connsiteX163" fmla="*/ 0 w 1605470"/>
              <a:gd name="connsiteY16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28878 w 1605470"/>
              <a:gd name="connsiteY116" fmla="*/ 2408971 h 6858000"/>
              <a:gd name="connsiteX117" fmla="*/ 535510 w 1605470"/>
              <a:gd name="connsiteY117" fmla="*/ 2402874 h 6858000"/>
              <a:gd name="connsiteX118" fmla="*/ 538122 w 1605470"/>
              <a:gd name="connsiteY118" fmla="*/ 2381443 h 6858000"/>
              <a:gd name="connsiteX119" fmla="*/ 514451 w 1605470"/>
              <a:gd name="connsiteY119" fmla="*/ 2261920 h 6858000"/>
              <a:gd name="connsiteX120" fmla="*/ 504338 w 1605470"/>
              <a:gd name="connsiteY120" fmla="*/ 2195378 h 6858000"/>
              <a:gd name="connsiteX121" fmla="*/ 488555 w 1605470"/>
              <a:gd name="connsiteY121" fmla="*/ 2155135 h 6858000"/>
              <a:gd name="connsiteX122" fmla="*/ 486013 w 1605470"/>
              <a:gd name="connsiteY122" fmla="*/ 2118008 h 6858000"/>
              <a:gd name="connsiteX123" fmla="*/ 487006 w 1605470"/>
              <a:gd name="connsiteY123" fmla="*/ 2050531 h 6858000"/>
              <a:gd name="connsiteX124" fmla="*/ 478812 w 1605470"/>
              <a:gd name="connsiteY124" fmla="*/ 1963269 h 6858000"/>
              <a:gd name="connsiteX125" fmla="*/ 459990 w 1605470"/>
              <a:gd name="connsiteY125" fmla="*/ 1906352 h 6858000"/>
              <a:gd name="connsiteX126" fmla="*/ 436547 w 1605470"/>
              <a:gd name="connsiteY126" fmla="*/ 1861531 h 6858000"/>
              <a:gd name="connsiteX127" fmla="*/ 390346 w 1605470"/>
              <a:gd name="connsiteY127" fmla="*/ 1732919 h 6858000"/>
              <a:gd name="connsiteX128" fmla="*/ 362657 w 1605470"/>
              <a:gd name="connsiteY128" fmla="*/ 1663540 h 6858000"/>
              <a:gd name="connsiteX129" fmla="*/ 361783 w 1605470"/>
              <a:gd name="connsiteY129" fmla="*/ 1615777 h 6858000"/>
              <a:gd name="connsiteX130" fmla="*/ 342578 w 1605470"/>
              <a:gd name="connsiteY130" fmla="*/ 1563678 h 6858000"/>
              <a:gd name="connsiteX131" fmla="*/ 355658 w 1605470"/>
              <a:gd name="connsiteY131" fmla="*/ 1519474 h 6858000"/>
              <a:gd name="connsiteX132" fmla="*/ 348400 w 1605470"/>
              <a:gd name="connsiteY132" fmla="*/ 1477995 h 6858000"/>
              <a:gd name="connsiteX133" fmla="*/ 334485 w 1605470"/>
              <a:gd name="connsiteY133" fmla="*/ 1373769 h 6858000"/>
              <a:gd name="connsiteX134" fmla="*/ 342792 w 1605470"/>
              <a:gd name="connsiteY134" fmla="*/ 1307086 h 6858000"/>
              <a:gd name="connsiteX135" fmla="*/ 343980 w 1605470"/>
              <a:gd name="connsiteY135" fmla="*/ 1189033 h 6858000"/>
              <a:gd name="connsiteX136" fmla="*/ 348665 w 1605470"/>
              <a:gd name="connsiteY136" fmla="*/ 1168288 h 6858000"/>
              <a:gd name="connsiteX137" fmla="*/ 340947 w 1605470"/>
              <a:gd name="connsiteY137" fmla="*/ 1142577 h 6858000"/>
              <a:gd name="connsiteX138" fmla="*/ 330253 w 1605470"/>
              <a:gd name="connsiteY138" fmla="*/ 1088484 h 6858000"/>
              <a:gd name="connsiteX139" fmla="*/ 318989 w 1605470"/>
              <a:gd name="connsiteY139" fmla="*/ 1016103 h 6858000"/>
              <a:gd name="connsiteX140" fmla="*/ 320445 w 1605470"/>
              <a:gd name="connsiteY140" fmla="*/ 932283 h 6858000"/>
              <a:gd name="connsiteX141" fmla="*/ 322681 w 1605470"/>
              <a:gd name="connsiteY141" fmla="*/ 915925 h 6858000"/>
              <a:gd name="connsiteX142" fmla="*/ 315310 w 1605470"/>
              <a:gd name="connsiteY142" fmla="*/ 896999 h 6858000"/>
              <a:gd name="connsiteX143" fmla="*/ 284718 w 1605470"/>
              <a:gd name="connsiteY143" fmla="*/ 821517 h 6858000"/>
              <a:gd name="connsiteX144" fmla="*/ 263668 w 1605470"/>
              <a:gd name="connsiteY144" fmla="*/ 751353 h 6858000"/>
              <a:gd name="connsiteX145" fmla="*/ 263226 w 1605470"/>
              <a:gd name="connsiteY145" fmla="*/ 721230 h 6858000"/>
              <a:gd name="connsiteX146" fmla="*/ 248897 w 1605470"/>
              <a:gd name="connsiteY146" fmla="*/ 681659 h 6858000"/>
              <a:gd name="connsiteX147" fmla="*/ 234316 w 1605470"/>
              <a:gd name="connsiteY147" fmla="*/ 635218 h 6858000"/>
              <a:gd name="connsiteX148" fmla="*/ 239327 w 1605470"/>
              <a:gd name="connsiteY148" fmla="*/ 613763 h 6858000"/>
              <a:gd name="connsiteX149" fmla="*/ 225269 w 1605470"/>
              <a:gd name="connsiteY149" fmla="*/ 598582 h 6858000"/>
              <a:gd name="connsiteX150" fmla="*/ 224950 w 1605470"/>
              <a:gd name="connsiteY150" fmla="*/ 576846 h 6858000"/>
              <a:gd name="connsiteX151" fmla="*/ 204576 w 1605470"/>
              <a:gd name="connsiteY151" fmla="*/ 530055 h 6858000"/>
              <a:gd name="connsiteX152" fmla="*/ 219064 w 1605470"/>
              <a:gd name="connsiteY152" fmla="*/ 469651 h 6858000"/>
              <a:gd name="connsiteX153" fmla="*/ 195012 w 1605470"/>
              <a:gd name="connsiteY153" fmla="*/ 448559 h 6858000"/>
              <a:gd name="connsiteX154" fmla="*/ 201434 w 1605470"/>
              <a:gd name="connsiteY154" fmla="*/ 441529 h 6858000"/>
              <a:gd name="connsiteX155" fmla="*/ 200655 w 1605470"/>
              <a:gd name="connsiteY155" fmla="*/ 428927 h 6858000"/>
              <a:gd name="connsiteX156" fmla="*/ 190059 w 1605470"/>
              <a:gd name="connsiteY156" fmla="*/ 430161 h 6858000"/>
              <a:gd name="connsiteX157" fmla="*/ 167079 w 1605470"/>
              <a:gd name="connsiteY157" fmla="*/ 367211 h 6858000"/>
              <a:gd name="connsiteX158" fmla="*/ 124571 w 1605470"/>
              <a:gd name="connsiteY158" fmla="*/ 302178 h 6858000"/>
              <a:gd name="connsiteX159" fmla="*/ 103243 w 1605470"/>
              <a:gd name="connsiteY159" fmla="*/ 211375 h 6858000"/>
              <a:gd name="connsiteX160" fmla="*/ 94571 w 1605470"/>
              <a:gd name="connsiteY160" fmla="*/ 184179 h 6858000"/>
              <a:gd name="connsiteX161" fmla="*/ 13437 w 1605470"/>
              <a:gd name="connsiteY161" fmla="*/ 19287 h 6858000"/>
              <a:gd name="connsiteX162" fmla="*/ 0 w 1605470"/>
              <a:gd name="connsiteY16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35510 w 1605470"/>
              <a:gd name="connsiteY116" fmla="*/ 2402874 h 6858000"/>
              <a:gd name="connsiteX117" fmla="*/ 538122 w 1605470"/>
              <a:gd name="connsiteY117" fmla="*/ 2381443 h 6858000"/>
              <a:gd name="connsiteX118" fmla="*/ 514451 w 1605470"/>
              <a:gd name="connsiteY118" fmla="*/ 2261920 h 6858000"/>
              <a:gd name="connsiteX119" fmla="*/ 504338 w 1605470"/>
              <a:gd name="connsiteY119" fmla="*/ 2195378 h 6858000"/>
              <a:gd name="connsiteX120" fmla="*/ 488555 w 1605470"/>
              <a:gd name="connsiteY120" fmla="*/ 2155135 h 6858000"/>
              <a:gd name="connsiteX121" fmla="*/ 486013 w 1605470"/>
              <a:gd name="connsiteY121" fmla="*/ 2118008 h 6858000"/>
              <a:gd name="connsiteX122" fmla="*/ 487006 w 1605470"/>
              <a:gd name="connsiteY122" fmla="*/ 2050531 h 6858000"/>
              <a:gd name="connsiteX123" fmla="*/ 478812 w 1605470"/>
              <a:gd name="connsiteY123" fmla="*/ 1963269 h 6858000"/>
              <a:gd name="connsiteX124" fmla="*/ 459990 w 1605470"/>
              <a:gd name="connsiteY124" fmla="*/ 1906352 h 6858000"/>
              <a:gd name="connsiteX125" fmla="*/ 436547 w 1605470"/>
              <a:gd name="connsiteY125" fmla="*/ 1861531 h 6858000"/>
              <a:gd name="connsiteX126" fmla="*/ 390346 w 1605470"/>
              <a:gd name="connsiteY126" fmla="*/ 1732919 h 6858000"/>
              <a:gd name="connsiteX127" fmla="*/ 362657 w 1605470"/>
              <a:gd name="connsiteY127" fmla="*/ 1663540 h 6858000"/>
              <a:gd name="connsiteX128" fmla="*/ 361783 w 1605470"/>
              <a:gd name="connsiteY128" fmla="*/ 1615777 h 6858000"/>
              <a:gd name="connsiteX129" fmla="*/ 342578 w 1605470"/>
              <a:gd name="connsiteY129" fmla="*/ 1563678 h 6858000"/>
              <a:gd name="connsiteX130" fmla="*/ 355658 w 1605470"/>
              <a:gd name="connsiteY130" fmla="*/ 1519474 h 6858000"/>
              <a:gd name="connsiteX131" fmla="*/ 348400 w 1605470"/>
              <a:gd name="connsiteY131" fmla="*/ 1477995 h 6858000"/>
              <a:gd name="connsiteX132" fmla="*/ 334485 w 1605470"/>
              <a:gd name="connsiteY132" fmla="*/ 1373769 h 6858000"/>
              <a:gd name="connsiteX133" fmla="*/ 342792 w 1605470"/>
              <a:gd name="connsiteY133" fmla="*/ 1307086 h 6858000"/>
              <a:gd name="connsiteX134" fmla="*/ 343980 w 1605470"/>
              <a:gd name="connsiteY134" fmla="*/ 1189033 h 6858000"/>
              <a:gd name="connsiteX135" fmla="*/ 348665 w 1605470"/>
              <a:gd name="connsiteY135" fmla="*/ 1168288 h 6858000"/>
              <a:gd name="connsiteX136" fmla="*/ 340947 w 1605470"/>
              <a:gd name="connsiteY136" fmla="*/ 1142577 h 6858000"/>
              <a:gd name="connsiteX137" fmla="*/ 330253 w 1605470"/>
              <a:gd name="connsiteY137" fmla="*/ 1088484 h 6858000"/>
              <a:gd name="connsiteX138" fmla="*/ 318989 w 1605470"/>
              <a:gd name="connsiteY138" fmla="*/ 1016103 h 6858000"/>
              <a:gd name="connsiteX139" fmla="*/ 320445 w 1605470"/>
              <a:gd name="connsiteY139" fmla="*/ 932283 h 6858000"/>
              <a:gd name="connsiteX140" fmla="*/ 322681 w 1605470"/>
              <a:gd name="connsiteY140" fmla="*/ 915925 h 6858000"/>
              <a:gd name="connsiteX141" fmla="*/ 315310 w 1605470"/>
              <a:gd name="connsiteY141" fmla="*/ 896999 h 6858000"/>
              <a:gd name="connsiteX142" fmla="*/ 284718 w 1605470"/>
              <a:gd name="connsiteY142" fmla="*/ 821517 h 6858000"/>
              <a:gd name="connsiteX143" fmla="*/ 263668 w 1605470"/>
              <a:gd name="connsiteY143" fmla="*/ 751353 h 6858000"/>
              <a:gd name="connsiteX144" fmla="*/ 263226 w 1605470"/>
              <a:gd name="connsiteY144" fmla="*/ 721230 h 6858000"/>
              <a:gd name="connsiteX145" fmla="*/ 248897 w 1605470"/>
              <a:gd name="connsiteY145" fmla="*/ 681659 h 6858000"/>
              <a:gd name="connsiteX146" fmla="*/ 234316 w 1605470"/>
              <a:gd name="connsiteY146" fmla="*/ 635218 h 6858000"/>
              <a:gd name="connsiteX147" fmla="*/ 239327 w 1605470"/>
              <a:gd name="connsiteY147" fmla="*/ 613763 h 6858000"/>
              <a:gd name="connsiteX148" fmla="*/ 225269 w 1605470"/>
              <a:gd name="connsiteY148" fmla="*/ 598582 h 6858000"/>
              <a:gd name="connsiteX149" fmla="*/ 224950 w 1605470"/>
              <a:gd name="connsiteY149" fmla="*/ 576846 h 6858000"/>
              <a:gd name="connsiteX150" fmla="*/ 204576 w 1605470"/>
              <a:gd name="connsiteY150" fmla="*/ 530055 h 6858000"/>
              <a:gd name="connsiteX151" fmla="*/ 219064 w 1605470"/>
              <a:gd name="connsiteY151" fmla="*/ 469651 h 6858000"/>
              <a:gd name="connsiteX152" fmla="*/ 195012 w 1605470"/>
              <a:gd name="connsiteY152" fmla="*/ 448559 h 6858000"/>
              <a:gd name="connsiteX153" fmla="*/ 201434 w 1605470"/>
              <a:gd name="connsiteY153" fmla="*/ 441529 h 6858000"/>
              <a:gd name="connsiteX154" fmla="*/ 200655 w 1605470"/>
              <a:gd name="connsiteY154" fmla="*/ 428927 h 6858000"/>
              <a:gd name="connsiteX155" fmla="*/ 190059 w 1605470"/>
              <a:gd name="connsiteY155" fmla="*/ 430161 h 6858000"/>
              <a:gd name="connsiteX156" fmla="*/ 167079 w 1605470"/>
              <a:gd name="connsiteY156" fmla="*/ 367211 h 6858000"/>
              <a:gd name="connsiteX157" fmla="*/ 124571 w 1605470"/>
              <a:gd name="connsiteY157" fmla="*/ 302178 h 6858000"/>
              <a:gd name="connsiteX158" fmla="*/ 103243 w 1605470"/>
              <a:gd name="connsiteY158" fmla="*/ 211375 h 6858000"/>
              <a:gd name="connsiteX159" fmla="*/ 94571 w 1605470"/>
              <a:gd name="connsiteY159" fmla="*/ 184179 h 6858000"/>
              <a:gd name="connsiteX160" fmla="*/ 13437 w 1605470"/>
              <a:gd name="connsiteY160" fmla="*/ 19287 h 6858000"/>
              <a:gd name="connsiteX161" fmla="*/ 0 w 1605470"/>
              <a:gd name="connsiteY16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34648 w 1605470"/>
              <a:gd name="connsiteY104" fmla="*/ 3145733 h 6858000"/>
              <a:gd name="connsiteX105" fmla="*/ 729329 w 1605470"/>
              <a:gd name="connsiteY105" fmla="*/ 3129034 h 6858000"/>
              <a:gd name="connsiteX106" fmla="*/ 729994 w 1605470"/>
              <a:gd name="connsiteY106" fmla="*/ 3126682 h 6858000"/>
              <a:gd name="connsiteX107" fmla="*/ 720862 w 1605470"/>
              <a:gd name="connsiteY107" fmla="*/ 3114519 h 6858000"/>
              <a:gd name="connsiteX108" fmla="*/ 707471 w 1605470"/>
              <a:gd name="connsiteY108" fmla="*/ 3106272 h 6858000"/>
              <a:gd name="connsiteX109" fmla="*/ 680201 w 1605470"/>
              <a:gd name="connsiteY109" fmla="*/ 2958185 h 6858000"/>
              <a:gd name="connsiteX110" fmla="*/ 622815 w 1605470"/>
              <a:gd name="connsiteY110" fmla="*/ 2762989 h 6858000"/>
              <a:gd name="connsiteX111" fmla="*/ 571733 w 1605470"/>
              <a:gd name="connsiteY111" fmla="*/ 2554718 h 6858000"/>
              <a:gd name="connsiteX112" fmla="*/ 551827 w 1605470"/>
              <a:gd name="connsiteY112" fmla="*/ 2485734 h 6858000"/>
              <a:gd name="connsiteX113" fmla="*/ 542550 w 1605470"/>
              <a:gd name="connsiteY113" fmla="*/ 2447068 h 6858000"/>
              <a:gd name="connsiteX114" fmla="*/ 529511 w 1605470"/>
              <a:gd name="connsiteY114" fmla="*/ 2425819 h 6858000"/>
              <a:gd name="connsiteX115" fmla="*/ 535510 w 1605470"/>
              <a:gd name="connsiteY115" fmla="*/ 2402874 h 6858000"/>
              <a:gd name="connsiteX116" fmla="*/ 538122 w 1605470"/>
              <a:gd name="connsiteY116" fmla="*/ 2381443 h 6858000"/>
              <a:gd name="connsiteX117" fmla="*/ 514451 w 1605470"/>
              <a:gd name="connsiteY117" fmla="*/ 2261920 h 6858000"/>
              <a:gd name="connsiteX118" fmla="*/ 504338 w 1605470"/>
              <a:gd name="connsiteY118" fmla="*/ 2195378 h 6858000"/>
              <a:gd name="connsiteX119" fmla="*/ 488555 w 1605470"/>
              <a:gd name="connsiteY119" fmla="*/ 2155135 h 6858000"/>
              <a:gd name="connsiteX120" fmla="*/ 486013 w 1605470"/>
              <a:gd name="connsiteY120" fmla="*/ 2118008 h 6858000"/>
              <a:gd name="connsiteX121" fmla="*/ 487006 w 1605470"/>
              <a:gd name="connsiteY121" fmla="*/ 2050531 h 6858000"/>
              <a:gd name="connsiteX122" fmla="*/ 478812 w 1605470"/>
              <a:gd name="connsiteY122" fmla="*/ 1963269 h 6858000"/>
              <a:gd name="connsiteX123" fmla="*/ 459990 w 1605470"/>
              <a:gd name="connsiteY123" fmla="*/ 1906352 h 6858000"/>
              <a:gd name="connsiteX124" fmla="*/ 436547 w 1605470"/>
              <a:gd name="connsiteY124" fmla="*/ 1861531 h 6858000"/>
              <a:gd name="connsiteX125" fmla="*/ 390346 w 1605470"/>
              <a:gd name="connsiteY125" fmla="*/ 1732919 h 6858000"/>
              <a:gd name="connsiteX126" fmla="*/ 362657 w 1605470"/>
              <a:gd name="connsiteY126" fmla="*/ 1663540 h 6858000"/>
              <a:gd name="connsiteX127" fmla="*/ 361783 w 1605470"/>
              <a:gd name="connsiteY127" fmla="*/ 1615777 h 6858000"/>
              <a:gd name="connsiteX128" fmla="*/ 342578 w 1605470"/>
              <a:gd name="connsiteY128" fmla="*/ 1563678 h 6858000"/>
              <a:gd name="connsiteX129" fmla="*/ 355658 w 1605470"/>
              <a:gd name="connsiteY129" fmla="*/ 1519474 h 6858000"/>
              <a:gd name="connsiteX130" fmla="*/ 348400 w 1605470"/>
              <a:gd name="connsiteY130" fmla="*/ 1477995 h 6858000"/>
              <a:gd name="connsiteX131" fmla="*/ 334485 w 1605470"/>
              <a:gd name="connsiteY131" fmla="*/ 1373769 h 6858000"/>
              <a:gd name="connsiteX132" fmla="*/ 342792 w 1605470"/>
              <a:gd name="connsiteY132" fmla="*/ 1307086 h 6858000"/>
              <a:gd name="connsiteX133" fmla="*/ 343980 w 1605470"/>
              <a:gd name="connsiteY133" fmla="*/ 1189033 h 6858000"/>
              <a:gd name="connsiteX134" fmla="*/ 348665 w 1605470"/>
              <a:gd name="connsiteY134" fmla="*/ 1168288 h 6858000"/>
              <a:gd name="connsiteX135" fmla="*/ 340947 w 1605470"/>
              <a:gd name="connsiteY135" fmla="*/ 1142577 h 6858000"/>
              <a:gd name="connsiteX136" fmla="*/ 330253 w 1605470"/>
              <a:gd name="connsiteY136" fmla="*/ 1088484 h 6858000"/>
              <a:gd name="connsiteX137" fmla="*/ 318989 w 1605470"/>
              <a:gd name="connsiteY137" fmla="*/ 1016103 h 6858000"/>
              <a:gd name="connsiteX138" fmla="*/ 320445 w 1605470"/>
              <a:gd name="connsiteY138" fmla="*/ 932283 h 6858000"/>
              <a:gd name="connsiteX139" fmla="*/ 322681 w 1605470"/>
              <a:gd name="connsiteY139" fmla="*/ 915925 h 6858000"/>
              <a:gd name="connsiteX140" fmla="*/ 315310 w 1605470"/>
              <a:gd name="connsiteY140" fmla="*/ 896999 h 6858000"/>
              <a:gd name="connsiteX141" fmla="*/ 284718 w 1605470"/>
              <a:gd name="connsiteY141" fmla="*/ 821517 h 6858000"/>
              <a:gd name="connsiteX142" fmla="*/ 263668 w 1605470"/>
              <a:gd name="connsiteY142" fmla="*/ 751353 h 6858000"/>
              <a:gd name="connsiteX143" fmla="*/ 263226 w 1605470"/>
              <a:gd name="connsiteY143" fmla="*/ 721230 h 6858000"/>
              <a:gd name="connsiteX144" fmla="*/ 248897 w 1605470"/>
              <a:gd name="connsiteY144" fmla="*/ 681659 h 6858000"/>
              <a:gd name="connsiteX145" fmla="*/ 234316 w 1605470"/>
              <a:gd name="connsiteY145" fmla="*/ 635218 h 6858000"/>
              <a:gd name="connsiteX146" fmla="*/ 239327 w 1605470"/>
              <a:gd name="connsiteY146" fmla="*/ 613763 h 6858000"/>
              <a:gd name="connsiteX147" fmla="*/ 225269 w 1605470"/>
              <a:gd name="connsiteY147" fmla="*/ 598582 h 6858000"/>
              <a:gd name="connsiteX148" fmla="*/ 224950 w 1605470"/>
              <a:gd name="connsiteY148" fmla="*/ 576846 h 6858000"/>
              <a:gd name="connsiteX149" fmla="*/ 204576 w 1605470"/>
              <a:gd name="connsiteY149" fmla="*/ 530055 h 6858000"/>
              <a:gd name="connsiteX150" fmla="*/ 219064 w 1605470"/>
              <a:gd name="connsiteY150" fmla="*/ 469651 h 6858000"/>
              <a:gd name="connsiteX151" fmla="*/ 195012 w 1605470"/>
              <a:gd name="connsiteY151" fmla="*/ 448559 h 6858000"/>
              <a:gd name="connsiteX152" fmla="*/ 201434 w 1605470"/>
              <a:gd name="connsiteY152" fmla="*/ 441529 h 6858000"/>
              <a:gd name="connsiteX153" fmla="*/ 200655 w 1605470"/>
              <a:gd name="connsiteY153" fmla="*/ 428927 h 6858000"/>
              <a:gd name="connsiteX154" fmla="*/ 190059 w 1605470"/>
              <a:gd name="connsiteY154" fmla="*/ 430161 h 6858000"/>
              <a:gd name="connsiteX155" fmla="*/ 167079 w 1605470"/>
              <a:gd name="connsiteY155" fmla="*/ 367211 h 6858000"/>
              <a:gd name="connsiteX156" fmla="*/ 124571 w 1605470"/>
              <a:gd name="connsiteY156" fmla="*/ 302178 h 6858000"/>
              <a:gd name="connsiteX157" fmla="*/ 103243 w 1605470"/>
              <a:gd name="connsiteY157" fmla="*/ 211375 h 6858000"/>
              <a:gd name="connsiteX158" fmla="*/ 94571 w 1605470"/>
              <a:gd name="connsiteY158" fmla="*/ 184179 h 6858000"/>
              <a:gd name="connsiteX159" fmla="*/ 13437 w 1605470"/>
              <a:gd name="connsiteY159" fmla="*/ 19287 h 6858000"/>
              <a:gd name="connsiteX160" fmla="*/ 0 w 1605470"/>
              <a:gd name="connsiteY16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29329 w 1605470"/>
              <a:gd name="connsiteY104" fmla="*/ 3129034 h 6858000"/>
              <a:gd name="connsiteX105" fmla="*/ 729994 w 1605470"/>
              <a:gd name="connsiteY105" fmla="*/ 3126682 h 6858000"/>
              <a:gd name="connsiteX106" fmla="*/ 720862 w 1605470"/>
              <a:gd name="connsiteY106" fmla="*/ 3114519 h 6858000"/>
              <a:gd name="connsiteX107" fmla="*/ 707471 w 1605470"/>
              <a:gd name="connsiteY107" fmla="*/ 3106272 h 6858000"/>
              <a:gd name="connsiteX108" fmla="*/ 680201 w 1605470"/>
              <a:gd name="connsiteY108" fmla="*/ 2958185 h 6858000"/>
              <a:gd name="connsiteX109" fmla="*/ 622815 w 1605470"/>
              <a:gd name="connsiteY109" fmla="*/ 2762989 h 6858000"/>
              <a:gd name="connsiteX110" fmla="*/ 571733 w 1605470"/>
              <a:gd name="connsiteY110" fmla="*/ 2554718 h 6858000"/>
              <a:gd name="connsiteX111" fmla="*/ 551827 w 1605470"/>
              <a:gd name="connsiteY111" fmla="*/ 2485734 h 6858000"/>
              <a:gd name="connsiteX112" fmla="*/ 542550 w 1605470"/>
              <a:gd name="connsiteY112" fmla="*/ 2447068 h 6858000"/>
              <a:gd name="connsiteX113" fmla="*/ 529511 w 1605470"/>
              <a:gd name="connsiteY113" fmla="*/ 2425819 h 6858000"/>
              <a:gd name="connsiteX114" fmla="*/ 535510 w 1605470"/>
              <a:gd name="connsiteY114" fmla="*/ 2402874 h 6858000"/>
              <a:gd name="connsiteX115" fmla="*/ 538122 w 1605470"/>
              <a:gd name="connsiteY115" fmla="*/ 2381443 h 6858000"/>
              <a:gd name="connsiteX116" fmla="*/ 514451 w 1605470"/>
              <a:gd name="connsiteY116" fmla="*/ 2261920 h 6858000"/>
              <a:gd name="connsiteX117" fmla="*/ 504338 w 1605470"/>
              <a:gd name="connsiteY117" fmla="*/ 2195378 h 6858000"/>
              <a:gd name="connsiteX118" fmla="*/ 488555 w 1605470"/>
              <a:gd name="connsiteY118" fmla="*/ 2155135 h 6858000"/>
              <a:gd name="connsiteX119" fmla="*/ 486013 w 1605470"/>
              <a:gd name="connsiteY119" fmla="*/ 2118008 h 6858000"/>
              <a:gd name="connsiteX120" fmla="*/ 487006 w 1605470"/>
              <a:gd name="connsiteY120" fmla="*/ 2050531 h 6858000"/>
              <a:gd name="connsiteX121" fmla="*/ 478812 w 1605470"/>
              <a:gd name="connsiteY121" fmla="*/ 1963269 h 6858000"/>
              <a:gd name="connsiteX122" fmla="*/ 459990 w 1605470"/>
              <a:gd name="connsiteY122" fmla="*/ 1906352 h 6858000"/>
              <a:gd name="connsiteX123" fmla="*/ 436547 w 1605470"/>
              <a:gd name="connsiteY123" fmla="*/ 1861531 h 6858000"/>
              <a:gd name="connsiteX124" fmla="*/ 390346 w 1605470"/>
              <a:gd name="connsiteY124" fmla="*/ 1732919 h 6858000"/>
              <a:gd name="connsiteX125" fmla="*/ 362657 w 1605470"/>
              <a:gd name="connsiteY125" fmla="*/ 1663540 h 6858000"/>
              <a:gd name="connsiteX126" fmla="*/ 361783 w 1605470"/>
              <a:gd name="connsiteY126" fmla="*/ 1615777 h 6858000"/>
              <a:gd name="connsiteX127" fmla="*/ 342578 w 1605470"/>
              <a:gd name="connsiteY127" fmla="*/ 1563678 h 6858000"/>
              <a:gd name="connsiteX128" fmla="*/ 355658 w 1605470"/>
              <a:gd name="connsiteY128" fmla="*/ 1519474 h 6858000"/>
              <a:gd name="connsiteX129" fmla="*/ 348400 w 1605470"/>
              <a:gd name="connsiteY129" fmla="*/ 1477995 h 6858000"/>
              <a:gd name="connsiteX130" fmla="*/ 334485 w 1605470"/>
              <a:gd name="connsiteY130" fmla="*/ 1373769 h 6858000"/>
              <a:gd name="connsiteX131" fmla="*/ 342792 w 1605470"/>
              <a:gd name="connsiteY131" fmla="*/ 1307086 h 6858000"/>
              <a:gd name="connsiteX132" fmla="*/ 343980 w 1605470"/>
              <a:gd name="connsiteY132" fmla="*/ 1189033 h 6858000"/>
              <a:gd name="connsiteX133" fmla="*/ 348665 w 1605470"/>
              <a:gd name="connsiteY133" fmla="*/ 1168288 h 6858000"/>
              <a:gd name="connsiteX134" fmla="*/ 340947 w 1605470"/>
              <a:gd name="connsiteY134" fmla="*/ 1142577 h 6858000"/>
              <a:gd name="connsiteX135" fmla="*/ 330253 w 1605470"/>
              <a:gd name="connsiteY135" fmla="*/ 1088484 h 6858000"/>
              <a:gd name="connsiteX136" fmla="*/ 318989 w 1605470"/>
              <a:gd name="connsiteY136" fmla="*/ 1016103 h 6858000"/>
              <a:gd name="connsiteX137" fmla="*/ 320445 w 1605470"/>
              <a:gd name="connsiteY137" fmla="*/ 932283 h 6858000"/>
              <a:gd name="connsiteX138" fmla="*/ 322681 w 1605470"/>
              <a:gd name="connsiteY138" fmla="*/ 915925 h 6858000"/>
              <a:gd name="connsiteX139" fmla="*/ 315310 w 1605470"/>
              <a:gd name="connsiteY139" fmla="*/ 896999 h 6858000"/>
              <a:gd name="connsiteX140" fmla="*/ 284718 w 1605470"/>
              <a:gd name="connsiteY140" fmla="*/ 821517 h 6858000"/>
              <a:gd name="connsiteX141" fmla="*/ 263668 w 1605470"/>
              <a:gd name="connsiteY141" fmla="*/ 751353 h 6858000"/>
              <a:gd name="connsiteX142" fmla="*/ 263226 w 1605470"/>
              <a:gd name="connsiteY142" fmla="*/ 721230 h 6858000"/>
              <a:gd name="connsiteX143" fmla="*/ 248897 w 1605470"/>
              <a:gd name="connsiteY143" fmla="*/ 681659 h 6858000"/>
              <a:gd name="connsiteX144" fmla="*/ 234316 w 1605470"/>
              <a:gd name="connsiteY144" fmla="*/ 635218 h 6858000"/>
              <a:gd name="connsiteX145" fmla="*/ 239327 w 1605470"/>
              <a:gd name="connsiteY145" fmla="*/ 613763 h 6858000"/>
              <a:gd name="connsiteX146" fmla="*/ 225269 w 1605470"/>
              <a:gd name="connsiteY146" fmla="*/ 598582 h 6858000"/>
              <a:gd name="connsiteX147" fmla="*/ 224950 w 1605470"/>
              <a:gd name="connsiteY147" fmla="*/ 576846 h 6858000"/>
              <a:gd name="connsiteX148" fmla="*/ 204576 w 1605470"/>
              <a:gd name="connsiteY148" fmla="*/ 530055 h 6858000"/>
              <a:gd name="connsiteX149" fmla="*/ 219064 w 1605470"/>
              <a:gd name="connsiteY149" fmla="*/ 469651 h 6858000"/>
              <a:gd name="connsiteX150" fmla="*/ 195012 w 1605470"/>
              <a:gd name="connsiteY150" fmla="*/ 448559 h 6858000"/>
              <a:gd name="connsiteX151" fmla="*/ 201434 w 1605470"/>
              <a:gd name="connsiteY151" fmla="*/ 441529 h 6858000"/>
              <a:gd name="connsiteX152" fmla="*/ 200655 w 1605470"/>
              <a:gd name="connsiteY152" fmla="*/ 428927 h 6858000"/>
              <a:gd name="connsiteX153" fmla="*/ 190059 w 1605470"/>
              <a:gd name="connsiteY153" fmla="*/ 430161 h 6858000"/>
              <a:gd name="connsiteX154" fmla="*/ 167079 w 1605470"/>
              <a:gd name="connsiteY154" fmla="*/ 367211 h 6858000"/>
              <a:gd name="connsiteX155" fmla="*/ 124571 w 1605470"/>
              <a:gd name="connsiteY155" fmla="*/ 302178 h 6858000"/>
              <a:gd name="connsiteX156" fmla="*/ 103243 w 1605470"/>
              <a:gd name="connsiteY156" fmla="*/ 211375 h 6858000"/>
              <a:gd name="connsiteX157" fmla="*/ 94571 w 1605470"/>
              <a:gd name="connsiteY157" fmla="*/ 184179 h 6858000"/>
              <a:gd name="connsiteX158" fmla="*/ 13437 w 1605470"/>
              <a:gd name="connsiteY158" fmla="*/ 19287 h 6858000"/>
              <a:gd name="connsiteX159" fmla="*/ 0 w 1605470"/>
              <a:gd name="connsiteY15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29329 w 1605470"/>
              <a:gd name="connsiteY103" fmla="*/ 3129034 h 6858000"/>
              <a:gd name="connsiteX104" fmla="*/ 729994 w 1605470"/>
              <a:gd name="connsiteY104" fmla="*/ 3126682 h 6858000"/>
              <a:gd name="connsiteX105" fmla="*/ 720862 w 1605470"/>
              <a:gd name="connsiteY105" fmla="*/ 3114519 h 6858000"/>
              <a:gd name="connsiteX106" fmla="*/ 707471 w 1605470"/>
              <a:gd name="connsiteY106" fmla="*/ 3106272 h 6858000"/>
              <a:gd name="connsiteX107" fmla="*/ 680201 w 1605470"/>
              <a:gd name="connsiteY107" fmla="*/ 2958185 h 6858000"/>
              <a:gd name="connsiteX108" fmla="*/ 622815 w 1605470"/>
              <a:gd name="connsiteY108" fmla="*/ 2762989 h 6858000"/>
              <a:gd name="connsiteX109" fmla="*/ 571733 w 1605470"/>
              <a:gd name="connsiteY109" fmla="*/ 2554718 h 6858000"/>
              <a:gd name="connsiteX110" fmla="*/ 551827 w 1605470"/>
              <a:gd name="connsiteY110" fmla="*/ 2485734 h 6858000"/>
              <a:gd name="connsiteX111" fmla="*/ 542550 w 1605470"/>
              <a:gd name="connsiteY111" fmla="*/ 2447068 h 6858000"/>
              <a:gd name="connsiteX112" fmla="*/ 529511 w 1605470"/>
              <a:gd name="connsiteY112" fmla="*/ 2425819 h 6858000"/>
              <a:gd name="connsiteX113" fmla="*/ 535510 w 1605470"/>
              <a:gd name="connsiteY113" fmla="*/ 2402874 h 6858000"/>
              <a:gd name="connsiteX114" fmla="*/ 538122 w 1605470"/>
              <a:gd name="connsiteY114" fmla="*/ 2381443 h 6858000"/>
              <a:gd name="connsiteX115" fmla="*/ 514451 w 1605470"/>
              <a:gd name="connsiteY115" fmla="*/ 2261920 h 6858000"/>
              <a:gd name="connsiteX116" fmla="*/ 504338 w 1605470"/>
              <a:gd name="connsiteY116" fmla="*/ 2195378 h 6858000"/>
              <a:gd name="connsiteX117" fmla="*/ 488555 w 1605470"/>
              <a:gd name="connsiteY117" fmla="*/ 2155135 h 6858000"/>
              <a:gd name="connsiteX118" fmla="*/ 486013 w 1605470"/>
              <a:gd name="connsiteY118" fmla="*/ 2118008 h 6858000"/>
              <a:gd name="connsiteX119" fmla="*/ 487006 w 1605470"/>
              <a:gd name="connsiteY119" fmla="*/ 2050531 h 6858000"/>
              <a:gd name="connsiteX120" fmla="*/ 478812 w 1605470"/>
              <a:gd name="connsiteY120" fmla="*/ 1963269 h 6858000"/>
              <a:gd name="connsiteX121" fmla="*/ 459990 w 1605470"/>
              <a:gd name="connsiteY121" fmla="*/ 1906352 h 6858000"/>
              <a:gd name="connsiteX122" fmla="*/ 436547 w 1605470"/>
              <a:gd name="connsiteY122" fmla="*/ 1861531 h 6858000"/>
              <a:gd name="connsiteX123" fmla="*/ 390346 w 1605470"/>
              <a:gd name="connsiteY123" fmla="*/ 1732919 h 6858000"/>
              <a:gd name="connsiteX124" fmla="*/ 362657 w 1605470"/>
              <a:gd name="connsiteY124" fmla="*/ 1663540 h 6858000"/>
              <a:gd name="connsiteX125" fmla="*/ 361783 w 1605470"/>
              <a:gd name="connsiteY125" fmla="*/ 1615777 h 6858000"/>
              <a:gd name="connsiteX126" fmla="*/ 342578 w 1605470"/>
              <a:gd name="connsiteY126" fmla="*/ 1563678 h 6858000"/>
              <a:gd name="connsiteX127" fmla="*/ 355658 w 1605470"/>
              <a:gd name="connsiteY127" fmla="*/ 1519474 h 6858000"/>
              <a:gd name="connsiteX128" fmla="*/ 348400 w 1605470"/>
              <a:gd name="connsiteY128" fmla="*/ 1477995 h 6858000"/>
              <a:gd name="connsiteX129" fmla="*/ 334485 w 1605470"/>
              <a:gd name="connsiteY129" fmla="*/ 1373769 h 6858000"/>
              <a:gd name="connsiteX130" fmla="*/ 342792 w 1605470"/>
              <a:gd name="connsiteY130" fmla="*/ 1307086 h 6858000"/>
              <a:gd name="connsiteX131" fmla="*/ 343980 w 1605470"/>
              <a:gd name="connsiteY131" fmla="*/ 1189033 h 6858000"/>
              <a:gd name="connsiteX132" fmla="*/ 348665 w 1605470"/>
              <a:gd name="connsiteY132" fmla="*/ 1168288 h 6858000"/>
              <a:gd name="connsiteX133" fmla="*/ 340947 w 1605470"/>
              <a:gd name="connsiteY133" fmla="*/ 1142577 h 6858000"/>
              <a:gd name="connsiteX134" fmla="*/ 330253 w 1605470"/>
              <a:gd name="connsiteY134" fmla="*/ 1088484 h 6858000"/>
              <a:gd name="connsiteX135" fmla="*/ 318989 w 1605470"/>
              <a:gd name="connsiteY135" fmla="*/ 1016103 h 6858000"/>
              <a:gd name="connsiteX136" fmla="*/ 320445 w 1605470"/>
              <a:gd name="connsiteY136" fmla="*/ 932283 h 6858000"/>
              <a:gd name="connsiteX137" fmla="*/ 322681 w 1605470"/>
              <a:gd name="connsiteY137" fmla="*/ 915925 h 6858000"/>
              <a:gd name="connsiteX138" fmla="*/ 315310 w 1605470"/>
              <a:gd name="connsiteY138" fmla="*/ 896999 h 6858000"/>
              <a:gd name="connsiteX139" fmla="*/ 284718 w 1605470"/>
              <a:gd name="connsiteY139" fmla="*/ 821517 h 6858000"/>
              <a:gd name="connsiteX140" fmla="*/ 263668 w 1605470"/>
              <a:gd name="connsiteY140" fmla="*/ 751353 h 6858000"/>
              <a:gd name="connsiteX141" fmla="*/ 263226 w 1605470"/>
              <a:gd name="connsiteY141" fmla="*/ 721230 h 6858000"/>
              <a:gd name="connsiteX142" fmla="*/ 248897 w 1605470"/>
              <a:gd name="connsiteY142" fmla="*/ 681659 h 6858000"/>
              <a:gd name="connsiteX143" fmla="*/ 234316 w 1605470"/>
              <a:gd name="connsiteY143" fmla="*/ 635218 h 6858000"/>
              <a:gd name="connsiteX144" fmla="*/ 239327 w 1605470"/>
              <a:gd name="connsiteY144" fmla="*/ 613763 h 6858000"/>
              <a:gd name="connsiteX145" fmla="*/ 225269 w 1605470"/>
              <a:gd name="connsiteY145" fmla="*/ 598582 h 6858000"/>
              <a:gd name="connsiteX146" fmla="*/ 224950 w 1605470"/>
              <a:gd name="connsiteY146" fmla="*/ 576846 h 6858000"/>
              <a:gd name="connsiteX147" fmla="*/ 204576 w 1605470"/>
              <a:gd name="connsiteY147" fmla="*/ 530055 h 6858000"/>
              <a:gd name="connsiteX148" fmla="*/ 219064 w 1605470"/>
              <a:gd name="connsiteY148" fmla="*/ 469651 h 6858000"/>
              <a:gd name="connsiteX149" fmla="*/ 195012 w 1605470"/>
              <a:gd name="connsiteY149" fmla="*/ 448559 h 6858000"/>
              <a:gd name="connsiteX150" fmla="*/ 201434 w 1605470"/>
              <a:gd name="connsiteY150" fmla="*/ 441529 h 6858000"/>
              <a:gd name="connsiteX151" fmla="*/ 200655 w 1605470"/>
              <a:gd name="connsiteY151" fmla="*/ 428927 h 6858000"/>
              <a:gd name="connsiteX152" fmla="*/ 190059 w 1605470"/>
              <a:gd name="connsiteY152" fmla="*/ 430161 h 6858000"/>
              <a:gd name="connsiteX153" fmla="*/ 167079 w 1605470"/>
              <a:gd name="connsiteY153" fmla="*/ 367211 h 6858000"/>
              <a:gd name="connsiteX154" fmla="*/ 124571 w 1605470"/>
              <a:gd name="connsiteY154" fmla="*/ 302178 h 6858000"/>
              <a:gd name="connsiteX155" fmla="*/ 103243 w 1605470"/>
              <a:gd name="connsiteY155" fmla="*/ 211375 h 6858000"/>
              <a:gd name="connsiteX156" fmla="*/ 94571 w 1605470"/>
              <a:gd name="connsiteY156" fmla="*/ 184179 h 6858000"/>
              <a:gd name="connsiteX157" fmla="*/ 13437 w 1605470"/>
              <a:gd name="connsiteY157" fmla="*/ 19287 h 6858000"/>
              <a:gd name="connsiteX158" fmla="*/ 0 w 1605470"/>
              <a:gd name="connsiteY15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0830 w 1605470"/>
              <a:gd name="connsiteY75" fmla="*/ 3974753 h 6858000"/>
              <a:gd name="connsiteX76" fmla="*/ 692428 w 1605470"/>
              <a:gd name="connsiteY76" fmla="*/ 3969950 h 6858000"/>
              <a:gd name="connsiteX77" fmla="*/ 685850 w 1605470"/>
              <a:gd name="connsiteY77" fmla="*/ 3933779 h 6858000"/>
              <a:gd name="connsiteX78" fmla="*/ 687181 w 1605470"/>
              <a:gd name="connsiteY78" fmla="*/ 3933093 h 6858000"/>
              <a:gd name="connsiteX79" fmla="*/ 691535 w 1605470"/>
              <a:gd name="connsiteY79" fmla="*/ 3922082 h 6858000"/>
              <a:gd name="connsiteX80" fmla="*/ 696613 w 1605470"/>
              <a:gd name="connsiteY80" fmla="*/ 3901461 h 6858000"/>
              <a:gd name="connsiteX81" fmla="*/ 719207 w 1605470"/>
              <a:gd name="connsiteY81" fmla="*/ 3813873 h 6858000"/>
              <a:gd name="connsiteX82" fmla="*/ 718632 w 1605470"/>
              <a:gd name="connsiteY82" fmla="*/ 3806161 h 6858000"/>
              <a:gd name="connsiteX83" fmla="*/ 718939 w 1605470"/>
              <a:gd name="connsiteY83" fmla="*/ 3805957 h 6858000"/>
              <a:gd name="connsiteX84" fmla="*/ 718966 w 1605470"/>
              <a:gd name="connsiteY84" fmla="*/ 3797724 h 6858000"/>
              <a:gd name="connsiteX85" fmla="*/ 717581 w 1605470"/>
              <a:gd name="connsiteY85" fmla="*/ 3792098 h 6858000"/>
              <a:gd name="connsiteX86" fmla="*/ 716465 w 1605470"/>
              <a:gd name="connsiteY86" fmla="*/ 3777135 h 6858000"/>
              <a:gd name="connsiteX87" fmla="*/ 718198 w 1605470"/>
              <a:gd name="connsiteY87" fmla="*/ 3771656 h 6858000"/>
              <a:gd name="connsiteX88" fmla="*/ 721941 w 1605470"/>
              <a:gd name="connsiteY88" fmla="*/ 3769007 h 6858000"/>
              <a:gd name="connsiteX89" fmla="*/ 721407 w 1605470"/>
              <a:gd name="connsiteY89" fmla="*/ 3767709 h 6858000"/>
              <a:gd name="connsiteX90" fmla="*/ 730103 w 1605470"/>
              <a:gd name="connsiteY90" fmla="*/ 3738082 h 6858000"/>
              <a:gd name="connsiteX91" fmla="*/ 737449 w 1605470"/>
              <a:gd name="connsiteY91" fmla="*/ 3673397 h 6858000"/>
              <a:gd name="connsiteX92" fmla="*/ 736745 w 1605470"/>
              <a:gd name="connsiteY92" fmla="*/ 3637109 h 6858000"/>
              <a:gd name="connsiteX93" fmla="*/ 740188 w 1605470"/>
              <a:gd name="connsiteY93" fmla="*/ 3536883 h 6858000"/>
              <a:gd name="connsiteX94" fmla="*/ 747726 w 1605470"/>
              <a:gd name="connsiteY94" fmla="*/ 3435652 h 6858000"/>
              <a:gd name="connsiteX95" fmla="*/ 749397 w 1605470"/>
              <a:gd name="connsiteY95" fmla="*/ 3307769 h 6858000"/>
              <a:gd name="connsiteX96" fmla="*/ 766960 w 1605470"/>
              <a:gd name="connsiteY96" fmla="*/ 3250522 h 6858000"/>
              <a:gd name="connsiteX97" fmla="*/ 767385 w 1605470"/>
              <a:gd name="connsiteY97" fmla="*/ 3229163 h 6858000"/>
              <a:gd name="connsiteX98" fmla="*/ 769208 w 1605470"/>
              <a:gd name="connsiteY98" fmla="*/ 3217217 h 6858000"/>
              <a:gd name="connsiteX99" fmla="*/ 756043 w 1605470"/>
              <a:gd name="connsiteY99" fmla="*/ 3183755 h 6858000"/>
              <a:gd name="connsiteX100" fmla="*/ 756544 w 1605470"/>
              <a:gd name="connsiteY100" fmla="*/ 3178642 h 6858000"/>
              <a:gd name="connsiteX101" fmla="*/ 744144 w 1605470"/>
              <a:gd name="connsiteY101" fmla="*/ 3158586 h 6858000"/>
              <a:gd name="connsiteX102" fmla="*/ 729329 w 1605470"/>
              <a:gd name="connsiteY102" fmla="*/ 3129034 h 6858000"/>
              <a:gd name="connsiteX103" fmla="*/ 729994 w 1605470"/>
              <a:gd name="connsiteY103" fmla="*/ 3126682 h 6858000"/>
              <a:gd name="connsiteX104" fmla="*/ 720862 w 1605470"/>
              <a:gd name="connsiteY104" fmla="*/ 3114519 h 6858000"/>
              <a:gd name="connsiteX105" fmla="*/ 707471 w 1605470"/>
              <a:gd name="connsiteY105" fmla="*/ 3106272 h 6858000"/>
              <a:gd name="connsiteX106" fmla="*/ 680201 w 1605470"/>
              <a:gd name="connsiteY106" fmla="*/ 2958185 h 6858000"/>
              <a:gd name="connsiteX107" fmla="*/ 622815 w 1605470"/>
              <a:gd name="connsiteY107" fmla="*/ 2762989 h 6858000"/>
              <a:gd name="connsiteX108" fmla="*/ 571733 w 1605470"/>
              <a:gd name="connsiteY108" fmla="*/ 2554718 h 6858000"/>
              <a:gd name="connsiteX109" fmla="*/ 551827 w 1605470"/>
              <a:gd name="connsiteY109" fmla="*/ 2485734 h 6858000"/>
              <a:gd name="connsiteX110" fmla="*/ 542550 w 1605470"/>
              <a:gd name="connsiteY110" fmla="*/ 2447068 h 6858000"/>
              <a:gd name="connsiteX111" fmla="*/ 529511 w 1605470"/>
              <a:gd name="connsiteY111" fmla="*/ 2425819 h 6858000"/>
              <a:gd name="connsiteX112" fmla="*/ 535510 w 1605470"/>
              <a:gd name="connsiteY112" fmla="*/ 2402874 h 6858000"/>
              <a:gd name="connsiteX113" fmla="*/ 538122 w 1605470"/>
              <a:gd name="connsiteY113" fmla="*/ 2381443 h 6858000"/>
              <a:gd name="connsiteX114" fmla="*/ 514451 w 1605470"/>
              <a:gd name="connsiteY114" fmla="*/ 2261920 h 6858000"/>
              <a:gd name="connsiteX115" fmla="*/ 504338 w 1605470"/>
              <a:gd name="connsiteY115" fmla="*/ 2195378 h 6858000"/>
              <a:gd name="connsiteX116" fmla="*/ 488555 w 1605470"/>
              <a:gd name="connsiteY116" fmla="*/ 2155135 h 6858000"/>
              <a:gd name="connsiteX117" fmla="*/ 486013 w 1605470"/>
              <a:gd name="connsiteY117" fmla="*/ 2118008 h 6858000"/>
              <a:gd name="connsiteX118" fmla="*/ 487006 w 1605470"/>
              <a:gd name="connsiteY118" fmla="*/ 2050531 h 6858000"/>
              <a:gd name="connsiteX119" fmla="*/ 478812 w 1605470"/>
              <a:gd name="connsiteY119" fmla="*/ 1963269 h 6858000"/>
              <a:gd name="connsiteX120" fmla="*/ 459990 w 1605470"/>
              <a:gd name="connsiteY120" fmla="*/ 1906352 h 6858000"/>
              <a:gd name="connsiteX121" fmla="*/ 436547 w 1605470"/>
              <a:gd name="connsiteY121" fmla="*/ 1861531 h 6858000"/>
              <a:gd name="connsiteX122" fmla="*/ 390346 w 1605470"/>
              <a:gd name="connsiteY122" fmla="*/ 1732919 h 6858000"/>
              <a:gd name="connsiteX123" fmla="*/ 362657 w 1605470"/>
              <a:gd name="connsiteY123" fmla="*/ 1663540 h 6858000"/>
              <a:gd name="connsiteX124" fmla="*/ 361783 w 1605470"/>
              <a:gd name="connsiteY124" fmla="*/ 1615777 h 6858000"/>
              <a:gd name="connsiteX125" fmla="*/ 342578 w 1605470"/>
              <a:gd name="connsiteY125" fmla="*/ 1563678 h 6858000"/>
              <a:gd name="connsiteX126" fmla="*/ 355658 w 1605470"/>
              <a:gd name="connsiteY126" fmla="*/ 1519474 h 6858000"/>
              <a:gd name="connsiteX127" fmla="*/ 348400 w 1605470"/>
              <a:gd name="connsiteY127" fmla="*/ 1477995 h 6858000"/>
              <a:gd name="connsiteX128" fmla="*/ 334485 w 1605470"/>
              <a:gd name="connsiteY128" fmla="*/ 1373769 h 6858000"/>
              <a:gd name="connsiteX129" fmla="*/ 342792 w 1605470"/>
              <a:gd name="connsiteY129" fmla="*/ 1307086 h 6858000"/>
              <a:gd name="connsiteX130" fmla="*/ 343980 w 1605470"/>
              <a:gd name="connsiteY130" fmla="*/ 1189033 h 6858000"/>
              <a:gd name="connsiteX131" fmla="*/ 348665 w 1605470"/>
              <a:gd name="connsiteY131" fmla="*/ 1168288 h 6858000"/>
              <a:gd name="connsiteX132" fmla="*/ 340947 w 1605470"/>
              <a:gd name="connsiteY132" fmla="*/ 1142577 h 6858000"/>
              <a:gd name="connsiteX133" fmla="*/ 330253 w 1605470"/>
              <a:gd name="connsiteY133" fmla="*/ 1088484 h 6858000"/>
              <a:gd name="connsiteX134" fmla="*/ 318989 w 1605470"/>
              <a:gd name="connsiteY134" fmla="*/ 1016103 h 6858000"/>
              <a:gd name="connsiteX135" fmla="*/ 320445 w 1605470"/>
              <a:gd name="connsiteY135" fmla="*/ 932283 h 6858000"/>
              <a:gd name="connsiteX136" fmla="*/ 322681 w 1605470"/>
              <a:gd name="connsiteY136" fmla="*/ 915925 h 6858000"/>
              <a:gd name="connsiteX137" fmla="*/ 315310 w 1605470"/>
              <a:gd name="connsiteY137" fmla="*/ 896999 h 6858000"/>
              <a:gd name="connsiteX138" fmla="*/ 284718 w 1605470"/>
              <a:gd name="connsiteY138" fmla="*/ 821517 h 6858000"/>
              <a:gd name="connsiteX139" fmla="*/ 263668 w 1605470"/>
              <a:gd name="connsiteY139" fmla="*/ 751353 h 6858000"/>
              <a:gd name="connsiteX140" fmla="*/ 263226 w 1605470"/>
              <a:gd name="connsiteY140" fmla="*/ 721230 h 6858000"/>
              <a:gd name="connsiteX141" fmla="*/ 248897 w 1605470"/>
              <a:gd name="connsiteY141" fmla="*/ 681659 h 6858000"/>
              <a:gd name="connsiteX142" fmla="*/ 234316 w 1605470"/>
              <a:gd name="connsiteY142" fmla="*/ 635218 h 6858000"/>
              <a:gd name="connsiteX143" fmla="*/ 239327 w 1605470"/>
              <a:gd name="connsiteY143" fmla="*/ 613763 h 6858000"/>
              <a:gd name="connsiteX144" fmla="*/ 225269 w 1605470"/>
              <a:gd name="connsiteY144" fmla="*/ 598582 h 6858000"/>
              <a:gd name="connsiteX145" fmla="*/ 224950 w 1605470"/>
              <a:gd name="connsiteY145" fmla="*/ 576846 h 6858000"/>
              <a:gd name="connsiteX146" fmla="*/ 204576 w 1605470"/>
              <a:gd name="connsiteY146" fmla="*/ 530055 h 6858000"/>
              <a:gd name="connsiteX147" fmla="*/ 219064 w 1605470"/>
              <a:gd name="connsiteY147" fmla="*/ 469651 h 6858000"/>
              <a:gd name="connsiteX148" fmla="*/ 195012 w 1605470"/>
              <a:gd name="connsiteY148" fmla="*/ 448559 h 6858000"/>
              <a:gd name="connsiteX149" fmla="*/ 201434 w 1605470"/>
              <a:gd name="connsiteY149" fmla="*/ 441529 h 6858000"/>
              <a:gd name="connsiteX150" fmla="*/ 200655 w 1605470"/>
              <a:gd name="connsiteY150" fmla="*/ 428927 h 6858000"/>
              <a:gd name="connsiteX151" fmla="*/ 190059 w 1605470"/>
              <a:gd name="connsiteY151" fmla="*/ 430161 h 6858000"/>
              <a:gd name="connsiteX152" fmla="*/ 167079 w 1605470"/>
              <a:gd name="connsiteY152" fmla="*/ 367211 h 6858000"/>
              <a:gd name="connsiteX153" fmla="*/ 124571 w 1605470"/>
              <a:gd name="connsiteY153" fmla="*/ 302178 h 6858000"/>
              <a:gd name="connsiteX154" fmla="*/ 103243 w 1605470"/>
              <a:gd name="connsiteY154" fmla="*/ 211375 h 6858000"/>
              <a:gd name="connsiteX155" fmla="*/ 94571 w 1605470"/>
              <a:gd name="connsiteY155" fmla="*/ 184179 h 6858000"/>
              <a:gd name="connsiteX156" fmla="*/ 13437 w 1605470"/>
              <a:gd name="connsiteY156" fmla="*/ 19287 h 6858000"/>
              <a:gd name="connsiteX157" fmla="*/ 0 w 1605470"/>
              <a:gd name="connsiteY15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219064 w 1605470"/>
              <a:gd name="connsiteY146" fmla="*/ 469651 h 6858000"/>
              <a:gd name="connsiteX147" fmla="*/ 195012 w 1605470"/>
              <a:gd name="connsiteY147" fmla="*/ 448559 h 6858000"/>
              <a:gd name="connsiteX148" fmla="*/ 201434 w 1605470"/>
              <a:gd name="connsiteY148" fmla="*/ 441529 h 6858000"/>
              <a:gd name="connsiteX149" fmla="*/ 200655 w 1605470"/>
              <a:gd name="connsiteY149" fmla="*/ 428927 h 6858000"/>
              <a:gd name="connsiteX150" fmla="*/ 190059 w 1605470"/>
              <a:gd name="connsiteY150" fmla="*/ 430161 h 6858000"/>
              <a:gd name="connsiteX151" fmla="*/ 167079 w 1605470"/>
              <a:gd name="connsiteY151" fmla="*/ 367211 h 6858000"/>
              <a:gd name="connsiteX152" fmla="*/ 124571 w 1605470"/>
              <a:gd name="connsiteY152" fmla="*/ 302178 h 6858000"/>
              <a:gd name="connsiteX153" fmla="*/ 103243 w 1605470"/>
              <a:gd name="connsiteY153" fmla="*/ 211375 h 6858000"/>
              <a:gd name="connsiteX154" fmla="*/ 94571 w 1605470"/>
              <a:gd name="connsiteY154" fmla="*/ 184179 h 6858000"/>
              <a:gd name="connsiteX155" fmla="*/ 13437 w 1605470"/>
              <a:gd name="connsiteY155" fmla="*/ 19287 h 6858000"/>
              <a:gd name="connsiteX156" fmla="*/ 0 w 1605470"/>
              <a:gd name="connsiteY15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13437 w 1605470"/>
              <a:gd name="connsiteY154" fmla="*/ 19287 h 6858000"/>
              <a:gd name="connsiteX155" fmla="*/ 0 w 1605470"/>
              <a:gd name="connsiteY15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48685 w 1605470"/>
              <a:gd name="connsiteY154" fmla="*/ 13677 h 6858000"/>
              <a:gd name="connsiteX155" fmla="*/ 0 w 1605470"/>
              <a:gd name="connsiteY155" fmla="*/ 0 h 6858000"/>
              <a:gd name="connsiteX0" fmla="*/ 48246 w 1556785"/>
              <a:gd name="connsiteY0" fmla="*/ 0 h 6858000"/>
              <a:gd name="connsiteX1" fmla="*/ 1556785 w 1556785"/>
              <a:gd name="connsiteY1" fmla="*/ 0 h 6858000"/>
              <a:gd name="connsiteX2" fmla="*/ 1556785 w 1556785"/>
              <a:gd name="connsiteY2" fmla="*/ 6858000 h 6858000"/>
              <a:gd name="connsiteX3" fmla="*/ 105420 w 1556785"/>
              <a:gd name="connsiteY3" fmla="*/ 6858000 h 6858000"/>
              <a:gd name="connsiteX4" fmla="*/ 105561 w 1556785"/>
              <a:gd name="connsiteY4" fmla="*/ 6857735 h 6858000"/>
              <a:gd name="connsiteX5" fmla="*/ 117610 w 1556785"/>
              <a:gd name="connsiteY5" fmla="*/ 6809549 h 6858000"/>
              <a:gd name="connsiteX6" fmla="*/ 149821 w 1556785"/>
              <a:gd name="connsiteY6" fmla="*/ 6715115 h 6858000"/>
              <a:gd name="connsiteX7" fmla="*/ 159672 w 1556785"/>
              <a:gd name="connsiteY7" fmla="*/ 6680170 h 6858000"/>
              <a:gd name="connsiteX8" fmla="*/ 185222 w 1556785"/>
              <a:gd name="connsiteY8" fmla="*/ 6621207 h 6858000"/>
              <a:gd name="connsiteX9" fmla="*/ 201879 w 1556785"/>
              <a:gd name="connsiteY9" fmla="*/ 6596265 h 6858000"/>
              <a:gd name="connsiteX10" fmla="*/ 201758 w 1556785"/>
              <a:gd name="connsiteY10" fmla="*/ 6594818 h 6858000"/>
              <a:gd name="connsiteX11" fmla="*/ 206003 w 1556785"/>
              <a:gd name="connsiteY11" fmla="*/ 6593735 h 6858000"/>
              <a:gd name="connsiteX12" fmla="*/ 209200 w 1556785"/>
              <a:gd name="connsiteY12" fmla="*/ 6589172 h 6858000"/>
              <a:gd name="connsiteX13" fmla="*/ 212494 w 1556785"/>
              <a:gd name="connsiteY13" fmla="*/ 6574442 h 6858000"/>
              <a:gd name="connsiteX14" fmla="*/ 212834 w 1556785"/>
              <a:gd name="connsiteY14" fmla="*/ 6568530 h 6858000"/>
              <a:gd name="connsiteX15" fmla="*/ 215243 w 1556785"/>
              <a:gd name="connsiteY15" fmla="*/ 6560674 h 6858000"/>
              <a:gd name="connsiteX16" fmla="*/ 215588 w 1556785"/>
              <a:gd name="connsiteY16" fmla="*/ 6560598 h 6858000"/>
              <a:gd name="connsiteX17" fmla="*/ 217285 w 1556785"/>
              <a:gd name="connsiteY17" fmla="*/ 6553006 h 6858000"/>
              <a:gd name="connsiteX18" fmla="*/ 221981 w 1556785"/>
              <a:gd name="connsiteY18" fmla="*/ 6514360 h 6858000"/>
              <a:gd name="connsiteX19" fmla="*/ 263635 w 1556785"/>
              <a:gd name="connsiteY19" fmla="*/ 6478062 h 6858000"/>
              <a:gd name="connsiteX20" fmla="*/ 274324 w 1556785"/>
              <a:gd name="connsiteY20" fmla="*/ 6460325 h 6858000"/>
              <a:gd name="connsiteX21" fmla="*/ 281557 w 1556785"/>
              <a:gd name="connsiteY21" fmla="*/ 6451488 h 6858000"/>
              <a:gd name="connsiteX22" fmla="*/ 282992 w 1556785"/>
              <a:gd name="connsiteY22" fmla="*/ 6451348 h 6858000"/>
              <a:gd name="connsiteX23" fmla="*/ 287350 w 1556785"/>
              <a:gd name="connsiteY23" fmla="*/ 6414240 h 6858000"/>
              <a:gd name="connsiteX24" fmla="*/ 290226 w 1556785"/>
              <a:gd name="connsiteY24" fmla="*/ 6410269 h 6858000"/>
              <a:gd name="connsiteX25" fmla="*/ 290126 w 1556785"/>
              <a:gd name="connsiteY25" fmla="*/ 6384857 h 6858000"/>
              <a:gd name="connsiteX26" fmla="*/ 291643 w 1556785"/>
              <a:gd name="connsiteY26" fmla="*/ 6372381 h 6858000"/>
              <a:gd name="connsiteX27" fmla="*/ 288837 w 1556785"/>
              <a:gd name="connsiteY27" fmla="*/ 6367510 h 6858000"/>
              <a:gd name="connsiteX28" fmla="*/ 292717 w 1556785"/>
              <a:gd name="connsiteY28" fmla="*/ 6349778 h 6858000"/>
              <a:gd name="connsiteX29" fmla="*/ 294382 w 1556785"/>
              <a:gd name="connsiteY29" fmla="*/ 6348250 h 6858000"/>
              <a:gd name="connsiteX30" fmla="*/ 310416 w 1556785"/>
              <a:gd name="connsiteY30" fmla="*/ 6281972 h 6858000"/>
              <a:gd name="connsiteX31" fmla="*/ 321179 w 1556785"/>
              <a:gd name="connsiteY31" fmla="*/ 6211940 h 6858000"/>
              <a:gd name="connsiteX32" fmla="*/ 362674 w 1556785"/>
              <a:gd name="connsiteY32" fmla="*/ 6113913 h 6858000"/>
              <a:gd name="connsiteX33" fmla="*/ 366967 w 1556785"/>
              <a:gd name="connsiteY33" fmla="*/ 6028119 h 6858000"/>
              <a:gd name="connsiteX34" fmla="*/ 393747 w 1556785"/>
              <a:gd name="connsiteY34" fmla="*/ 5934687 h 6858000"/>
              <a:gd name="connsiteX35" fmla="*/ 427759 w 1556785"/>
              <a:gd name="connsiteY35" fmla="*/ 5765594 h 6858000"/>
              <a:gd name="connsiteX36" fmla="*/ 459595 w 1556785"/>
              <a:gd name="connsiteY36" fmla="*/ 5693685 h 6858000"/>
              <a:gd name="connsiteX37" fmla="*/ 479650 w 1556785"/>
              <a:gd name="connsiteY37" fmla="*/ 5665173 h 6858000"/>
              <a:gd name="connsiteX38" fmla="*/ 513367 w 1556785"/>
              <a:gd name="connsiteY38" fmla="*/ 5563435 h 6858000"/>
              <a:gd name="connsiteX39" fmla="*/ 542872 w 1556785"/>
              <a:gd name="connsiteY39" fmla="*/ 5476393 h 6858000"/>
              <a:gd name="connsiteX40" fmla="*/ 574065 w 1556785"/>
              <a:gd name="connsiteY40" fmla="*/ 5396260 h 6858000"/>
              <a:gd name="connsiteX41" fmla="*/ 590046 w 1556785"/>
              <a:gd name="connsiteY41" fmla="*/ 5330009 h 6858000"/>
              <a:gd name="connsiteX42" fmla="*/ 623539 w 1556785"/>
              <a:gd name="connsiteY42" fmla="*/ 5273739 h 6858000"/>
              <a:gd name="connsiteX43" fmla="*/ 633138 w 1556785"/>
              <a:gd name="connsiteY43" fmla="*/ 5241779 h 6858000"/>
              <a:gd name="connsiteX44" fmla="*/ 644364 w 1556785"/>
              <a:gd name="connsiteY44" fmla="*/ 5225268 h 6858000"/>
              <a:gd name="connsiteX45" fmla="*/ 645384 w 1556785"/>
              <a:gd name="connsiteY45" fmla="*/ 5217684 h 6858000"/>
              <a:gd name="connsiteX46" fmla="*/ 652725 w 1556785"/>
              <a:gd name="connsiteY46" fmla="*/ 5193377 h 6858000"/>
              <a:gd name="connsiteX47" fmla="*/ 656028 w 1556785"/>
              <a:gd name="connsiteY47" fmla="*/ 5179288 h 6858000"/>
              <a:gd name="connsiteX48" fmla="*/ 657012 w 1556785"/>
              <a:gd name="connsiteY48" fmla="*/ 5173621 h 6858000"/>
              <a:gd name="connsiteX49" fmla="*/ 652646 w 1556785"/>
              <a:gd name="connsiteY49" fmla="*/ 5159961 h 6858000"/>
              <a:gd name="connsiteX50" fmla="*/ 659323 w 1556785"/>
              <a:gd name="connsiteY50" fmla="*/ 5144295 h 6858000"/>
              <a:gd name="connsiteX51" fmla="*/ 656256 w 1556785"/>
              <a:gd name="connsiteY51" fmla="*/ 5125185 h 6858000"/>
              <a:gd name="connsiteX52" fmla="*/ 663086 w 1556785"/>
              <a:gd name="connsiteY52" fmla="*/ 5121884 h 6858000"/>
              <a:gd name="connsiteX53" fmla="*/ 670122 w 1556785"/>
              <a:gd name="connsiteY53" fmla="*/ 5067850 h 6858000"/>
              <a:gd name="connsiteX54" fmla="*/ 672853 w 1556785"/>
              <a:gd name="connsiteY54" fmla="*/ 5060861 h 6858000"/>
              <a:gd name="connsiteX55" fmla="*/ 669557 w 1556785"/>
              <a:gd name="connsiteY55" fmla="*/ 5034192 h 6858000"/>
              <a:gd name="connsiteX56" fmla="*/ 671111 w 1556785"/>
              <a:gd name="connsiteY56" fmla="*/ 4993030 h 6858000"/>
              <a:gd name="connsiteX57" fmla="*/ 678020 w 1556785"/>
              <a:gd name="connsiteY57" fmla="*/ 4946844 h 6858000"/>
              <a:gd name="connsiteX58" fmla="*/ 673876 w 1556785"/>
              <a:gd name="connsiteY58" fmla="*/ 4932692 h 6858000"/>
              <a:gd name="connsiteX59" fmla="*/ 689279 w 1556785"/>
              <a:gd name="connsiteY59" fmla="*/ 4858827 h 6858000"/>
              <a:gd name="connsiteX60" fmla="*/ 683433 w 1556785"/>
              <a:gd name="connsiteY60" fmla="*/ 4801535 h 6858000"/>
              <a:gd name="connsiteX61" fmla="*/ 691102 w 1556785"/>
              <a:gd name="connsiteY61" fmla="*/ 4797794 h 6858000"/>
              <a:gd name="connsiteX62" fmla="*/ 692396 w 1556785"/>
              <a:gd name="connsiteY62" fmla="*/ 4784526 h 6858000"/>
              <a:gd name="connsiteX63" fmla="*/ 694180 w 1556785"/>
              <a:gd name="connsiteY63" fmla="*/ 4781211 h 6858000"/>
              <a:gd name="connsiteX64" fmla="*/ 702967 w 1556785"/>
              <a:gd name="connsiteY64" fmla="*/ 4761984 h 6858000"/>
              <a:gd name="connsiteX65" fmla="*/ 699015 w 1556785"/>
              <a:gd name="connsiteY65" fmla="*/ 4690749 h 6858000"/>
              <a:gd name="connsiteX66" fmla="*/ 694495 w 1556785"/>
              <a:gd name="connsiteY66" fmla="*/ 4584173 h 6858000"/>
              <a:gd name="connsiteX67" fmla="*/ 689578 w 1556785"/>
              <a:gd name="connsiteY67" fmla="*/ 4444346 h 6858000"/>
              <a:gd name="connsiteX68" fmla="*/ 686143 w 1556785"/>
              <a:gd name="connsiteY68" fmla="*/ 4375228 h 6858000"/>
              <a:gd name="connsiteX69" fmla="*/ 666796 w 1556785"/>
              <a:gd name="connsiteY69" fmla="*/ 4214165 h 6858000"/>
              <a:gd name="connsiteX70" fmla="*/ 670869 w 1556785"/>
              <a:gd name="connsiteY70" fmla="*/ 4090296 h 6858000"/>
              <a:gd name="connsiteX71" fmla="*/ 656125 w 1556785"/>
              <a:gd name="connsiteY71" fmla="*/ 4033999 h 6858000"/>
              <a:gd name="connsiteX72" fmla="*/ 657274 w 1556785"/>
              <a:gd name="connsiteY72" fmla="*/ 4031933 h 6858000"/>
              <a:gd name="connsiteX73" fmla="*/ 655850 w 1556785"/>
              <a:gd name="connsiteY73" fmla="*/ 4013953 h 6858000"/>
              <a:gd name="connsiteX74" fmla="*/ 642145 w 1556785"/>
              <a:gd name="connsiteY74" fmla="*/ 3974753 h 6858000"/>
              <a:gd name="connsiteX75" fmla="*/ 643743 w 1556785"/>
              <a:gd name="connsiteY75" fmla="*/ 3969950 h 6858000"/>
              <a:gd name="connsiteX76" fmla="*/ 637165 w 1556785"/>
              <a:gd name="connsiteY76" fmla="*/ 3933779 h 6858000"/>
              <a:gd name="connsiteX77" fmla="*/ 638496 w 1556785"/>
              <a:gd name="connsiteY77" fmla="*/ 3933093 h 6858000"/>
              <a:gd name="connsiteX78" fmla="*/ 642850 w 1556785"/>
              <a:gd name="connsiteY78" fmla="*/ 3922082 h 6858000"/>
              <a:gd name="connsiteX79" fmla="*/ 647928 w 1556785"/>
              <a:gd name="connsiteY79" fmla="*/ 3901461 h 6858000"/>
              <a:gd name="connsiteX80" fmla="*/ 670522 w 1556785"/>
              <a:gd name="connsiteY80" fmla="*/ 3813873 h 6858000"/>
              <a:gd name="connsiteX81" fmla="*/ 669947 w 1556785"/>
              <a:gd name="connsiteY81" fmla="*/ 3806161 h 6858000"/>
              <a:gd name="connsiteX82" fmla="*/ 670254 w 1556785"/>
              <a:gd name="connsiteY82" fmla="*/ 3805957 h 6858000"/>
              <a:gd name="connsiteX83" fmla="*/ 670281 w 1556785"/>
              <a:gd name="connsiteY83" fmla="*/ 3797724 h 6858000"/>
              <a:gd name="connsiteX84" fmla="*/ 668896 w 1556785"/>
              <a:gd name="connsiteY84" fmla="*/ 3792098 h 6858000"/>
              <a:gd name="connsiteX85" fmla="*/ 667780 w 1556785"/>
              <a:gd name="connsiteY85" fmla="*/ 3777135 h 6858000"/>
              <a:gd name="connsiteX86" fmla="*/ 669513 w 1556785"/>
              <a:gd name="connsiteY86" fmla="*/ 3771656 h 6858000"/>
              <a:gd name="connsiteX87" fmla="*/ 673256 w 1556785"/>
              <a:gd name="connsiteY87" fmla="*/ 3769007 h 6858000"/>
              <a:gd name="connsiteX88" fmla="*/ 672722 w 1556785"/>
              <a:gd name="connsiteY88" fmla="*/ 3767709 h 6858000"/>
              <a:gd name="connsiteX89" fmla="*/ 681418 w 1556785"/>
              <a:gd name="connsiteY89" fmla="*/ 3738082 h 6858000"/>
              <a:gd name="connsiteX90" fmla="*/ 688764 w 1556785"/>
              <a:gd name="connsiteY90" fmla="*/ 3673397 h 6858000"/>
              <a:gd name="connsiteX91" fmla="*/ 688060 w 1556785"/>
              <a:gd name="connsiteY91" fmla="*/ 3637109 h 6858000"/>
              <a:gd name="connsiteX92" fmla="*/ 691503 w 1556785"/>
              <a:gd name="connsiteY92" fmla="*/ 3536883 h 6858000"/>
              <a:gd name="connsiteX93" fmla="*/ 699041 w 1556785"/>
              <a:gd name="connsiteY93" fmla="*/ 3435652 h 6858000"/>
              <a:gd name="connsiteX94" fmla="*/ 700712 w 1556785"/>
              <a:gd name="connsiteY94" fmla="*/ 3307769 h 6858000"/>
              <a:gd name="connsiteX95" fmla="*/ 718275 w 1556785"/>
              <a:gd name="connsiteY95" fmla="*/ 3250522 h 6858000"/>
              <a:gd name="connsiteX96" fmla="*/ 718700 w 1556785"/>
              <a:gd name="connsiteY96" fmla="*/ 3229163 h 6858000"/>
              <a:gd name="connsiteX97" fmla="*/ 720523 w 1556785"/>
              <a:gd name="connsiteY97" fmla="*/ 3217217 h 6858000"/>
              <a:gd name="connsiteX98" fmla="*/ 707358 w 1556785"/>
              <a:gd name="connsiteY98" fmla="*/ 3183755 h 6858000"/>
              <a:gd name="connsiteX99" fmla="*/ 707859 w 1556785"/>
              <a:gd name="connsiteY99" fmla="*/ 3178642 h 6858000"/>
              <a:gd name="connsiteX100" fmla="*/ 695459 w 1556785"/>
              <a:gd name="connsiteY100" fmla="*/ 3158586 h 6858000"/>
              <a:gd name="connsiteX101" fmla="*/ 680644 w 1556785"/>
              <a:gd name="connsiteY101" fmla="*/ 3129034 h 6858000"/>
              <a:gd name="connsiteX102" fmla="*/ 681309 w 1556785"/>
              <a:gd name="connsiteY102" fmla="*/ 3126682 h 6858000"/>
              <a:gd name="connsiteX103" fmla="*/ 672177 w 1556785"/>
              <a:gd name="connsiteY103" fmla="*/ 3114519 h 6858000"/>
              <a:gd name="connsiteX104" fmla="*/ 658786 w 1556785"/>
              <a:gd name="connsiteY104" fmla="*/ 3106272 h 6858000"/>
              <a:gd name="connsiteX105" fmla="*/ 631516 w 1556785"/>
              <a:gd name="connsiteY105" fmla="*/ 2958185 h 6858000"/>
              <a:gd name="connsiteX106" fmla="*/ 574130 w 1556785"/>
              <a:gd name="connsiteY106" fmla="*/ 2762989 h 6858000"/>
              <a:gd name="connsiteX107" fmla="*/ 523048 w 1556785"/>
              <a:gd name="connsiteY107" fmla="*/ 2554718 h 6858000"/>
              <a:gd name="connsiteX108" fmla="*/ 503142 w 1556785"/>
              <a:gd name="connsiteY108" fmla="*/ 2485734 h 6858000"/>
              <a:gd name="connsiteX109" fmla="*/ 493865 w 1556785"/>
              <a:gd name="connsiteY109" fmla="*/ 2447068 h 6858000"/>
              <a:gd name="connsiteX110" fmla="*/ 480826 w 1556785"/>
              <a:gd name="connsiteY110" fmla="*/ 2425819 h 6858000"/>
              <a:gd name="connsiteX111" fmla="*/ 486825 w 1556785"/>
              <a:gd name="connsiteY111" fmla="*/ 2402874 h 6858000"/>
              <a:gd name="connsiteX112" fmla="*/ 489437 w 1556785"/>
              <a:gd name="connsiteY112" fmla="*/ 2381443 h 6858000"/>
              <a:gd name="connsiteX113" fmla="*/ 465766 w 1556785"/>
              <a:gd name="connsiteY113" fmla="*/ 2261920 h 6858000"/>
              <a:gd name="connsiteX114" fmla="*/ 455653 w 1556785"/>
              <a:gd name="connsiteY114" fmla="*/ 2195378 h 6858000"/>
              <a:gd name="connsiteX115" fmla="*/ 439870 w 1556785"/>
              <a:gd name="connsiteY115" fmla="*/ 2155135 h 6858000"/>
              <a:gd name="connsiteX116" fmla="*/ 437328 w 1556785"/>
              <a:gd name="connsiteY116" fmla="*/ 2118008 h 6858000"/>
              <a:gd name="connsiteX117" fmla="*/ 438321 w 1556785"/>
              <a:gd name="connsiteY117" fmla="*/ 2050531 h 6858000"/>
              <a:gd name="connsiteX118" fmla="*/ 430127 w 1556785"/>
              <a:gd name="connsiteY118" fmla="*/ 1963269 h 6858000"/>
              <a:gd name="connsiteX119" fmla="*/ 411305 w 1556785"/>
              <a:gd name="connsiteY119" fmla="*/ 1906352 h 6858000"/>
              <a:gd name="connsiteX120" fmla="*/ 387862 w 1556785"/>
              <a:gd name="connsiteY120" fmla="*/ 1861531 h 6858000"/>
              <a:gd name="connsiteX121" fmla="*/ 341661 w 1556785"/>
              <a:gd name="connsiteY121" fmla="*/ 1732919 h 6858000"/>
              <a:gd name="connsiteX122" fmla="*/ 313972 w 1556785"/>
              <a:gd name="connsiteY122" fmla="*/ 1663540 h 6858000"/>
              <a:gd name="connsiteX123" fmla="*/ 313098 w 1556785"/>
              <a:gd name="connsiteY123" fmla="*/ 1615777 h 6858000"/>
              <a:gd name="connsiteX124" fmla="*/ 293893 w 1556785"/>
              <a:gd name="connsiteY124" fmla="*/ 1563678 h 6858000"/>
              <a:gd name="connsiteX125" fmla="*/ 306973 w 1556785"/>
              <a:gd name="connsiteY125" fmla="*/ 1519474 h 6858000"/>
              <a:gd name="connsiteX126" fmla="*/ 299715 w 1556785"/>
              <a:gd name="connsiteY126" fmla="*/ 1477995 h 6858000"/>
              <a:gd name="connsiteX127" fmla="*/ 285800 w 1556785"/>
              <a:gd name="connsiteY127" fmla="*/ 1373769 h 6858000"/>
              <a:gd name="connsiteX128" fmla="*/ 294107 w 1556785"/>
              <a:gd name="connsiteY128" fmla="*/ 1307086 h 6858000"/>
              <a:gd name="connsiteX129" fmla="*/ 295295 w 1556785"/>
              <a:gd name="connsiteY129" fmla="*/ 1189033 h 6858000"/>
              <a:gd name="connsiteX130" fmla="*/ 299980 w 1556785"/>
              <a:gd name="connsiteY130" fmla="*/ 1168288 h 6858000"/>
              <a:gd name="connsiteX131" fmla="*/ 292262 w 1556785"/>
              <a:gd name="connsiteY131" fmla="*/ 1142577 h 6858000"/>
              <a:gd name="connsiteX132" fmla="*/ 281568 w 1556785"/>
              <a:gd name="connsiteY132" fmla="*/ 1088484 h 6858000"/>
              <a:gd name="connsiteX133" fmla="*/ 270304 w 1556785"/>
              <a:gd name="connsiteY133" fmla="*/ 1016103 h 6858000"/>
              <a:gd name="connsiteX134" fmla="*/ 271760 w 1556785"/>
              <a:gd name="connsiteY134" fmla="*/ 932283 h 6858000"/>
              <a:gd name="connsiteX135" fmla="*/ 273996 w 1556785"/>
              <a:gd name="connsiteY135" fmla="*/ 915925 h 6858000"/>
              <a:gd name="connsiteX136" fmla="*/ 266625 w 1556785"/>
              <a:gd name="connsiteY136" fmla="*/ 896999 h 6858000"/>
              <a:gd name="connsiteX137" fmla="*/ 236033 w 1556785"/>
              <a:gd name="connsiteY137" fmla="*/ 821517 h 6858000"/>
              <a:gd name="connsiteX138" fmla="*/ 214983 w 1556785"/>
              <a:gd name="connsiteY138" fmla="*/ 751353 h 6858000"/>
              <a:gd name="connsiteX139" fmla="*/ 214541 w 1556785"/>
              <a:gd name="connsiteY139" fmla="*/ 721230 h 6858000"/>
              <a:gd name="connsiteX140" fmla="*/ 200212 w 1556785"/>
              <a:gd name="connsiteY140" fmla="*/ 681659 h 6858000"/>
              <a:gd name="connsiteX141" fmla="*/ 185631 w 1556785"/>
              <a:gd name="connsiteY141" fmla="*/ 635218 h 6858000"/>
              <a:gd name="connsiteX142" fmla="*/ 190642 w 1556785"/>
              <a:gd name="connsiteY142" fmla="*/ 613763 h 6858000"/>
              <a:gd name="connsiteX143" fmla="*/ 176584 w 1556785"/>
              <a:gd name="connsiteY143" fmla="*/ 598582 h 6858000"/>
              <a:gd name="connsiteX144" fmla="*/ 176265 w 1556785"/>
              <a:gd name="connsiteY144" fmla="*/ 576846 h 6858000"/>
              <a:gd name="connsiteX145" fmla="*/ 155891 w 1556785"/>
              <a:gd name="connsiteY145" fmla="*/ 530055 h 6858000"/>
              <a:gd name="connsiteX146" fmla="*/ 146327 w 1556785"/>
              <a:gd name="connsiteY146" fmla="*/ 448559 h 6858000"/>
              <a:gd name="connsiteX147" fmla="*/ 152749 w 1556785"/>
              <a:gd name="connsiteY147" fmla="*/ 441529 h 6858000"/>
              <a:gd name="connsiteX148" fmla="*/ 151970 w 1556785"/>
              <a:gd name="connsiteY148" fmla="*/ 428927 h 6858000"/>
              <a:gd name="connsiteX149" fmla="*/ 141374 w 1556785"/>
              <a:gd name="connsiteY149" fmla="*/ 430161 h 6858000"/>
              <a:gd name="connsiteX150" fmla="*/ 118394 w 1556785"/>
              <a:gd name="connsiteY150" fmla="*/ 367211 h 6858000"/>
              <a:gd name="connsiteX151" fmla="*/ 75886 w 1556785"/>
              <a:gd name="connsiteY151" fmla="*/ 302178 h 6858000"/>
              <a:gd name="connsiteX152" fmla="*/ 54558 w 1556785"/>
              <a:gd name="connsiteY152" fmla="*/ 211375 h 6858000"/>
              <a:gd name="connsiteX153" fmla="*/ 45886 w 1556785"/>
              <a:gd name="connsiteY153" fmla="*/ 184179 h 6858000"/>
              <a:gd name="connsiteX154" fmla="*/ 0 w 1556785"/>
              <a:gd name="connsiteY154" fmla="*/ 13677 h 6858000"/>
              <a:gd name="connsiteX155" fmla="*/ 48246 w 1556785"/>
              <a:gd name="connsiteY155" fmla="*/ 0 h 6858000"/>
              <a:gd name="connsiteX0" fmla="*/ 6323 w 1514862"/>
              <a:gd name="connsiteY0" fmla="*/ 0 h 6858000"/>
              <a:gd name="connsiteX1" fmla="*/ 1514862 w 1514862"/>
              <a:gd name="connsiteY1" fmla="*/ 0 h 6858000"/>
              <a:gd name="connsiteX2" fmla="*/ 1514862 w 1514862"/>
              <a:gd name="connsiteY2" fmla="*/ 6858000 h 6858000"/>
              <a:gd name="connsiteX3" fmla="*/ 63497 w 1514862"/>
              <a:gd name="connsiteY3" fmla="*/ 6858000 h 6858000"/>
              <a:gd name="connsiteX4" fmla="*/ 63638 w 1514862"/>
              <a:gd name="connsiteY4" fmla="*/ 6857735 h 6858000"/>
              <a:gd name="connsiteX5" fmla="*/ 75687 w 1514862"/>
              <a:gd name="connsiteY5" fmla="*/ 6809549 h 6858000"/>
              <a:gd name="connsiteX6" fmla="*/ 107898 w 1514862"/>
              <a:gd name="connsiteY6" fmla="*/ 6715115 h 6858000"/>
              <a:gd name="connsiteX7" fmla="*/ 117749 w 1514862"/>
              <a:gd name="connsiteY7" fmla="*/ 6680170 h 6858000"/>
              <a:gd name="connsiteX8" fmla="*/ 143299 w 1514862"/>
              <a:gd name="connsiteY8" fmla="*/ 6621207 h 6858000"/>
              <a:gd name="connsiteX9" fmla="*/ 159956 w 1514862"/>
              <a:gd name="connsiteY9" fmla="*/ 6596265 h 6858000"/>
              <a:gd name="connsiteX10" fmla="*/ 159835 w 1514862"/>
              <a:gd name="connsiteY10" fmla="*/ 6594818 h 6858000"/>
              <a:gd name="connsiteX11" fmla="*/ 164080 w 1514862"/>
              <a:gd name="connsiteY11" fmla="*/ 6593735 h 6858000"/>
              <a:gd name="connsiteX12" fmla="*/ 167277 w 1514862"/>
              <a:gd name="connsiteY12" fmla="*/ 6589172 h 6858000"/>
              <a:gd name="connsiteX13" fmla="*/ 170571 w 1514862"/>
              <a:gd name="connsiteY13" fmla="*/ 6574442 h 6858000"/>
              <a:gd name="connsiteX14" fmla="*/ 170911 w 1514862"/>
              <a:gd name="connsiteY14" fmla="*/ 6568530 h 6858000"/>
              <a:gd name="connsiteX15" fmla="*/ 173320 w 1514862"/>
              <a:gd name="connsiteY15" fmla="*/ 6560674 h 6858000"/>
              <a:gd name="connsiteX16" fmla="*/ 173665 w 1514862"/>
              <a:gd name="connsiteY16" fmla="*/ 6560598 h 6858000"/>
              <a:gd name="connsiteX17" fmla="*/ 175362 w 1514862"/>
              <a:gd name="connsiteY17" fmla="*/ 6553006 h 6858000"/>
              <a:gd name="connsiteX18" fmla="*/ 180058 w 1514862"/>
              <a:gd name="connsiteY18" fmla="*/ 6514360 h 6858000"/>
              <a:gd name="connsiteX19" fmla="*/ 221712 w 1514862"/>
              <a:gd name="connsiteY19" fmla="*/ 6478062 h 6858000"/>
              <a:gd name="connsiteX20" fmla="*/ 232401 w 1514862"/>
              <a:gd name="connsiteY20" fmla="*/ 6460325 h 6858000"/>
              <a:gd name="connsiteX21" fmla="*/ 239634 w 1514862"/>
              <a:gd name="connsiteY21" fmla="*/ 6451488 h 6858000"/>
              <a:gd name="connsiteX22" fmla="*/ 241069 w 1514862"/>
              <a:gd name="connsiteY22" fmla="*/ 6451348 h 6858000"/>
              <a:gd name="connsiteX23" fmla="*/ 245427 w 1514862"/>
              <a:gd name="connsiteY23" fmla="*/ 6414240 h 6858000"/>
              <a:gd name="connsiteX24" fmla="*/ 248303 w 1514862"/>
              <a:gd name="connsiteY24" fmla="*/ 6410269 h 6858000"/>
              <a:gd name="connsiteX25" fmla="*/ 248203 w 1514862"/>
              <a:gd name="connsiteY25" fmla="*/ 6384857 h 6858000"/>
              <a:gd name="connsiteX26" fmla="*/ 249720 w 1514862"/>
              <a:gd name="connsiteY26" fmla="*/ 6372381 h 6858000"/>
              <a:gd name="connsiteX27" fmla="*/ 246914 w 1514862"/>
              <a:gd name="connsiteY27" fmla="*/ 6367510 h 6858000"/>
              <a:gd name="connsiteX28" fmla="*/ 250794 w 1514862"/>
              <a:gd name="connsiteY28" fmla="*/ 6349778 h 6858000"/>
              <a:gd name="connsiteX29" fmla="*/ 252459 w 1514862"/>
              <a:gd name="connsiteY29" fmla="*/ 6348250 h 6858000"/>
              <a:gd name="connsiteX30" fmla="*/ 268493 w 1514862"/>
              <a:gd name="connsiteY30" fmla="*/ 6281972 h 6858000"/>
              <a:gd name="connsiteX31" fmla="*/ 279256 w 1514862"/>
              <a:gd name="connsiteY31" fmla="*/ 6211940 h 6858000"/>
              <a:gd name="connsiteX32" fmla="*/ 320751 w 1514862"/>
              <a:gd name="connsiteY32" fmla="*/ 6113913 h 6858000"/>
              <a:gd name="connsiteX33" fmla="*/ 325044 w 1514862"/>
              <a:gd name="connsiteY33" fmla="*/ 6028119 h 6858000"/>
              <a:gd name="connsiteX34" fmla="*/ 351824 w 1514862"/>
              <a:gd name="connsiteY34" fmla="*/ 5934687 h 6858000"/>
              <a:gd name="connsiteX35" fmla="*/ 385836 w 1514862"/>
              <a:gd name="connsiteY35" fmla="*/ 5765594 h 6858000"/>
              <a:gd name="connsiteX36" fmla="*/ 417672 w 1514862"/>
              <a:gd name="connsiteY36" fmla="*/ 5693685 h 6858000"/>
              <a:gd name="connsiteX37" fmla="*/ 437727 w 1514862"/>
              <a:gd name="connsiteY37" fmla="*/ 5665173 h 6858000"/>
              <a:gd name="connsiteX38" fmla="*/ 471444 w 1514862"/>
              <a:gd name="connsiteY38" fmla="*/ 5563435 h 6858000"/>
              <a:gd name="connsiteX39" fmla="*/ 500949 w 1514862"/>
              <a:gd name="connsiteY39" fmla="*/ 5476393 h 6858000"/>
              <a:gd name="connsiteX40" fmla="*/ 532142 w 1514862"/>
              <a:gd name="connsiteY40" fmla="*/ 5396260 h 6858000"/>
              <a:gd name="connsiteX41" fmla="*/ 548123 w 1514862"/>
              <a:gd name="connsiteY41" fmla="*/ 5330009 h 6858000"/>
              <a:gd name="connsiteX42" fmla="*/ 581616 w 1514862"/>
              <a:gd name="connsiteY42" fmla="*/ 5273739 h 6858000"/>
              <a:gd name="connsiteX43" fmla="*/ 591215 w 1514862"/>
              <a:gd name="connsiteY43" fmla="*/ 5241779 h 6858000"/>
              <a:gd name="connsiteX44" fmla="*/ 602441 w 1514862"/>
              <a:gd name="connsiteY44" fmla="*/ 5225268 h 6858000"/>
              <a:gd name="connsiteX45" fmla="*/ 603461 w 1514862"/>
              <a:gd name="connsiteY45" fmla="*/ 5217684 h 6858000"/>
              <a:gd name="connsiteX46" fmla="*/ 610802 w 1514862"/>
              <a:gd name="connsiteY46" fmla="*/ 5193377 h 6858000"/>
              <a:gd name="connsiteX47" fmla="*/ 614105 w 1514862"/>
              <a:gd name="connsiteY47" fmla="*/ 5179288 h 6858000"/>
              <a:gd name="connsiteX48" fmla="*/ 615089 w 1514862"/>
              <a:gd name="connsiteY48" fmla="*/ 5173621 h 6858000"/>
              <a:gd name="connsiteX49" fmla="*/ 610723 w 1514862"/>
              <a:gd name="connsiteY49" fmla="*/ 5159961 h 6858000"/>
              <a:gd name="connsiteX50" fmla="*/ 617400 w 1514862"/>
              <a:gd name="connsiteY50" fmla="*/ 5144295 h 6858000"/>
              <a:gd name="connsiteX51" fmla="*/ 614333 w 1514862"/>
              <a:gd name="connsiteY51" fmla="*/ 5125185 h 6858000"/>
              <a:gd name="connsiteX52" fmla="*/ 621163 w 1514862"/>
              <a:gd name="connsiteY52" fmla="*/ 5121884 h 6858000"/>
              <a:gd name="connsiteX53" fmla="*/ 628199 w 1514862"/>
              <a:gd name="connsiteY53" fmla="*/ 5067850 h 6858000"/>
              <a:gd name="connsiteX54" fmla="*/ 630930 w 1514862"/>
              <a:gd name="connsiteY54" fmla="*/ 5060861 h 6858000"/>
              <a:gd name="connsiteX55" fmla="*/ 627634 w 1514862"/>
              <a:gd name="connsiteY55" fmla="*/ 5034192 h 6858000"/>
              <a:gd name="connsiteX56" fmla="*/ 629188 w 1514862"/>
              <a:gd name="connsiteY56" fmla="*/ 4993030 h 6858000"/>
              <a:gd name="connsiteX57" fmla="*/ 636097 w 1514862"/>
              <a:gd name="connsiteY57" fmla="*/ 4946844 h 6858000"/>
              <a:gd name="connsiteX58" fmla="*/ 631953 w 1514862"/>
              <a:gd name="connsiteY58" fmla="*/ 4932692 h 6858000"/>
              <a:gd name="connsiteX59" fmla="*/ 647356 w 1514862"/>
              <a:gd name="connsiteY59" fmla="*/ 4858827 h 6858000"/>
              <a:gd name="connsiteX60" fmla="*/ 641510 w 1514862"/>
              <a:gd name="connsiteY60" fmla="*/ 4801535 h 6858000"/>
              <a:gd name="connsiteX61" fmla="*/ 649179 w 1514862"/>
              <a:gd name="connsiteY61" fmla="*/ 4797794 h 6858000"/>
              <a:gd name="connsiteX62" fmla="*/ 650473 w 1514862"/>
              <a:gd name="connsiteY62" fmla="*/ 4784526 h 6858000"/>
              <a:gd name="connsiteX63" fmla="*/ 652257 w 1514862"/>
              <a:gd name="connsiteY63" fmla="*/ 4781211 h 6858000"/>
              <a:gd name="connsiteX64" fmla="*/ 661044 w 1514862"/>
              <a:gd name="connsiteY64" fmla="*/ 4761984 h 6858000"/>
              <a:gd name="connsiteX65" fmla="*/ 657092 w 1514862"/>
              <a:gd name="connsiteY65" fmla="*/ 4690749 h 6858000"/>
              <a:gd name="connsiteX66" fmla="*/ 652572 w 1514862"/>
              <a:gd name="connsiteY66" fmla="*/ 4584173 h 6858000"/>
              <a:gd name="connsiteX67" fmla="*/ 647655 w 1514862"/>
              <a:gd name="connsiteY67" fmla="*/ 4444346 h 6858000"/>
              <a:gd name="connsiteX68" fmla="*/ 644220 w 1514862"/>
              <a:gd name="connsiteY68" fmla="*/ 4375228 h 6858000"/>
              <a:gd name="connsiteX69" fmla="*/ 624873 w 1514862"/>
              <a:gd name="connsiteY69" fmla="*/ 4214165 h 6858000"/>
              <a:gd name="connsiteX70" fmla="*/ 628946 w 1514862"/>
              <a:gd name="connsiteY70" fmla="*/ 4090296 h 6858000"/>
              <a:gd name="connsiteX71" fmla="*/ 614202 w 1514862"/>
              <a:gd name="connsiteY71" fmla="*/ 4033999 h 6858000"/>
              <a:gd name="connsiteX72" fmla="*/ 615351 w 1514862"/>
              <a:gd name="connsiteY72" fmla="*/ 4031933 h 6858000"/>
              <a:gd name="connsiteX73" fmla="*/ 613927 w 1514862"/>
              <a:gd name="connsiteY73" fmla="*/ 4013953 h 6858000"/>
              <a:gd name="connsiteX74" fmla="*/ 600222 w 1514862"/>
              <a:gd name="connsiteY74" fmla="*/ 3974753 h 6858000"/>
              <a:gd name="connsiteX75" fmla="*/ 601820 w 1514862"/>
              <a:gd name="connsiteY75" fmla="*/ 3969950 h 6858000"/>
              <a:gd name="connsiteX76" fmla="*/ 595242 w 1514862"/>
              <a:gd name="connsiteY76" fmla="*/ 3933779 h 6858000"/>
              <a:gd name="connsiteX77" fmla="*/ 596573 w 1514862"/>
              <a:gd name="connsiteY77" fmla="*/ 3933093 h 6858000"/>
              <a:gd name="connsiteX78" fmla="*/ 600927 w 1514862"/>
              <a:gd name="connsiteY78" fmla="*/ 3922082 h 6858000"/>
              <a:gd name="connsiteX79" fmla="*/ 606005 w 1514862"/>
              <a:gd name="connsiteY79" fmla="*/ 3901461 h 6858000"/>
              <a:gd name="connsiteX80" fmla="*/ 628599 w 1514862"/>
              <a:gd name="connsiteY80" fmla="*/ 3813873 h 6858000"/>
              <a:gd name="connsiteX81" fmla="*/ 628024 w 1514862"/>
              <a:gd name="connsiteY81" fmla="*/ 3806161 h 6858000"/>
              <a:gd name="connsiteX82" fmla="*/ 628331 w 1514862"/>
              <a:gd name="connsiteY82" fmla="*/ 3805957 h 6858000"/>
              <a:gd name="connsiteX83" fmla="*/ 628358 w 1514862"/>
              <a:gd name="connsiteY83" fmla="*/ 3797724 h 6858000"/>
              <a:gd name="connsiteX84" fmla="*/ 626973 w 1514862"/>
              <a:gd name="connsiteY84" fmla="*/ 3792098 h 6858000"/>
              <a:gd name="connsiteX85" fmla="*/ 625857 w 1514862"/>
              <a:gd name="connsiteY85" fmla="*/ 3777135 h 6858000"/>
              <a:gd name="connsiteX86" fmla="*/ 627590 w 1514862"/>
              <a:gd name="connsiteY86" fmla="*/ 3771656 h 6858000"/>
              <a:gd name="connsiteX87" fmla="*/ 631333 w 1514862"/>
              <a:gd name="connsiteY87" fmla="*/ 3769007 h 6858000"/>
              <a:gd name="connsiteX88" fmla="*/ 630799 w 1514862"/>
              <a:gd name="connsiteY88" fmla="*/ 3767709 h 6858000"/>
              <a:gd name="connsiteX89" fmla="*/ 639495 w 1514862"/>
              <a:gd name="connsiteY89" fmla="*/ 3738082 h 6858000"/>
              <a:gd name="connsiteX90" fmla="*/ 646841 w 1514862"/>
              <a:gd name="connsiteY90" fmla="*/ 3673397 h 6858000"/>
              <a:gd name="connsiteX91" fmla="*/ 646137 w 1514862"/>
              <a:gd name="connsiteY91" fmla="*/ 3637109 h 6858000"/>
              <a:gd name="connsiteX92" fmla="*/ 649580 w 1514862"/>
              <a:gd name="connsiteY92" fmla="*/ 3536883 h 6858000"/>
              <a:gd name="connsiteX93" fmla="*/ 657118 w 1514862"/>
              <a:gd name="connsiteY93" fmla="*/ 3435652 h 6858000"/>
              <a:gd name="connsiteX94" fmla="*/ 658789 w 1514862"/>
              <a:gd name="connsiteY94" fmla="*/ 3307769 h 6858000"/>
              <a:gd name="connsiteX95" fmla="*/ 676352 w 1514862"/>
              <a:gd name="connsiteY95" fmla="*/ 3250522 h 6858000"/>
              <a:gd name="connsiteX96" fmla="*/ 676777 w 1514862"/>
              <a:gd name="connsiteY96" fmla="*/ 3229163 h 6858000"/>
              <a:gd name="connsiteX97" fmla="*/ 678600 w 1514862"/>
              <a:gd name="connsiteY97" fmla="*/ 3217217 h 6858000"/>
              <a:gd name="connsiteX98" fmla="*/ 665435 w 1514862"/>
              <a:gd name="connsiteY98" fmla="*/ 3183755 h 6858000"/>
              <a:gd name="connsiteX99" fmla="*/ 665936 w 1514862"/>
              <a:gd name="connsiteY99" fmla="*/ 3178642 h 6858000"/>
              <a:gd name="connsiteX100" fmla="*/ 653536 w 1514862"/>
              <a:gd name="connsiteY100" fmla="*/ 3158586 h 6858000"/>
              <a:gd name="connsiteX101" fmla="*/ 638721 w 1514862"/>
              <a:gd name="connsiteY101" fmla="*/ 3129034 h 6858000"/>
              <a:gd name="connsiteX102" fmla="*/ 639386 w 1514862"/>
              <a:gd name="connsiteY102" fmla="*/ 3126682 h 6858000"/>
              <a:gd name="connsiteX103" fmla="*/ 630254 w 1514862"/>
              <a:gd name="connsiteY103" fmla="*/ 3114519 h 6858000"/>
              <a:gd name="connsiteX104" fmla="*/ 616863 w 1514862"/>
              <a:gd name="connsiteY104" fmla="*/ 3106272 h 6858000"/>
              <a:gd name="connsiteX105" fmla="*/ 589593 w 1514862"/>
              <a:gd name="connsiteY105" fmla="*/ 2958185 h 6858000"/>
              <a:gd name="connsiteX106" fmla="*/ 532207 w 1514862"/>
              <a:gd name="connsiteY106" fmla="*/ 2762989 h 6858000"/>
              <a:gd name="connsiteX107" fmla="*/ 481125 w 1514862"/>
              <a:gd name="connsiteY107" fmla="*/ 2554718 h 6858000"/>
              <a:gd name="connsiteX108" fmla="*/ 461219 w 1514862"/>
              <a:gd name="connsiteY108" fmla="*/ 2485734 h 6858000"/>
              <a:gd name="connsiteX109" fmla="*/ 451942 w 1514862"/>
              <a:gd name="connsiteY109" fmla="*/ 2447068 h 6858000"/>
              <a:gd name="connsiteX110" fmla="*/ 438903 w 1514862"/>
              <a:gd name="connsiteY110" fmla="*/ 2425819 h 6858000"/>
              <a:gd name="connsiteX111" fmla="*/ 444902 w 1514862"/>
              <a:gd name="connsiteY111" fmla="*/ 2402874 h 6858000"/>
              <a:gd name="connsiteX112" fmla="*/ 447514 w 1514862"/>
              <a:gd name="connsiteY112" fmla="*/ 2381443 h 6858000"/>
              <a:gd name="connsiteX113" fmla="*/ 423843 w 1514862"/>
              <a:gd name="connsiteY113" fmla="*/ 2261920 h 6858000"/>
              <a:gd name="connsiteX114" fmla="*/ 413730 w 1514862"/>
              <a:gd name="connsiteY114" fmla="*/ 2195378 h 6858000"/>
              <a:gd name="connsiteX115" fmla="*/ 397947 w 1514862"/>
              <a:gd name="connsiteY115" fmla="*/ 2155135 h 6858000"/>
              <a:gd name="connsiteX116" fmla="*/ 395405 w 1514862"/>
              <a:gd name="connsiteY116" fmla="*/ 2118008 h 6858000"/>
              <a:gd name="connsiteX117" fmla="*/ 396398 w 1514862"/>
              <a:gd name="connsiteY117" fmla="*/ 2050531 h 6858000"/>
              <a:gd name="connsiteX118" fmla="*/ 388204 w 1514862"/>
              <a:gd name="connsiteY118" fmla="*/ 1963269 h 6858000"/>
              <a:gd name="connsiteX119" fmla="*/ 369382 w 1514862"/>
              <a:gd name="connsiteY119" fmla="*/ 1906352 h 6858000"/>
              <a:gd name="connsiteX120" fmla="*/ 345939 w 1514862"/>
              <a:gd name="connsiteY120" fmla="*/ 1861531 h 6858000"/>
              <a:gd name="connsiteX121" fmla="*/ 299738 w 1514862"/>
              <a:gd name="connsiteY121" fmla="*/ 1732919 h 6858000"/>
              <a:gd name="connsiteX122" fmla="*/ 272049 w 1514862"/>
              <a:gd name="connsiteY122" fmla="*/ 1663540 h 6858000"/>
              <a:gd name="connsiteX123" fmla="*/ 271175 w 1514862"/>
              <a:gd name="connsiteY123" fmla="*/ 1615777 h 6858000"/>
              <a:gd name="connsiteX124" fmla="*/ 251970 w 1514862"/>
              <a:gd name="connsiteY124" fmla="*/ 1563678 h 6858000"/>
              <a:gd name="connsiteX125" fmla="*/ 265050 w 1514862"/>
              <a:gd name="connsiteY125" fmla="*/ 1519474 h 6858000"/>
              <a:gd name="connsiteX126" fmla="*/ 257792 w 1514862"/>
              <a:gd name="connsiteY126" fmla="*/ 1477995 h 6858000"/>
              <a:gd name="connsiteX127" fmla="*/ 243877 w 1514862"/>
              <a:gd name="connsiteY127" fmla="*/ 1373769 h 6858000"/>
              <a:gd name="connsiteX128" fmla="*/ 252184 w 1514862"/>
              <a:gd name="connsiteY128" fmla="*/ 1307086 h 6858000"/>
              <a:gd name="connsiteX129" fmla="*/ 253372 w 1514862"/>
              <a:gd name="connsiteY129" fmla="*/ 1189033 h 6858000"/>
              <a:gd name="connsiteX130" fmla="*/ 258057 w 1514862"/>
              <a:gd name="connsiteY130" fmla="*/ 1168288 h 6858000"/>
              <a:gd name="connsiteX131" fmla="*/ 250339 w 1514862"/>
              <a:gd name="connsiteY131" fmla="*/ 1142577 h 6858000"/>
              <a:gd name="connsiteX132" fmla="*/ 239645 w 1514862"/>
              <a:gd name="connsiteY132" fmla="*/ 1088484 h 6858000"/>
              <a:gd name="connsiteX133" fmla="*/ 228381 w 1514862"/>
              <a:gd name="connsiteY133" fmla="*/ 1016103 h 6858000"/>
              <a:gd name="connsiteX134" fmla="*/ 229837 w 1514862"/>
              <a:gd name="connsiteY134" fmla="*/ 932283 h 6858000"/>
              <a:gd name="connsiteX135" fmla="*/ 232073 w 1514862"/>
              <a:gd name="connsiteY135" fmla="*/ 915925 h 6858000"/>
              <a:gd name="connsiteX136" fmla="*/ 224702 w 1514862"/>
              <a:gd name="connsiteY136" fmla="*/ 896999 h 6858000"/>
              <a:gd name="connsiteX137" fmla="*/ 194110 w 1514862"/>
              <a:gd name="connsiteY137" fmla="*/ 821517 h 6858000"/>
              <a:gd name="connsiteX138" fmla="*/ 173060 w 1514862"/>
              <a:gd name="connsiteY138" fmla="*/ 751353 h 6858000"/>
              <a:gd name="connsiteX139" fmla="*/ 172618 w 1514862"/>
              <a:gd name="connsiteY139" fmla="*/ 721230 h 6858000"/>
              <a:gd name="connsiteX140" fmla="*/ 158289 w 1514862"/>
              <a:gd name="connsiteY140" fmla="*/ 681659 h 6858000"/>
              <a:gd name="connsiteX141" fmla="*/ 143708 w 1514862"/>
              <a:gd name="connsiteY141" fmla="*/ 635218 h 6858000"/>
              <a:gd name="connsiteX142" fmla="*/ 148719 w 1514862"/>
              <a:gd name="connsiteY142" fmla="*/ 613763 h 6858000"/>
              <a:gd name="connsiteX143" fmla="*/ 134661 w 1514862"/>
              <a:gd name="connsiteY143" fmla="*/ 598582 h 6858000"/>
              <a:gd name="connsiteX144" fmla="*/ 134342 w 1514862"/>
              <a:gd name="connsiteY144" fmla="*/ 576846 h 6858000"/>
              <a:gd name="connsiteX145" fmla="*/ 113968 w 1514862"/>
              <a:gd name="connsiteY145" fmla="*/ 530055 h 6858000"/>
              <a:gd name="connsiteX146" fmla="*/ 104404 w 1514862"/>
              <a:gd name="connsiteY146" fmla="*/ 448559 h 6858000"/>
              <a:gd name="connsiteX147" fmla="*/ 110826 w 1514862"/>
              <a:gd name="connsiteY147" fmla="*/ 441529 h 6858000"/>
              <a:gd name="connsiteX148" fmla="*/ 110047 w 1514862"/>
              <a:gd name="connsiteY148" fmla="*/ 428927 h 6858000"/>
              <a:gd name="connsiteX149" fmla="*/ 99451 w 1514862"/>
              <a:gd name="connsiteY149" fmla="*/ 430161 h 6858000"/>
              <a:gd name="connsiteX150" fmla="*/ 76471 w 1514862"/>
              <a:gd name="connsiteY150" fmla="*/ 367211 h 6858000"/>
              <a:gd name="connsiteX151" fmla="*/ 33963 w 1514862"/>
              <a:gd name="connsiteY151" fmla="*/ 302178 h 6858000"/>
              <a:gd name="connsiteX152" fmla="*/ 12635 w 1514862"/>
              <a:gd name="connsiteY152" fmla="*/ 211375 h 6858000"/>
              <a:gd name="connsiteX153" fmla="*/ 3963 w 1514862"/>
              <a:gd name="connsiteY153" fmla="*/ 184179 h 6858000"/>
              <a:gd name="connsiteX154" fmla="*/ 25635 w 1514862"/>
              <a:gd name="connsiteY154" fmla="*/ 47336 h 6858000"/>
              <a:gd name="connsiteX155" fmla="*/ 6323 w 1514862"/>
              <a:gd name="connsiteY15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6312 w 1508539"/>
              <a:gd name="connsiteY152" fmla="*/ 211375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0191 w 1508539"/>
              <a:gd name="connsiteY149" fmla="*/ 404917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106893 w 1508539"/>
              <a:gd name="connsiteY146" fmla="*/ 46538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4721 w 1508539"/>
              <a:gd name="connsiteY63" fmla="*/ 4761984 h 6858000"/>
              <a:gd name="connsiteX64" fmla="*/ 650769 w 1508539"/>
              <a:gd name="connsiteY64" fmla="*/ 4690749 h 6858000"/>
              <a:gd name="connsiteX65" fmla="*/ 646249 w 1508539"/>
              <a:gd name="connsiteY65" fmla="*/ 4584173 h 6858000"/>
              <a:gd name="connsiteX66" fmla="*/ 641332 w 1508539"/>
              <a:gd name="connsiteY66" fmla="*/ 4444346 h 6858000"/>
              <a:gd name="connsiteX67" fmla="*/ 637897 w 1508539"/>
              <a:gd name="connsiteY67" fmla="*/ 4375228 h 6858000"/>
              <a:gd name="connsiteX68" fmla="*/ 618550 w 1508539"/>
              <a:gd name="connsiteY68" fmla="*/ 4214165 h 6858000"/>
              <a:gd name="connsiteX69" fmla="*/ 622623 w 1508539"/>
              <a:gd name="connsiteY69" fmla="*/ 4090296 h 6858000"/>
              <a:gd name="connsiteX70" fmla="*/ 607879 w 1508539"/>
              <a:gd name="connsiteY70" fmla="*/ 4033999 h 6858000"/>
              <a:gd name="connsiteX71" fmla="*/ 609028 w 1508539"/>
              <a:gd name="connsiteY71" fmla="*/ 4031933 h 6858000"/>
              <a:gd name="connsiteX72" fmla="*/ 607604 w 1508539"/>
              <a:gd name="connsiteY72" fmla="*/ 4013953 h 6858000"/>
              <a:gd name="connsiteX73" fmla="*/ 593899 w 1508539"/>
              <a:gd name="connsiteY73" fmla="*/ 3974753 h 6858000"/>
              <a:gd name="connsiteX74" fmla="*/ 595497 w 1508539"/>
              <a:gd name="connsiteY74" fmla="*/ 3969950 h 6858000"/>
              <a:gd name="connsiteX75" fmla="*/ 588919 w 1508539"/>
              <a:gd name="connsiteY75" fmla="*/ 3933779 h 6858000"/>
              <a:gd name="connsiteX76" fmla="*/ 590250 w 1508539"/>
              <a:gd name="connsiteY76" fmla="*/ 3933093 h 6858000"/>
              <a:gd name="connsiteX77" fmla="*/ 594604 w 1508539"/>
              <a:gd name="connsiteY77" fmla="*/ 3922082 h 6858000"/>
              <a:gd name="connsiteX78" fmla="*/ 599682 w 1508539"/>
              <a:gd name="connsiteY78" fmla="*/ 3901461 h 6858000"/>
              <a:gd name="connsiteX79" fmla="*/ 622276 w 1508539"/>
              <a:gd name="connsiteY79" fmla="*/ 3813873 h 6858000"/>
              <a:gd name="connsiteX80" fmla="*/ 621701 w 1508539"/>
              <a:gd name="connsiteY80" fmla="*/ 3806161 h 6858000"/>
              <a:gd name="connsiteX81" fmla="*/ 622008 w 1508539"/>
              <a:gd name="connsiteY81" fmla="*/ 3805957 h 6858000"/>
              <a:gd name="connsiteX82" fmla="*/ 622035 w 1508539"/>
              <a:gd name="connsiteY82" fmla="*/ 3797724 h 6858000"/>
              <a:gd name="connsiteX83" fmla="*/ 620650 w 1508539"/>
              <a:gd name="connsiteY83" fmla="*/ 3792098 h 6858000"/>
              <a:gd name="connsiteX84" fmla="*/ 619534 w 1508539"/>
              <a:gd name="connsiteY84" fmla="*/ 3777135 h 6858000"/>
              <a:gd name="connsiteX85" fmla="*/ 621267 w 1508539"/>
              <a:gd name="connsiteY85" fmla="*/ 3771656 h 6858000"/>
              <a:gd name="connsiteX86" fmla="*/ 625010 w 1508539"/>
              <a:gd name="connsiteY86" fmla="*/ 3769007 h 6858000"/>
              <a:gd name="connsiteX87" fmla="*/ 624476 w 1508539"/>
              <a:gd name="connsiteY87" fmla="*/ 3767709 h 6858000"/>
              <a:gd name="connsiteX88" fmla="*/ 633172 w 1508539"/>
              <a:gd name="connsiteY88" fmla="*/ 3738082 h 6858000"/>
              <a:gd name="connsiteX89" fmla="*/ 640518 w 1508539"/>
              <a:gd name="connsiteY89" fmla="*/ 3673397 h 6858000"/>
              <a:gd name="connsiteX90" fmla="*/ 639814 w 1508539"/>
              <a:gd name="connsiteY90" fmla="*/ 3637109 h 6858000"/>
              <a:gd name="connsiteX91" fmla="*/ 643257 w 1508539"/>
              <a:gd name="connsiteY91" fmla="*/ 3536883 h 6858000"/>
              <a:gd name="connsiteX92" fmla="*/ 650795 w 1508539"/>
              <a:gd name="connsiteY92" fmla="*/ 3435652 h 6858000"/>
              <a:gd name="connsiteX93" fmla="*/ 652466 w 1508539"/>
              <a:gd name="connsiteY93" fmla="*/ 3307769 h 6858000"/>
              <a:gd name="connsiteX94" fmla="*/ 670029 w 1508539"/>
              <a:gd name="connsiteY94" fmla="*/ 3250522 h 6858000"/>
              <a:gd name="connsiteX95" fmla="*/ 670454 w 1508539"/>
              <a:gd name="connsiteY95" fmla="*/ 3229163 h 6858000"/>
              <a:gd name="connsiteX96" fmla="*/ 672277 w 1508539"/>
              <a:gd name="connsiteY96" fmla="*/ 3217217 h 6858000"/>
              <a:gd name="connsiteX97" fmla="*/ 659112 w 1508539"/>
              <a:gd name="connsiteY97" fmla="*/ 3183755 h 6858000"/>
              <a:gd name="connsiteX98" fmla="*/ 659613 w 1508539"/>
              <a:gd name="connsiteY98" fmla="*/ 3178642 h 6858000"/>
              <a:gd name="connsiteX99" fmla="*/ 647213 w 1508539"/>
              <a:gd name="connsiteY99" fmla="*/ 3158586 h 6858000"/>
              <a:gd name="connsiteX100" fmla="*/ 632398 w 1508539"/>
              <a:gd name="connsiteY100" fmla="*/ 3129034 h 6858000"/>
              <a:gd name="connsiteX101" fmla="*/ 633063 w 1508539"/>
              <a:gd name="connsiteY101" fmla="*/ 3126682 h 6858000"/>
              <a:gd name="connsiteX102" fmla="*/ 623931 w 1508539"/>
              <a:gd name="connsiteY102" fmla="*/ 3114519 h 6858000"/>
              <a:gd name="connsiteX103" fmla="*/ 610540 w 1508539"/>
              <a:gd name="connsiteY103" fmla="*/ 3106272 h 6858000"/>
              <a:gd name="connsiteX104" fmla="*/ 583270 w 1508539"/>
              <a:gd name="connsiteY104" fmla="*/ 2958185 h 6858000"/>
              <a:gd name="connsiteX105" fmla="*/ 525884 w 1508539"/>
              <a:gd name="connsiteY105" fmla="*/ 2762989 h 6858000"/>
              <a:gd name="connsiteX106" fmla="*/ 474802 w 1508539"/>
              <a:gd name="connsiteY106" fmla="*/ 2554718 h 6858000"/>
              <a:gd name="connsiteX107" fmla="*/ 454896 w 1508539"/>
              <a:gd name="connsiteY107" fmla="*/ 2485734 h 6858000"/>
              <a:gd name="connsiteX108" fmla="*/ 445619 w 1508539"/>
              <a:gd name="connsiteY108" fmla="*/ 2447068 h 6858000"/>
              <a:gd name="connsiteX109" fmla="*/ 432580 w 1508539"/>
              <a:gd name="connsiteY109" fmla="*/ 2425819 h 6858000"/>
              <a:gd name="connsiteX110" fmla="*/ 438579 w 1508539"/>
              <a:gd name="connsiteY110" fmla="*/ 2402874 h 6858000"/>
              <a:gd name="connsiteX111" fmla="*/ 441191 w 1508539"/>
              <a:gd name="connsiteY111" fmla="*/ 2381443 h 6858000"/>
              <a:gd name="connsiteX112" fmla="*/ 417520 w 1508539"/>
              <a:gd name="connsiteY112" fmla="*/ 2261920 h 6858000"/>
              <a:gd name="connsiteX113" fmla="*/ 407407 w 1508539"/>
              <a:gd name="connsiteY113" fmla="*/ 2195378 h 6858000"/>
              <a:gd name="connsiteX114" fmla="*/ 391624 w 1508539"/>
              <a:gd name="connsiteY114" fmla="*/ 2155135 h 6858000"/>
              <a:gd name="connsiteX115" fmla="*/ 389082 w 1508539"/>
              <a:gd name="connsiteY115" fmla="*/ 2118008 h 6858000"/>
              <a:gd name="connsiteX116" fmla="*/ 390075 w 1508539"/>
              <a:gd name="connsiteY116" fmla="*/ 2050531 h 6858000"/>
              <a:gd name="connsiteX117" fmla="*/ 381881 w 1508539"/>
              <a:gd name="connsiteY117" fmla="*/ 1963269 h 6858000"/>
              <a:gd name="connsiteX118" fmla="*/ 363059 w 1508539"/>
              <a:gd name="connsiteY118" fmla="*/ 1906352 h 6858000"/>
              <a:gd name="connsiteX119" fmla="*/ 339616 w 1508539"/>
              <a:gd name="connsiteY119" fmla="*/ 1861531 h 6858000"/>
              <a:gd name="connsiteX120" fmla="*/ 293415 w 1508539"/>
              <a:gd name="connsiteY120" fmla="*/ 1732919 h 6858000"/>
              <a:gd name="connsiteX121" fmla="*/ 265726 w 1508539"/>
              <a:gd name="connsiteY121" fmla="*/ 1663540 h 6858000"/>
              <a:gd name="connsiteX122" fmla="*/ 264852 w 1508539"/>
              <a:gd name="connsiteY122" fmla="*/ 1615777 h 6858000"/>
              <a:gd name="connsiteX123" fmla="*/ 245647 w 1508539"/>
              <a:gd name="connsiteY123" fmla="*/ 1563678 h 6858000"/>
              <a:gd name="connsiteX124" fmla="*/ 258727 w 1508539"/>
              <a:gd name="connsiteY124" fmla="*/ 1519474 h 6858000"/>
              <a:gd name="connsiteX125" fmla="*/ 251469 w 1508539"/>
              <a:gd name="connsiteY125" fmla="*/ 1477995 h 6858000"/>
              <a:gd name="connsiteX126" fmla="*/ 237554 w 1508539"/>
              <a:gd name="connsiteY126" fmla="*/ 1373769 h 6858000"/>
              <a:gd name="connsiteX127" fmla="*/ 245861 w 1508539"/>
              <a:gd name="connsiteY127" fmla="*/ 1307086 h 6858000"/>
              <a:gd name="connsiteX128" fmla="*/ 247049 w 1508539"/>
              <a:gd name="connsiteY128" fmla="*/ 1189033 h 6858000"/>
              <a:gd name="connsiteX129" fmla="*/ 251734 w 1508539"/>
              <a:gd name="connsiteY129" fmla="*/ 1168288 h 6858000"/>
              <a:gd name="connsiteX130" fmla="*/ 244016 w 1508539"/>
              <a:gd name="connsiteY130" fmla="*/ 1142577 h 6858000"/>
              <a:gd name="connsiteX131" fmla="*/ 233322 w 1508539"/>
              <a:gd name="connsiteY131" fmla="*/ 1088484 h 6858000"/>
              <a:gd name="connsiteX132" fmla="*/ 222058 w 1508539"/>
              <a:gd name="connsiteY132" fmla="*/ 1016103 h 6858000"/>
              <a:gd name="connsiteX133" fmla="*/ 223514 w 1508539"/>
              <a:gd name="connsiteY133" fmla="*/ 932283 h 6858000"/>
              <a:gd name="connsiteX134" fmla="*/ 225750 w 1508539"/>
              <a:gd name="connsiteY134" fmla="*/ 915925 h 6858000"/>
              <a:gd name="connsiteX135" fmla="*/ 218379 w 1508539"/>
              <a:gd name="connsiteY135" fmla="*/ 896999 h 6858000"/>
              <a:gd name="connsiteX136" fmla="*/ 187787 w 1508539"/>
              <a:gd name="connsiteY136" fmla="*/ 821517 h 6858000"/>
              <a:gd name="connsiteX137" fmla="*/ 166737 w 1508539"/>
              <a:gd name="connsiteY137" fmla="*/ 751353 h 6858000"/>
              <a:gd name="connsiteX138" fmla="*/ 166295 w 1508539"/>
              <a:gd name="connsiteY138" fmla="*/ 721230 h 6858000"/>
              <a:gd name="connsiteX139" fmla="*/ 151966 w 1508539"/>
              <a:gd name="connsiteY139" fmla="*/ 681659 h 6858000"/>
              <a:gd name="connsiteX140" fmla="*/ 137385 w 1508539"/>
              <a:gd name="connsiteY140" fmla="*/ 635218 h 6858000"/>
              <a:gd name="connsiteX141" fmla="*/ 142396 w 1508539"/>
              <a:gd name="connsiteY141" fmla="*/ 613763 h 6858000"/>
              <a:gd name="connsiteX142" fmla="*/ 128338 w 1508539"/>
              <a:gd name="connsiteY142" fmla="*/ 598582 h 6858000"/>
              <a:gd name="connsiteX143" fmla="*/ 128019 w 1508539"/>
              <a:gd name="connsiteY143" fmla="*/ 576846 h 6858000"/>
              <a:gd name="connsiteX144" fmla="*/ 107645 w 1508539"/>
              <a:gd name="connsiteY144" fmla="*/ 530055 h 6858000"/>
              <a:gd name="connsiteX145" fmla="*/ 106893 w 1508539"/>
              <a:gd name="connsiteY145" fmla="*/ 465389 h 6858000"/>
              <a:gd name="connsiteX146" fmla="*/ 89816 w 1508539"/>
              <a:gd name="connsiteY146" fmla="*/ 424699 h 6858000"/>
              <a:gd name="connsiteX147" fmla="*/ 90191 w 1508539"/>
              <a:gd name="connsiteY147" fmla="*/ 404917 h 6858000"/>
              <a:gd name="connsiteX148" fmla="*/ 70148 w 1508539"/>
              <a:gd name="connsiteY148" fmla="*/ 367211 h 6858000"/>
              <a:gd name="connsiteX149" fmla="*/ 36452 w 1508539"/>
              <a:gd name="connsiteY149" fmla="*/ 268519 h 6858000"/>
              <a:gd name="connsiteX150" fmla="*/ 23935 w 1508539"/>
              <a:gd name="connsiteY150" fmla="*/ 160886 h 6858000"/>
              <a:gd name="connsiteX151" fmla="*/ 19312 w 1508539"/>
              <a:gd name="connsiteY151" fmla="*/ 47336 h 6858000"/>
              <a:gd name="connsiteX152" fmla="*/ 0 w 1508539"/>
              <a:gd name="connsiteY15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46936 w 1508539"/>
              <a:gd name="connsiteY60" fmla="*/ 4821170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3397 w 1508539"/>
              <a:gd name="connsiteY25" fmla="*/ 6372381 h 6858000"/>
              <a:gd name="connsiteX26" fmla="*/ 240591 w 1508539"/>
              <a:gd name="connsiteY26" fmla="*/ 6367510 h 6858000"/>
              <a:gd name="connsiteX27" fmla="*/ 244471 w 1508539"/>
              <a:gd name="connsiteY27" fmla="*/ 6349778 h 6858000"/>
              <a:gd name="connsiteX28" fmla="*/ 246136 w 1508539"/>
              <a:gd name="connsiteY28" fmla="*/ 6348250 h 6858000"/>
              <a:gd name="connsiteX29" fmla="*/ 262170 w 1508539"/>
              <a:gd name="connsiteY29" fmla="*/ 6281972 h 6858000"/>
              <a:gd name="connsiteX30" fmla="*/ 272933 w 1508539"/>
              <a:gd name="connsiteY30" fmla="*/ 6211940 h 6858000"/>
              <a:gd name="connsiteX31" fmla="*/ 314428 w 1508539"/>
              <a:gd name="connsiteY31" fmla="*/ 6113913 h 6858000"/>
              <a:gd name="connsiteX32" fmla="*/ 318721 w 1508539"/>
              <a:gd name="connsiteY32" fmla="*/ 6028119 h 6858000"/>
              <a:gd name="connsiteX33" fmla="*/ 345501 w 1508539"/>
              <a:gd name="connsiteY33" fmla="*/ 5934687 h 6858000"/>
              <a:gd name="connsiteX34" fmla="*/ 379513 w 1508539"/>
              <a:gd name="connsiteY34" fmla="*/ 5765594 h 6858000"/>
              <a:gd name="connsiteX35" fmla="*/ 411349 w 1508539"/>
              <a:gd name="connsiteY35" fmla="*/ 5693685 h 6858000"/>
              <a:gd name="connsiteX36" fmla="*/ 431404 w 1508539"/>
              <a:gd name="connsiteY36" fmla="*/ 5665173 h 6858000"/>
              <a:gd name="connsiteX37" fmla="*/ 465121 w 1508539"/>
              <a:gd name="connsiteY37" fmla="*/ 5563435 h 6858000"/>
              <a:gd name="connsiteX38" fmla="*/ 494626 w 1508539"/>
              <a:gd name="connsiteY38" fmla="*/ 5476393 h 6858000"/>
              <a:gd name="connsiteX39" fmla="*/ 525819 w 1508539"/>
              <a:gd name="connsiteY39" fmla="*/ 5396260 h 6858000"/>
              <a:gd name="connsiteX40" fmla="*/ 541800 w 1508539"/>
              <a:gd name="connsiteY40" fmla="*/ 5330009 h 6858000"/>
              <a:gd name="connsiteX41" fmla="*/ 575293 w 1508539"/>
              <a:gd name="connsiteY41" fmla="*/ 5273739 h 6858000"/>
              <a:gd name="connsiteX42" fmla="*/ 584892 w 1508539"/>
              <a:gd name="connsiteY42" fmla="*/ 5241779 h 6858000"/>
              <a:gd name="connsiteX43" fmla="*/ 596118 w 1508539"/>
              <a:gd name="connsiteY43" fmla="*/ 5225268 h 6858000"/>
              <a:gd name="connsiteX44" fmla="*/ 597138 w 1508539"/>
              <a:gd name="connsiteY44" fmla="*/ 5217684 h 6858000"/>
              <a:gd name="connsiteX45" fmla="*/ 604479 w 1508539"/>
              <a:gd name="connsiteY45" fmla="*/ 5193377 h 6858000"/>
              <a:gd name="connsiteX46" fmla="*/ 607782 w 1508539"/>
              <a:gd name="connsiteY46" fmla="*/ 5179288 h 6858000"/>
              <a:gd name="connsiteX47" fmla="*/ 608766 w 1508539"/>
              <a:gd name="connsiteY47" fmla="*/ 5173621 h 6858000"/>
              <a:gd name="connsiteX48" fmla="*/ 604400 w 1508539"/>
              <a:gd name="connsiteY48" fmla="*/ 5159961 h 6858000"/>
              <a:gd name="connsiteX49" fmla="*/ 611077 w 1508539"/>
              <a:gd name="connsiteY49" fmla="*/ 5144295 h 6858000"/>
              <a:gd name="connsiteX50" fmla="*/ 608010 w 1508539"/>
              <a:gd name="connsiteY50" fmla="*/ 5125185 h 6858000"/>
              <a:gd name="connsiteX51" fmla="*/ 614840 w 1508539"/>
              <a:gd name="connsiteY51" fmla="*/ 5121884 h 6858000"/>
              <a:gd name="connsiteX52" fmla="*/ 621876 w 1508539"/>
              <a:gd name="connsiteY52" fmla="*/ 5067850 h 6858000"/>
              <a:gd name="connsiteX53" fmla="*/ 624607 w 1508539"/>
              <a:gd name="connsiteY53" fmla="*/ 5060861 h 6858000"/>
              <a:gd name="connsiteX54" fmla="*/ 621311 w 1508539"/>
              <a:gd name="connsiteY54" fmla="*/ 5034192 h 6858000"/>
              <a:gd name="connsiteX55" fmla="*/ 622865 w 1508539"/>
              <a:gd name="connsiteY55" fmla="*/ 4993030 h 6858000"/>
              <a:gd name="connsiteX56" fmla="*/ 629774 w 1508539"/>
              <a:gd name="connsiteY56" fmla="*/ 4946844 h 6858000"/>
              <a:gd name="connsiteX57" fmla="*/ 625630 w 1508539"/>
              <a:gd name="connsiteY57" fmla="*/ 4932692 h 6858000"/>
              <a:gd name="connsiteX58" fmla="*/ 641033 w 1508539"/>
              <a:gd name="connsiteY58" fmla="*/ 4858827 h 6858000"/>
              <a:gd name="connsiteX59" fmla="*/ 646936 w 1508539"/>
              <a:gd name="connsiteY59" fmla="*/ 4821170 h 6858000"/>
              <a:gd name="connsiteX60" fmla="*/ 651669 w 1508539"/>
              <a:gd name="connsiteY60" fmla="*/ 4780965 h 6858000"/>
              <a:gd name="connsiteX61" fmla="*/ 652962 w 1508539"/>
              <a:gd name="connsiteY61" fmla="*/ 4750867 h 6858000"/>
              <a:gd name="connsiteX62" fmla="*/ 650769 w 1508539"/>
              <a:gd name="connsiteY62" fmla="*/ 4690749 h 6858000"/>
              <a:gd name="connsiteX63" fmla="*/ 646249 w 1508539"/>
              <a:gd name="connsiteY63" fmla="*/ 4584173 h 6858000"/>
              <a:gd name="connsiteX64" fmla="*/ 641332 w 1508539"/>
              <a:gd name="connsiteY64" fmla="*/ 4444346 h 6858000"/>
              <a:gd name="connsiteX65" fmla="*/ 637897 w 1508539"/>
              <a:gd name="connsiteY65" fmla="*/ 4375228 h 6858000"/>
              <a:gd name="connsiteX66" fmla="*/ 618550 w 1508539"/>
              <a:gd name="connsiteY66" fmla="*/ 4214165 h 6858000"/>
              <a:gd name="connsiteX67" fmla="*/ 622623 w 1508539"/>
              <a:gd name="connsiteY67" fmla="*/ 4090296 h 6858000"/>
              <a:gd name="connsiteX68" fmla="*/ 607879 w 1508539"/>
              <a:gd name="connsiteY68" fmla="*/ 4033999 h 6858000"/>
              <a:gd name="connsiteX69" fmla="*/ 609028 w 1508539"/>
              <a:gd name="connsiteY69" fmla="*/ 4031933 h 6858000"/>
              <a:gd name="connsiteX70" fmla="*/ 607604 w 1508539"/>
              <a:gd name="connsiteY70" fmla="*/ 4013953 h 6858000"/>
              <a:gd name="connsiteX71" fmla="*/ 593899 w 1508539"/>
              <a:gd name="connsiteY71" fmla="*/ 3974753 h 6858000"/>
              <a:gd name="connsiteX72" fmla="*/ 595497 w 1508539"/>
              <a:gd name="connsiteY72" fmla="*/ 3969950 h 6858000"/>
              <a:gd name="connsiteX73" fmla="*/ 588919 w 1508539"/>
              <a:gd name="connsiteY73" fmla="*/ 3933779 h 6858000"/>
              <a:gd name="connsiteX74" fmla="*/ 590250 w 1508539"/>
              <a:gd name="connsiteY74" fmla="*/ 3933093 h 6858000"/>
              <a:gd name="connsiteX75" fmla="*/ 594604 w 1508539"/>
              <a:gd name="connsiteY75" fmla="*/ 3922082 h 6858000"/>
              <a:gd name="connsiteX76" fmla="*/ 599682 w 1508539"/>
              <a:gd name="connsiteY76" fmla="*/ 3901461 h 6858000"/>
              <a:gd name="connsiteX77" fmla="*/ 622276 w 1508539"/>
              <a:gd name="connsiteY77" fmla="*/ 3813873 h 6858000"/>
              <a:gd name="connsiteX78" fmla="*/ 621701 w 1508539"/>
              <a:gd name="connsiteY78" fmla="*/ 3806161 h 6858000"/>
              <a:gd name="connsiteX79" fmla="*/ 622008 w 1508539"/>
              <a:gd name="connsiteY79" fmla="*/ 3805957 h 6858000"/>
              <a:gd name="connsiteX80" fmla="*/ 622035 w 1508539"/>
              <a:gd name="connsiteY80" fmla="*/ 3797724 h 6858000"/>
              <a:gd name="connsiteX81" fmla="*/ 620650 w 1508539"/>
              <a:gd name="connsiteY81" fmla="*/ 3792098 h 6858000"/>
              <a:gd name="connsiteX82" fmla="*/ 619534 w 1508539"/>
              <a:gd name="connsiteY82" fmla="*/ 3777135 h 6858000"/>
              <a:gd name="connsiteX83" fmla="*/ 621267 w 1508539"/>
              <a:gd name="connsiteY83" fmla="*/ 3771656 h 6858000"/>
              <a:gd name="connsiteX84" fmla="*/ 625010 w 1508539"/>
              <a:gd name="connsiteY84" fmla="*/ 3769007 h 6858000"/>
              <a:gd name="connsiteX85" fmla="*/ 624476 w 1508539"/>
              <a:gd name="connsiteY85" fmla="*/ 3767709 h 6858000"/>
              <a:gd name="connsiteX86" fmla="*/ 633172 w 1508539"/>
              <a:gd name="connsiteY86" fmla="*/ 3738082 h 6858000"/>
              <a:gd name="connsiteX87" fmla="*/ 640518 w 1508539"/>
              <a:gd name="connsiteY87" fmla="*/ 3673397 h 6858000"/>
              <a:gd name="connsiteX88" fmla="*/ 639814 w 1508539"/>
              <a:gd name="connsiteY88" fmla="*/ 3637109 h 6858000"/>
              <a:gd name="connsiteX89" fmla="*/ 643257 w 1508539"/>
              <a:gd name="connsiteY89" fmla="*/ 3536883 h 6858000"/>
              <a:gd name="connsiteX90" fmla="*/ 650795 w 1508539"/>
              <a:gd name="connsiteY90" fmla="*/ 3435652 h 6858000"/>
              <a:gd name="connsiteX91" fmla="*/ 652466 w 1508539"/>
              <a:gd name="connsiteY91" fmla="*/ 3307769 h 6858000"/>
              <a:gd name="connsiteX92" fmla="*/ 670029 w 1508539"/>
              <a:gd name="connsiteY92" fmla="*/ 3250522 h 6858000"/>
              <a:gd name="connsiteX93" fmla="*/ 670454 w 1508539"/>
              <a:gd name="connsiteY93" fmla="*/ 3229163 h 6858000"/>
              <a:gd name="connsiteX94" fmla="*/ 672277 w 1508539"/>
              <a:gd name="connsiteY94" fmla="*/ 3217217 h 6858000"/>
              <a:gd name="connsiteX95" fmla="*/ 659112 w 1508539"/>
              <a:gd name="connsiteY95" fmla="*/ 3183755 h 6858000"/>
              <a:gd name="connsiteX96" fmla="*/ 659613 w 1508539"/>
              <a:gd name="connsiteY96" fmla="*/ 3178642 h 6858000"/>
              <a:gd name="connsiteX97" fmla="*/ 647213 w 1508539"/>
              <a:gd name="connsiteY97" fmla="*/ 3158586 h 6858000"/>
              <a:gd name="connsiteX98" fmla="*/ 632398 w 1508539"/>
              <a:gd name="connsiteY98" fmla="*/ 3129034 h 6858000"/>
              <a:gd name="connsiteX99" fmla="*/ 633063 w 1508539"/>
              <a:gd name="connsiteY99" fmla="*/ 3126682 h 6858000"/>
              <a:gd name="connsiteX100" fmla="*/ 623931 w 1508539"/>
              <a:gd name="connsiteY100" fmla="*/ 3114519 h 6858000"/>
              <a:gd name="connsiteX101" fmla="*/ 610540 w 1508539"/>
              <a:gd name="connsiteY101" fmla="*/ 3106272 h 6858000"/>
              <a:gd name="connsiteX102" fmla="*/ 583270 w 1508539"/>
              <a:gd name="connsiteY102" fmla="*/ 2958185 h 6858000"/>
              <a:gd name="connsiteX103" fmla="*/ 525884 w 1508539"/>
              <a:gd name="connsiteY103" fmla="*/ 2762989 h 6858000"/>
              <a:gd name="connsiteX104" fmla="*/ 474802 w 1508539"/>
              <a:gd name="connsiteY104" fmla="*/ 2554718 h 6858000"/>
              <a:gd name="connsiteX105" fmla="*/ 454896 w 1508539"/>
              <a:gd name="connsiteY105" fmla="*/ 2485734 h 6858000"/>
              <a:gd name="connsiteX106" fmla="*/ 445619 w 1508539"/>
              <a:gd name="connsiteY106" fmla="*/ 2447068 h 6858000"/>
              <a:gd name="connsiteX107" fmla="*/ 432580 w 1508539"/>
              <a:gd name="connsiteY107" fmla="*/ 2425819 h 6858000"/>
              <a:gd name="connsiteX108" fmla="*/ 438579 w 1508539"/>
              <a:gd name="connsiteY108" fmla="*/ 2402874 h 6858000"/>
              <a:gd name="connsiteX109" fmla="*/ 441191 w 1508539"/>
              <a:gd name="connsiteY109" fmla="*/ 2381443 h 6858000"/>
              <a:gd name="connsiteX110" fmla="*/ 417520 w 1508539"/>
              <a:gd name="connsiteY110" fmla="*/ 2261920 h 6858000"/>
              <a:gd name="connsiteX111" fmla="*/ 407407 w 1508539"/>
              <a:gd name="connsiteY111" fmla="*/ 2195378 h 6858000"/>
              <a:gd name="connsiteX112" fmla="*/ 391624 w 1508539"/>
              <a:gd name="connsiteY112" fmla="*/ 2155135 h 6858000"/>
              <a:gd name="connsiteX113" fmla="*/ 389082 w 1508539"/>
              <a:gd name="connsiteY113" fmla="*/ 2118008 h 6858000"/>
              <a:gd name="connsiteX114" fmla="*/ 390075 w 1508539"/>
              <a:gd name="connsiteY114" fmla="*/ 2050531 h 6858000"/>
              <a:gd name="connsiteX115" fmla="*/ 381881 w 1508539"/>
              <a:gd name="connsiteY115" fmla="*/ 1963269 h 6858000"/>
              <a:gd name="connsiteX116" fmla="*/ 363059 w 1508539"/>
              <a:gd name="connsiteY116" fmla="*/ 1906352 h 6858000"/>
              <a:gd name="connsiteX117" fmla="*/ 339616 w 1508539"/>
              <a:gd name="connsiteY117" fmla="*/ 1861531 h 6858000"/>
              <a:gd name="connsiteX118" fmla="*/ 293415 w 1508539"/>
              <a:gd name="connsiteY118" fmla="*/ 1732919 h 6858000"/>
              <a:gd name="connsiteX119" fmla="*/ 265726 w 1508539"/>
              <a:gd name="connsiteY119" fmla="*/ 1663540 h 6858000"/>
              <a:gd name="connsiteX120" fmla="*/ 264852 w 1508539"/>
              <a:gd name="connsiteY120" fmla="*/ 1615777 h 6858000"/>
              <a:gd name="connsiteX121" fmla="*/ 245647 w 1508539"/>
              <a:gd name="connsiteY121" fmla="*/ 1563678 h 6858000"/>
              <a:gd name="connsiteX122" fmla="*/ 258727 w 1508539"/>
              <a:gd name="connsiteY122" fmla="*/ 1519474 h 6858000"/>
              <a:gd name="connsiteX123" fmla="*/ 251469 w 1508539"/>
              <a:gd name="connsiteY123" fmla="*/ 1477995 h 6858000"/>
              <a:gd name="connsiteX124" fmla="*/ 237554 w 1508539"/>
              <a:gd name="connsiteY124" fmla="*/ 1373769 h 6858000"/>
              <a:gd name="connsiteX125" fmla="*/ 245861 w 1508539"/>
              <a:gd name="connsiteY125" fmla="*/ 1307086 h 6858000"/>
              <a:gd name="connsiteX126" fmla="*/ 247049 w 1508539"/>
              <a:gd name="connsiteY126" fmla="*/ 1189033 h 6858000"/>
              <a:gd name="connsiteX127" fmla="*/ 251734 w 1508539"/>
              <a:gd name="connsiteY127" fmla="*/ 1168288 h 6858000"/>
              <a:gd name="connsiteX128" fmla="*/ 244016 w 1508539"/>
              <a:gd name="connsiteY128" fmla="*/ 1142577 h 6858000"/>
              <a:gd name="connsiteX129" fmla="*/ 233322 w 1508539"/>
              <a:gd name="connsiteY129" fmla="*/ 1088484 h 6858000"/>
              <a:gd name="connsiteX130" fmla="*/ 222058 w 1508539"/>
              <a:gd name="connsiteY130" fmla="*/ 1016103 h 6858000"/>
              <a:gd name="connsiteX131" fmla="*/ 223514 w 1508539"/>
              <a:gd name="connsiteY131" fmla="*/ 932283 h 6858000"/>
              <a:gd name="connsiteX132" fmla="*/ 225750 w 1508539"/>
              <a:gd name="connsiteY132" fmla="*/ 915925 h 6858000"/>
              <a:gd name="connsiteX133" fmla="*/ 218379 w 1508539"/>
              <a:gd name="connsiteY133" fmla="*/ 896999 h 6858000"/>
              <a:gd name="connsiteX134" fmla="*/ 187787 w 1508539"/>
              <a:gd name="connsiteY134" fmla="*/ 821517 h 6858000"/>
              <a:gd name="connsiteX135" fmla="*/ 166737 w 1508539"/>
              <a:gd name="connsiteY135" fmla="*/ 751353 h 6858000"/>
              <a:gd name="connsiteX136" fmla="*/ 166295 w 1508539"/>
              <a:gd name="connsiteY136" fmla="*/ 721230 h 6858000"/>
              <a:gd name="connsiteX137" fmla="*/ 151966 w 1508539"/>
              <a:gd name="connsiteY137" fmla="*/ 681659 h 6858000"/>
              <a:gd name="connsiteX138" fmla="*/ 137385 w 1508539"/>
              <a:gd name="connsiteY138" fmla="*/ 635218 h 6858000"/>
              <a:gd name="connsiteX139" fmla="*/ 142396 w 1508539"/>
              <a:gd name="connsiteY139" fmla="*/ 613763 h 6858000"/>
              <a:gd name="connsiteX140" fmla="*/ 128338 w 1508539"/>
              <a:gd name="connsiteY140" fmla="*/ 598582 h 6858000"/>
              <a:gd name="connsiteX141" fmla="*/ 128019 w 1508539"/>
              <a:gd name="connsiteY141" fmla="*/ 576846 h 6858000"/>
              <a:gd name="connsiteX142" fmla="*/ 107645 w 1508539"/>
              <a:gd name="connsiteY142" fmla="*/ 530055 h 6858000"/>
              <a:gd name="connsiteX143" fmla="*/ 106893 w 1508539"/>
              <a:gd name="connsiteY143" fmla="*/ 465389 h 6858000"/>
              <a:gd name="connsiteX144" fmla="*/ 89816 w 1508539"/>
              <a:gd name="connsiteY144" fmla="*/ 424699 h 6858000"/>
              <a:gd name="connsiteX145" fmla="*/ 90191 w 1508539"/>
              <a:gd name="connsiteY145" fmla="*/ 404917 h 6858000"/>
              <a:gd name="connsiteX146" fmla="*/ 70148 w 1508539"/>
              <a:gd name="connsiteY146" fmla="*/ 367211 h 6858000"/>
              <a:gd name="connsiteX147" fmla="*/ 36452 w 1508539"/>
              <a:gd name="connsiteY147" fmla="*/ 268519 h 6858000"/>
              <a:gd name="connsiteX148" fmla="*/ 23935 w 1508539"/>
              <a:gd name="connsiteY148" fmla="*/ 160886 h 6858000"/>
              <a:gd name="connsiteX149" fmla="*/ 19312 w 1508539"/>
              <a:gd name="connsiteY149" fmla="*/ 47336 h 6858000"/>
              <a:gd name="connsiteX150" fmla="*/ 0 w 1508539"/>
              <a:gd name="connsiteY15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139560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69364 w 1508539"/>
              <a:gd name="connsiteY4" fmla="*/ 6809549 h 6858000"/>
              <a:gd name="connsiteX5" fmla="*/ 101575 w 1508539"/>
              <a:gd name="connsiteY5" fmla="*/ 6715115 h 6858000"/>
              <a:gd name="connsiteX6" fmla="*/ 111426 w 1508539"/>
              <a:gd name="connsiteY6" fmla="*/ 6680170 h 6858000"/>
              <a:gd name="connsiteX7" fmla="*/ 136976 w 1508539"/>
              <a:gd name="connsiteY7" fmla="*/ 6621207 h 6858000"/>
              <a:gd name="connsiteX8" fmla="*/ 153633 w 1508539"/>
              <a:gd name="connsiteY8" fmla="*/ 6596265 h 6858000"/>
              <a:gd name="connsiteX9" fmla="*/ 153512 w 1508539"/>
              <a:gd name="connsiteY9" fmla="*/ 6594818 h 6858000"/>
              <a:gd name="connsiteX10" fmla="*/ 157757 w 1508539"/>
              <a:gd name="connsiteY10" fmla="*/ 6593735 h 6858000"/>
              <a:gd name="connsiteX11" fmla="*/ 160954 w 1508539"/>
              <a:gd name="connsiteY11" fmla="*/ 6589172 h 6858000"/>
              <a:gd name="connsiteX12" fmla="*/ 164248 w 1508539"/>
              <a:gd name="connsiteY12" fmla="*/ 6574442 h 6858000"/>
              <a:gd name="connsiteX13" fmla="*/ 164588 w 1508539"/>
              <a:gd name="connsiteY13" fmla="*/ 6568530 h 6858000"/>
              <a:gd name="connsiteX14" fmla="*/ 166997 w 1508539"/>
              <a:gd name="connsiteY14" fmla="*/ 6560674 h 6858000"/>
              <a:gd name="connsiteX15" fmla="*/ 167342 w 1508539"/>
              <a:gd name="connsiteY15" fmla="*/ 6560598 h 6858000"/>
              <a:gd name="connsiteX16" fmla="*/ 169039 w 1508539"/>
              <a:gd name="connsiteY16" fmla="*/ 6553006 h 6858000"/>
              <a:gd name="connsiteX17" fmla="*/ 173735 w 1508539"/>
              <a:gd name="connsiteY17" fmla="*/ 6514360 h 6858000"/>
              <a:gd name="connsiteX18" fmla="*/ 215389 w 1508539"/>
              <a:gd name="connsiteY18" fmla="*/ 6478062 h 6858000"/>
              <a:gd name="connsiteX19" fmla="*/ 226078 w 1508539"/>
              <a:gd name="connsiteY19" fmla="*/ 6460325 h 6858000"/>
              <a:gd name="connsiteX20" fmla="*/ 233311 w 1508539"/>
              <a:gd name="connsiteY20" fmla="*/ 6451488 h 6858000"/>
              <a:gd name="connsiteX21" fmla="*/ 234746 w 1508539"/>
              <a:gd name="connsiteY21" fmla="*/ 6451348 h 6858000"/>
              <a:gd name="connsiteX22" fmla="*/ 239104 w 1508539"/>
              <a:gd name="connsiteY22" fmla="*/ 6414240 h 6858000"/>
              <a:gd name="connsiteX23" fmla="*/ 241880 w 1508539"/>
              <a:gd name="connsiteY23" fmla="*/ 6384857 h 6858000"/>
              <a:gd name="connsiteX24" fmla="*/ 240591 w 1508539"/>
              <a:gd name="connsiteY24" fmla="*/ 6367510 h 6858000"/>
              <a:gd name="connsiteX25" fmla="*/ 244471 w 1508539"/>
              <a:gd name="connsiteY25" fmla="*/ 6349778 h 6858000"/>
              <a:gd name="connsiteX26" fmla="*/ 246136 w 1508539"/>
              <a:gd name="connsiteY26" fmla="*/ 6348250 h 6858000"/>
              <a:gd name="connsiteX27" fmla="*/ 262170 w 1508539"/>
              <a:gd name="connsiteY27" fmla="*/ 6281972 h 6858000"/>
              <a:gd name="connsiteX28" fmla="*/ 272933 w 1508539"/>
              <a:gd name="connsiteY28" fmla="*/ 6211940 h 6858000"/>
              <a:gd name="connsiteX29" fmla="*/ 314428 w 1508539"/>
              <a:gd name="connsiteY29" fmla="*/ 6113913 h 6858000"/>
              <a:gd name="connsiteX30" fmla="*/ 318721 w 1508539"/>
              <a:gd name="connsiteY30" fmla="*/ 6028119 h 6858000"/>
              <a:gd name="connsiteX31" fmla="*/ 345501 w 1508539"/>
              <a:gd name="connsiteY31" fmla="*/ 5934687 h 6858000"/>
              <a:gd name="connsiteX32" fmla="*/ 379513 w 1508539"/>
              <a:gd name="connsiteY32" fmla="*/ 5765594 h 6858000"/>
              <a:gd name="connsiteX33" fmla="*/ 411349 w 1508539"/>
              <a:gd name="connsiteY33" fmla="*/ 5693685 h 6858000"/>
              <a:gd name="connsiteX34" fmla="*/ 431404 w 1508539"/>
              <a:gd name="connsiteY34" fmla="*/ 5665173 h 6858000"/>
              <a:gd name="connsiteX35" fmla="*/ 465121 w 1508539"/>
              <a:gd name="connsiteY35" fmla="*/ 5563435 h 6858000"/>
              <a:gd name="connsiteX36" fmla="*/ 494626 w 1508539"/>
              <a:gd name="connsiteY36" fmla="*/ 5476393 h 6858000"/>
              <a:gd name="connsiteX37" fmla="*/ 525819 w 1508539"/>
              <a:gd name="connsiteY37" fmla="*/ 5396260 h 6858000"/>
              <a:gd name="connsiteX38" fmla="*/ 541800 w 1508539"/>
              <a:gd name="connsiteY38" fmla="*/ 5330009 h 6858000"/>
              <a:gd name="connsiteX39" fmla="*/ 575293 w 1508539"/>
              <a:gd name="connsiteY39" fmla="*/ 5273739 h 6858000"/>
              <a:gd name="connsiteX40" fmla="*/ 584892 w 1508539"/>
              <a:gd name="connsiteY40" fmla="*/ 5241779 h 6858000"/>
              <a:gd name="connsiteX41" fmla="*/ 596118 w 1508539"/>
              <a:gd name="connsiteY41" fmla="*/ 5225268 h 6858000"/>
              <a:gd name="connsiteX42" fmla="*/ 597138 w 1508539"/>
              <a:gd name="connsiteY42" fmla="*/ 5217684 h 6858000"/>
              <a:gd name="connsiteX43" fmla="*/ 604479 w 1508539"/>
              <a:gd name="connsiteY43" fmla="*/ 5193377 h 6858000"/>
              <a:gd name="connsiteX44" fmla="*/ 607782 w 1508539"/>
              <a:gd name="connsiteY44" fmla="*/ 5179288 h 6858000"/>
              <a:gd name="connsiteX45" fmla="*/ 608766 w 1508539"/>
              <a:gd name="connsiteY45" fmla="*/ 5173621 h 6858000"/>
              <a:gd name="connsiteX46" fmla="*/ 604400 w 1508539"/>
              <a:gd name="connsiteY46" fmla="*/ 5159961 h 6858000"/>
              <a:gd name="connsiteX47" fmla="*/ 611077 w 1508539"/>
              <a:gd name="connsiteY47" fmla="*/ 5144295 h 6858000"/>
              <a:gd name="connsiteX48" fmla="*/ 608010 w 1508539"/>
              <a:gd name="connsiteY48" fmla="*/ 5125185 h 6858000"/>
              <a:gd name="connsiteX49" fmla="*/ 614840 w 1508539"/>
              <a:gd name="connsiteY49" fmla="*/ 5121884 h 6858000"/>
              <a:gd name="connsiteX50" fmla="*/ 621876 w 1508539"/>
              <a:gd name="connsiteY50" fmla="*/ 5067850 h 6858000"/>
              <a:gd name="connsiteX51" fmla="*/ 624607 w 1508539"/>
              <a:gd name="connsiteY51" fmla="*/ 5060861 h 6858000"/>
              <a:gd name="connsiteX52" fmla="*/ 621311 w 1508539"/>
              <a:gd name="connsiteY52" fmla="*/ 5034192 h 6858000"/>
              <a:gd name="connsiteX53" fmla="*/ 622865 w 1508539"/>
              <a:gd name="connsiteY53" fmla="*/ 4993030 h 6858000"/>
              <a:gd name="connsiteX54" fmla="*/ 629774 w 1508539"/>
              <a:gd name="connsiteY54" fmla="*/ 4946844 h 6858000"/>
              <a:gd name="connsiteX55" fmla="*/ 625630 w 1508539"/>
              <a:gd name="connsiteY55" fmla="*/ 4932692 h 6858000"/>
              <a:gd name="connsiteX56" fmla="*/ 641033 w 1508539"/>
              <a:gd name="connsiteY56" fmla="*/ 4858827 h 6858000"/>
              <a:gd name="connsiteX57" fmla="*/ 646936 w 1508539"/>
              <a:gd name="connsiteY57" fmla="*/ 4821170 h 6858000"/>
              <a:gd name="connsiteX58" fmla="*/ 651669 w 1508539"/>
              <a:gd name="connsiteY58" fmla="*/ 4780965 h 6858000"/>
              <a:gd name="connsiteX59" fmla="*/ 652962 w 1508539"/>
              <a:gd name="connsiteY59" fmla="*/ 4750867 h 6858000"/>
              <a:gd name="connsiteX60" fmla="*/ 650769 w 1508539"/>
              <a:gd name="connsiteY60" fmla="*/ 4690749 h 6858000"/>
              <a:gd name="connsiteX61" fmla="*/ 646249 w 1508539"/>
              <a:gd name="connsiteY61" fmla="*/ 4584173 h 6858000"/>
              <a:gd name="connsiteX62" fmla="*/ 641332 w 1508539"/>
              <a:gd name="connsiteY62" fmla="*/ 4444346 h 6858000"/>
              <a:gd name="connsiteX63" fmla="*/ 637897 w 1508539"/>
              <a:gd name="connsiteY63" fmla="*/ 4375228 h 6858000"/>
              <a:gd name="connsiteX64" fmla="*/ 618550 w 1508539"/>
              <a:gd name="connsiteY64" fmla="*/ 4214165 h 6858000"/>
              <a:gd name="connsiteX65" fmla="*/ 622623 w 1508539"/>
              <a:gd name="connsiteY65" fmla="*/ 4090296 h 6858000"/>
              <a:gd name="connsiteX66" fmla="*/ 607879 w 1508539"/>
              <a:gd name="connsiteY66" fmla="*/ 4033999 h 6858000"/>
              <a:gd name="connsiteX67" fmla="*/ 609028 w 1508539"/>
              <a:gd name="connsiteY67" fmla="*/ 4031933 h 6858000"/>
              <a:gd name="connsiteX68" fmla="*/ 607604 w 1508539"/>
              <a:gd name="connsiteY68" fmla="*/ 4013953 h 6858000"/>
              <a:gd name="connsiteX69" fmla="*/ 593899 w 1508539"/>
              <a:gd name="connsiteY69" fmla="*/ 3974753 h 6858000"/>
              <a:gd name="connsiteX70" fmla="*/ 595497 w 1508539"/>
              <a:gd name="connsiteY70" fmla="*/ 3969950 h 6858000"/>
              <a:gd name="connsiteX71" fmla="*/ 588919 w 1508539"/>
              <a:gd name="connsiteY71" fmla="*/ 3933779 h 6858000"/>
              <a:gd name="connsiteX72" fmla="*/ 590250 w 1508539"/>
              <a:gd name="connsiteY72" fmla="*/ 3933093 h 6858000"/>
              <a:gd name="connsiteX73" fmla="*/ 594604 w 1508539"/>
              <a:gd name="connsiteY73" fmla="*/ 3922082 h 6858000"/>
              <a:gd name="connsiteX74" fmla="*/ 599682 w 1508539"/>
              <a:gd name="connsiteY74" fmla="*/ 3901461 h 6858000"/>
              <a:gd name="connsiteX75" fmla="*/ 622276 w 1508539"/>
              <a:gd name="connsiteY75" fmla="*/ 3813873 h 6858000"/>
              <a:gd name="connsiteX76" fmla="*/ 621701 w 1508539"/>
              <a:gd name="connsiteY76" fmla="*/ 3806161 h 6858000"/>
              <a:gd name="connsiteX77" fmla="*/ 622008 w 1508539"/>
              <a:gd name="connsiteY77" fmla="*/ 3805957 h 6858000"/>
              <a:gd name="connsiteX78" fmla="*/ 622035 w 1508539"/>
              <a:gd name="connsiteY78" fmla="*/ 3797724 h 6858000"/>
              <a:gd name="connsiteX79" fmla="*/ 620650 w 1508539"/>
              <a:gd name="connsiteY79" fmla="*/ 3792098 h 6858000"/>
              <a:gd name="connsiteX80" fmla="*/ 619534 w 1508539"/>
              <a:gd name="connsiteY80" fmla="*/ 3777135 h 6858000"/>
              <a:gd name="connsiteX81" fmla="*/ 621267 w 1508539"/>
              <a:gd name="connsiteY81" fmla="*/ 3771656 h 6858000"/>
              <a:gd name="connsiteX82" fmla="*/ 625010 w 1508539"/>
              <a:gd name="connsiteY82" fmla="*/ 3769007 h 6858000"/>
              <a:gd name="connsiteX83" fmla="*/ 624476 w 1508539"/>
              <a:gd name="connsiteY83" fmla="*/ 3767709 h 6858000"/>
              <a:gd name="connsiteX84" fmla="*/ 633172 w 1508539"/>
              <a:gd name="connsiteY84" fmla="*/ 3738082 h 6858000"/>
              <a:gd name="connsiteX85" fmla="*/ 640518 w 1508539"/>
              <a:gd name="connsiteY85" fmla="*/ 3673397 h 6858000"/>
              <a:gd name="connsiteX86" fmla="*/ 639814 w 1508539"/>
              <a:gd name="connsiteY86" fmla="*/ 3637109 h 6858000"/>
              <a:gd name="connsiteX87" fmla="*/ 643257 w 1508539"/>
              <a:gd name="connsiteY87" fmla="*/ 3536883 h 6858000"/>
              <a:gd name="connsiteX88" fmla="*/ 650795 w 1508539"/>
              <a:gd name="connsiteY88" fmla="*/ 3435652 h 6858000"/>
              <a:gd name="connsiteX89" fmla="*/ 652466 w 1508539"/>
              <a:gd name="connsiteY89" fmla="*/ 3307769 h 6858000"/>
              <a:gd name="connsiteX90" fmla="*/ 670029 w 1508539"/>
              <a:gd name="connsiteY90" fmla="*/ 3250522 h 6858000"/>
              <a:gd name="connsiteX91" fmla="*/ 670454 w 1508539"/>
              <a:gd name="connsiteY91" fmla="*/ 3229163 h 6858000"/>
              <a:gd name="connsiteX92" fmla="*/ 672277 w 1508539"/>
              <a:gd name="connsiteY92" fmla="*/ 3217217 h 6858000"/>
              <a:gd name="connsiteX93" fmla="*/ 659112 w 1508539"/>
              <a:gd name="connsiteY93" fmla="*/ 3183755 h 6858000"/>
              <a:gd name="connsiteX94" fmla="*/ 659613 w 1508539"/>
              <a:gd name="connsiteY94" fmla="*/ 3178642 h 6858000"/>
              <a:gd name="connsiteX95" fmla="*/ 647213 w 1508539"/>
              <a:gd name="connsiteY95" fmla="*/ 3158586 h 6858000"/>
              <a:gd name="connsiteX96" fmla="*/ 632398 w 1508539"/>
              <a:gd name="connsiteY96" fmla="*/ 3129034 h 6858000"/>
              <a:gd name="connsiteX97" fmla="*/ 633063 w 1508539"/>
              <a:gd name="connsiteY97" fmla="*/ 3126682 h 6858000"/>
              <a:gd name="connsiteX98" fmla="*/ 623931 w 1508539"/>
              <a:gd name="connsiteY98" fmla="*/ 3114519 h 6858000"/>
              <a:gd name="connsiteX99" fmla="*/ 610540 w 1508539"/>
              <a:gd name="connsiteY99" fmla="*/ 3106272 h 6858000"/>
              <a:gd name="connsiteX100" fmla="*/ 583270 w 1508539"/>
              <a:gd name="connsiteY100" fmla="*/ 2958185 h 6858000"/>
              <a:gd name="connsiteX101" fmla="*/ 525884 w 1508539"/>
              <a:gd name="connsiteY101" fmla="*/ 2762989 h 6858000"/>
              <a:gd name="connsiteX102" fmla="*/ 474802 w 1508539"/>
              <a:gd name="connsiteY102" fmla="*/ 2554718 h 6858000"/>
              <a:gd name="connsiteX103" fmla="*/ 454896 w 1508539"/>
              <a:gd name="connsiteY103" fmla="*/ 2485734 h 6858000"/>
              <a:gd name="connsiteX104" fmla="*/ 445619 w 1508539"/>
              <a:gd name="connsiteY104" fmla="*/ 2447068 h 6858000"/>
              <a:gd name="connsiteX105" fmla="*/ 432580 w 1508539"/>
              <a:gd name="connsiteY105" fmla="*/ 2425819 h 6858000"/>
              <a:gd name="connsiteX106" fmla="*/ 438579 w 1508539"/>
              <a:gd name="connsiteY106" fmla="*/ 2402874 h 6858000"/>
              <a:gd name="connsiteX107" fmla="*/ 441191 w 1508539"/>
              <a:gd name="connsiteY107" fmla="*/ 2381443 h 6858000"/>
              <a:gd name="connsiteX108" fmla="*/ 417520 w 1508539"/>
              <a:gd name="connsiteY108" fmla="*/ 2261920 h 6858000"/>
              <a:gd name="connsiteX109" fmla="*/ 407407 w 1508539"/>
              <a:gd name="connsiteY109" fmla="*/ 2195378 h 6858000"/>
              <a:gd name="connsiteX110" fmla="*/ 391624 w 1508539"/>
              <a:gd name="connsiteY110" fmla="*/ 2155135 h 6858000"/>
              <a:gd name="connsiteX111" fmla="*/ 389082 w 1508539"/>
              <a:gd name="connsiteY111" fmla="*/ 2118008 h 6858000"/>
              <a:gd name="connsiteX112" fmla="*/ 390075 w 1508539"/>
              <a:gd name="connsiteY112" fmla="*/ 2050531 h 6858000"/>
              <a:gd name="connsiteX113" fmla="*/ 381881 w 1508539"/>
              <a:gd name="connsiteY113" fmla="*/ 1963269 h 6858000"/>
              <a:gd name="connsiteX114" fmla="*/ 363059 w 1508539"/>
              <a:gd name="connsiteY114" fmla="*/ 1906352 h 6858000"/>
              <a:gd name="connsiteX115" fmla="*/ 339616 w 1508539"/>
              <a:gd name="connsiteY115" fmla="*/ 1861531 h 6858000"/>
              <a:gd name="connsiteX116" fmla="*/ 293415 w 1508539"/>
              <a:gd name="connsiteY116" fmla="*/ 1732919 h 6858000"/>
              <a:gd name="connsiteX117" fmla="*/ 265726 w 1508539"/>
              <a:gd name="connsiteY117" fmla="*/ 1663540 h 6858000"/>
              <a:gd name="connsiteX118" fmla="*/ 264852 w 1508539"/>
              <a:gd name="connsiteY118" fmla="*/ 1615777 h 6858000"/>
              <a:gd name="connsiteX119" fmla="*/ 245647 w 1508539"/>
              <a:gd name="connsiteY119" fmla="*/ 1563678 h 6858000"/>
              <a:gd name="connsiteX120" fmla="*/ 258727 w 1508539"/>
              <a:gd name="connsiteY120" fmla="*/ 1519474 h 6858000"/>
              <a:gd name="connsiteX121" fmla="*/ 251469 w 1508539"/>
              <a:gd name="connsiteY121" fmla="*/ 1477995 h 6858000"/>
              <a:gd name="connsiteX122" fmla="*/ 237554 w 1508539"/>
              <a:gd name="connsiteY122" fmla="*/ 1373769 h 6858000"/>
              <a:gd name="connsiteX123" fmla="*/ 245861 w 1508539"/>
              <a:gd name="connsiteY123" fmla="*/ 1307086 h 6858000"/>
              <a:gd name="connsiteX124" fmla="*/ 247049 w 1508539"/>
              <a:gd name="connsiteY124" fmla="*/ 1189033 h 6858000"/>
              <a:gd name="connsiteX125" fmla="*/ 251734 w 1508539"/>
              <a:gd name="connsiteY125" fmla="*/ 1168288 h 6858000"/>
              <a:gd name="connsiteX126" fmla="*/ 244016 w 1508539"/>
              <a:gd name="connsiteY126" fmla="*/ 1142577 h 6858000"/>
              <a:gd name="connsiteX127" fmla="*/ 233322 w 1508539"/>
              <a:gd name="connsiteY127" fmla="*/ 1088484 h 6858000"/>
              <a:gd name="connsiteX128" fmla="*/ 222058 w 1508539"/>
              <a:gd name="connsiteY128" fmla="*/ 1016103 h 6858000"/>
              <a:gd name="connsiteX129" fmla="*/ 223514 w 1508539"/>
              <a:gd name="connsiteY129" fmla="*/ 932283 h 6858000"/>
              <a:gd name="connsiteX130" fmla="*/ 225750 w 1508539"/>
              <a:gd name="connsiteY130" fmla="*/ 915925 h 6858000"/>
              <a:gd name="connsiteX131" fmla="*/ 218379 w 1508539"/>
              <a:gd name="connsiteY131" fmla="*/ 896999 h 6858000"/>
              <a:gd name="connsiteX132" fmla="*/ 187787 w 1508539"/>
              <a:gd name="connsiteY132" fmla="*/ 821517 h 6858000"/>
              <a:gd name="connsiteX133" fmla="*/ 166737 w 1508539"/>
              <a:gd name="connsiteY133" fmla="*/ 751353 h 6858000"/>
              <a:gd name="connsiteX134" fmla="*/ 166295 w 1508539"/>
              <a:gd name="connsiteY134" fmla="*/ 721230 h 6858000"/>
              <a:gd name="connsiteX135" fmla="*/ 151966 w 1508539"/>
              <a:gd name="connsiteY135" fmla="*/ 681659 h 6858000"/>
              <a:gd name="connsiteX136" fmla="*/ 137385 w 1508539"/>
              <a:gd name="connsiteY136" fmla="*/ 635218 h 6858000"/>
              <a:gd name="connsiteX137" fmla="*/ 142396 w 1508539"/>
              <a:gd name="connsiteY137" fmla="*/ 613763 h 6858000"/>
              <a:gd name="connsiteX138" fmla="*/ 128338 w 1508539"/>
              <a:gd name="connsiteY138" fmla="*/ 598582 h 6858000"/>
              <a:gd name="connsiteX139" fmla="*/ 128019 w 1508539"/>
              <a:gd name="connsiteY139" fmla="*/ 576846 h 6858000"/>
              <a:gd name="connsiteX140" fmla="*/ 107645 w 1508539"/>
              <a:gd name="connsiteY140" fmla="*/ 530055 h 6858000"/>
              <a:gd name="connsiteX141" fmla="*/ 106893 w 1508539"/>
              <a:gd name="connsiteY141" fmla="*/ 465389 h 6858000"/>
              <a:gd name="connsiteX142" fmla="*/ 89816 w 1508539"/>
              <a:gd name="connsiteY142" fmla="*/ 424699 h 6858000"/>
              <a:gd name="connsiteX143" fmla="*/ 90191 w 1508539"/>
              <a:gd name="connsiteY143" fmla="*/ 404917 h 6858000"/>
              <a:gd name="connsiteX144" fmla="*/ 70148 w 1508539"/>
              <a:gd name="connsiteY144" fmla="*/ 367211 h 6858000"/>
              <a:gd name="connsiteX145" fmla="*/ 36452 w 1508539"/>
              <a:gd name="connsiteY145" fmla="*/ 268519 h 6858000"/>
              <a:gd name="connsiteX146" fmla="*/ 23935 w 1508539"/>
              <a:gd name="connsiteY146" fmla="*/ 160886 h 6858000"/>
              <a:gd name="connsiteX147" fmla="*/ 19312 w 1508539"/>
              <a:gd name="connsiteY147" fmla="*/ 47336 h 6858000"/>
              <a:gd name="connsiteX148" fmla="*/ 0 w 1508539"/>
              <a:gd name="connsiteY148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173735 w 1508539"/>
              <a:gd name="connsiteY15" fmla="*/ 6514360 h 6858000"/>
              <a:gd name="connsiteX16" fmla="*/ 215389 w 1508539"/>
              <a:gd name="connsiteY16" fmla="*/ 6478062 h 6858000"/>
              <a:gd name="connsiteX17" fmla="*/ 226078 w 1508539"/>
              <a:gd name="connsiteY17" fmla="*/ 6460325 h 6858000"/>
              <a:gd name="connsiteX18" fmla="*/ 233311 w 1508539"/>
              <a:gd name="connsiteY18" fmla="*/ 6451488 h 6858000"/>
              <a:gd name="connsiteX19" fmla="*/ 234746 w 1508539"/>
              <a:gd name="connsiteY19" fmla="*/ 6451348 h 6858000"/>
              <a:gd name="connsiteX20" fmla="*/ 239104 w 1508539"/>
              <a:gd name="connsiteY20" fmla="*/ 6414240 h 6858000"/>
              <a:gd name="connsiteX21" fmla="*/ 241880 w 1508539"/>
              <a:gd name="connsiteY21" fmla="*/ 6384857 h 6858000"/>
              <a:gd name="connsiteX22" fmla="*/ 240591 w 1508539"/>
              <a:gd name="connsiteY22" fmla="*/ 6367510 h 6858000"/>
              <a:gd name="connsiteX23" fmla="*/ 244471 w 1508539"/>
              <a:gd name="connsiteY23" fmla="*/ 6349778 h 6858000"/>
              <a:gd name="connsiteX24" fmla="*/ 246136 w 1508539"/>
              <a:gd name="connsiteY24" fmla="*/ 6348250 h 6858000"/>
              <a:gd name="connsiteX25" fmla="*/ 262170 w 1508539"/>
              <a:gd name="connsiteY25" fmla="*/ 6281972 h 6858000"/>
              <a:gd name="connsiteX26" fmla="*/ 272933 w 1508539"/>
              <a:gd name="connsiteY26" fmla="*/ 6211940 h 6858000"/>
              <a:gd name="connsiteX27" fmla="*/ 314428 w 1508539"/>
              <a:gd name="connsiteY27" fmla="*/ 6113913 h 6858000"/>
              <a:gd name="connsiteX28" fmla="*/ 318721 w 1508539"/>
              <a:gd name="connsiteY28" fmla="*/ 6028119 h 6858000"/>
              <a:gd name="connsiteX29" fmla="*/ 345501 w 1508539"/>
              <a:gd name="connsiteY29" fmla="*/ 5934687 h 6858000"/>
              <a:gd name="connsiteX30" fmla="*/ 379513 w 1508539"/>
              <a:gd name="connsiteY30" fmla="*/ 5765594 h 6858000"/>
              <a:gd name="connsiteX31" fmla="*/ 411349 w 1508539"/>
              <a:gd name="connsiteY31" fmla="*/ 5693685 h 6858000"/>
              <a:gd name="connsiteX32" fmla="*/ 431404 w 1508539"/>
              <a:gd name="connsiteY32" fmla="*/ 5665173 h 6858000"/>
              <a:gd name="connsiteX33" fmla="*/ 465121 w 1508539"/>
              <a:gd name="connsiteY33" fmla="*/ 5563435 h 6858000"/>
              <a:gd name="connsiteX34" fmla="*/ 494626 w 1508539"/>
              <a:gd name="connsiteY34" fmla="*/ 5476393 h 6858000"/>
              <a:gd name="connsiteX35" fmla="*/ 525819 w 1508539"/>
              <a:gd name="connsiteY35" fmla="*/ 5396260 h 6858000"/>
              <a:gd name="connsiteX36" fmla="*/ 541800 w 1508539"/>
              <a:gd name="connsiteY36" fmla="*/ 5330009 h 6858000"/>
              <a:gd name="connsiteX37" fmla="*/ 575293 w 1508539"/>
              <a:gd name="connsiteY37" fmla="*/ 5273739 h 6858000"/>
              <a:gd name="connsiteX38" fmla="*/ 584892 w 1508539"/>
              <a:gd name="connsiteY38" fmla="*/ 5241779 h 6858000"/>
              <a:gd name="connsiteX39" fmla="*/ 596118 w 1508539"/>
              <a:gd name="connsiteY39" fmla="*/ 5225268 h 6858000"/>
              <a:gd name="connsiteX40" fmla="*/ 597138 w 1508539"/>
              <a:gd name="connsiteY40" fmla="*/ 5217684 h 6858000"/>
              <a:gd name="connsiteX41" fmla="*/ 604479 w 1508539"/>
              <a:gd name="connsiteY41" fmla="*/ 5193377 h 6858000"/>
              <a:gd name="connsiteX42" fmla="*/ 607782 w 1508539"/>
              <a:gd name="connsiteY42" fmla="*/ 5179288 h 6858000"/>
              <a:gd name="connsiteX43" fmla="*/ 608766 w 1508539"/>
              <a:gd name="connsiteY43" fmla="*/ 5173621 h 6858000"/>
              <a:gd name="connsiteX44" fmla="*/ 604400 w 1508539"/>
              <a:gd name="connsiteY44" fmla="*/ 5159961 h 6858000"/>
              <a:gd name="connsiteX45" fmla="*/ 611077 w 1508539"/>
              <a:gd name="connsiteY45" fmla="*/ 5144295 h 6858000"/>
              <a:gd name="connsiteX46" fmla="*/ 608010 w 1508539"/>
              <a:gd name="connsiteY46" fmla="*/ 5125185 h 6858000"/>
              <a:gd name="connsiteX47" fmla="*/ 614840 w 1508539"/>
              <a:gd name="connsiteY47" fmla="*/ 5121884 h 6858000"/>
              <a:gd name="connsiteX48" fmla="*/ 621876 w 1508539"/>
              <a:gd name="connsiteY48" fmla="*/ 5067850 h 6858000"/>
              <a:gd name="connsiteX49" fmla="*/ 624607 w 1508539"/>
              <a:gd name="connsiteY49" fmla="*/ 5060861 h 6858000"/>
              <a:gd name="connsiteX50" fmla="*/ 621311 w 1508539"/>
              <a:gd name="connsiteY50" fmla="*/ 5034192 h 6858000"/>
              <a:gd name="connsiteX51" fmla="*/ 622865 w 1508539"/>
              <a:gd name="connsiteY51" fmla="*/ 4993030 h 6858000"/>
              <a:gd name="connsiteX52" fmla="*/ 629774 w 1508539"/>
              <a:gd name="connsiteY52" fmla="*/ 4946844 h 6858000"/>
              <a:gd name="connsiteX53" fmla="*/ 625630 w 1508539"/>
              <a:gd name="connsiteY53" fmla="*/ 4932692 h 6858000"/>
              <a:gd name="connsiteX54" fmla="*/ 641033 w 1508539"/>
              <a:gd name="connsiteY54" fmla="*/ 4858827 h 6858000"/>
              <a:gd name="connsiteX55" fmla="*/ 646936 w 1508539"/>
              <a:gd name="connsiteY55" fmla="*/ 4821170 h 6858000"/>
              <a:gd name="connsiteX56" fmla="*/ 651669 w 1508539"/>
              <a:gd name="connsiteY56" fmla="*/ 4780965 h 6858000"/>
              <a:gd name="connsiteX57" fmla="*/ 652962 w 1508539"/>
              <a:gd name="connsiteY57" fmla="*/ 4750867 h 6858000"/>
              <a:gd name="connsiteX58" fmla="*/ 650769 w 1508539"/>
              <a:gd name="connsiteY58" fmla="*/ 4690749 h 6858000"/>
              <a:gd name="connsiteX59" fmla="*/ 646249 w 1508539"/>
              <a:gd name="connsiteY59" fmla="*/ 4584173 h 6858000"/>
              <a:gd name="connsiteX60" fmla="*/ 641332 w 1508539"/>
              <a:gd name="connsiteY60" fmla="*/ 4444346 h 6858000"/>
              <a:gd name="connsiteX61" fmla="*/ 637897 w 1508539"/>
              <a:gd name="connsiteY61" fmla="*/ 4375228 h 6858000"/>
              <a:gd name="connsiteX62" fmla="*/ 618550 w 1508539"/>
              <a:gd name="connsiteY62" fmla="*/ 4214165 h 6858000"/>
              <a:gd name="connsiteX63" fmla="*/ 622623 w 1508539"/>
              <a:gd name="connsiteY63" fmla="*/ 4090296 h 6858000"/>
              <a:gd name="connsiteX64" fmla="*/ 607879 w 1508539"/>
              <a:gd name="connsiteY64" fmla="*/ 4033999 h 6858000"/>
              <a:gd name="connsiteX65" fmla="*/ 609028 w 1508539"/>
              <a:gd name="connsiteY65" fmla="*/ 4031933 h 6858000"/>
              <a:gd name="connsiteX66" fmla="*/ 607604 w 1508539"/>
              <a:gd name="connsiteY66" fmla="*/ 4013953 h 6858000"/>
              <a:gd name="connsiteX67" fmla="*/ 593899 w 1508539"/>
              <a:gd name="connsiteY67" fmla="*/ 3974753 h 6858000"/>
              <a:gd name="connsiteX68" fmla="*/ 595497 w 1508539"/>
              <a:gd name="connsiteY68" fmla="*/ 3969950 h 6858000"/>
              <a:gd name="connsiteX69" fmla="*/ 588919 w 1508539"/>
              <a:gd name="connsiteY69" fmla="*/ 3933779 h 6858000"/>
              <a:gd name="connsiteX70" fmla="*/ 590250 w 1508539"/>
              <a:gd name="connsiteY70" fmla="*/ 3933093 h 6858000"/>
              <a:gd name="connsiteX71" fmla="*/ 594604 w 1508539"/>
              <a:gd name="connsiteY71" fmla="*/ 3922082 h 6858000"/>
              <a:gd name="connsiteX72" fmla="*/ 599682 w 1508539"/>
              <a:gd name="connsiteY72" fmla="*/ 3901461 h 6858000"/>
              <a:gd name="connsiteX73" fmla="*/ 622276 w 1508539"/>
              <a:gd name="connsiteY73" fmla="*/ 3813873 h 6858000"/>
              <a:gd name="connsiteX74" fmla="*/ 621701 w 1508539"/>
              <a:gd name="connsiteY74" fmla="*/ 3806161 h 6858000"/>
              <a:gd name="connsiteX75" fmla="*/ 622008 w 1508539"/>
              <a:gd name="connsiteY75" fmla="*/ 3805957 h 6858000"/>
              <a:gd name="connsiteX76" fmla="*/ 622035 w 1508539"/>
              <a:gd name="connsiteY76" fmla="*/ 3797724 h 6858000"/>
              <a:gd name="connsiteX77" fmla="*/ 620650 w 1508539"/>
              <a:gd name="connsiteY77" fmla="*/ 3792098 h 6858000"/>
              <a:gd name="connsiteX78" fmla="*/ 619534 w 1508539"/>
              <a:gd name="connsiteY78" fmla="*/ 3777135 h 6858000"/>
              <a:gd name="connsiteX79" fmla="*/ 621267 w 1508539"/>
              <a:gd name="connsiteY79" fmla="*/ 3771656 h 6858000"/>
              <a:gd name="connsiteX80" fmla="*/ 625010 w 1508539"/>
              <a:gd name="connsiteY80" fmla="*/ 3769007 h 6858000"/>
              <a:gd name="connsiteX81" fmla="*/ 624476 w 1508539"/>
              <a:gd name="connsiteY81" fmla="*/ 3767709 h 6858000"/>
              <a:gd name="connsiteX82" fmla="*/ 633172 w 1508539"/>
              <a:gd name="connsiteY82" fmla="*/ 3738082 h 6858000"/>
              <a:gd name="connsiteX83" fmla="*/ 640518 w 1508539"/>
              <a:gd name="connsiteY83" fmla="*/ 3673397 h 6858000"/>
              <a:gd name="connsiteX84" fmla="*/ 639814 w 1508539"/>
              <a:gd name="connsiteY84" fmla="*/ 3637109 h 6858000"/>
              <a:gd name="connsiteX85" fmla="*/ 643257 w 1508539"/>
              <a:gd name="connsiteY85" fmla="*/ 3536883 h 6858000"/>
              <a:gd name="connsiteX86" fmla="*/ 650795 w 1508539"/>
              <a:gd name="connsiteY86" fmla="*/ 3435652 h 6858000"/>
              <a:gd name="connsiteX87" fmla="*/ 652466 w 1508539"/>
              <a:gd name="connsiteY87" fmla="*/ 3307769 h 6858000"/>
              <a:gd name="connsiteX88" fmla="*/ 670029 w 1508539"/>
              <a:gd name="connsiteY88" fmla="*/ 3250522 h 6858000"/>
              <a:gd name="connsiteX89" fmla="*/ 670454 w 1508539"/>
              <a:gd name="connsiteY89" fmla="*/ 3229163 h 6858000"/>
              <a:gd name="connsiteX90" fmla="*/ 672277 w 1508539"/>
              <a:gd name="connsiteY90" fmla="*/ 3217217 h 6858000"/>
              <a:gd name="connsiteX91" fmla="*/ 659112 w 1508539"/>
              <a:gd name="connsiteY91" fmla="*/ 3183755 h 6858000"/>
              <a:gd name="connsiteX92" fmla="*/ 659613 w 1508539"/>
              <a:gd name="connsiteY92" fmla="*/ 3178642 h 6858000"/>
              <a:gd name="connsiteX93" fmla="*/ 647213 w 1508539"/>
              <a:gd name="connsiteY93" fmla="*/ 3158586 h 6858000"/>
              <a:gd name="connsiteX94" fmla="*/ 632398 w 1508539"/>
              <a:gd name="connsiteY94" fmla="*/ 3129034 h 6858000"/>
              <a:gd name="connsiteX95" fmla="*/ 633063 w 1508539"/>
              <a:gd name="connsiteY95" fmla="*/ 3126682 h 6858000"/>
              <a:gd name="connsiteX96" fmla="*/ 623931 w 1508539"/>
              <a:gd name="connsiteY96" fmla="*/ 3114519 h 6858000"/>
              <a:gd name="connsiteX97" fmla="*/ 610540 w 1508539"/>
              <a:gd name="connsiteY97" fmla="*/ 3106272 h 6858000"/>
              <a:gd name="connsiteX98" fmla="*/ 583270 w 1508539"/>
              <a:gd name="connsiteY98" fmla="*/ 2958185 h 6858000"/>
              <a:gd name="connsiteX99" fmla="*/ 525884 w 1508539"/>
              <a:gd name="connsiteY99" fmla="*/ 2762989 h 6858000"/>
              <a:gd name="connsiteX100" fmla="*/ 474802 w 1508539"/>
              <a:gd name="connsiteY100" fmla="*/ 2554718 h 6858000"/>
              <a:gd name="connsiteX101" fmla="*/ 454896 w 1508539"/>
              <a:gd name="connsiteY101" fmla="*/ 2485734 h 6858000"/>
              <a:gd name="connsiteX102" fmla="*/ 445619 w 1508539"/>
              <a:gd name="connsiteY102" fmla="*/ 2447068 h 6858000"/>
              <a:gd name="connsiteX103" fmla="*/ 432580 w 1508539"/>
              <a:gd name="connsiteY103" fmla="*/ 2425819 h 6858000"/>
              <a:gd name="connsiteX104" fmla="*/ 438579 w 1508539"/>
              <a:gd name="connsiteY104" fmla="*/ 2402874 h 6858000"/>
              <a:gd name="connsiteX105" fmla="*/ 441191 w 1508539"/>
              <a:gd name="connsiteY105" fmla="*/ 2381443 h 6858000"/>
              <a:gd name="connsiteX106" fmla="*/ 417520 w 1508539"/>
              <a:gd name="connsiteY106" fmla="*/ 2261920 h 6858000"/>
              <a:gd name="connsiteX107" fmla="*/ 407407 w 1508539"/>
              <a:gd name="connsiteY107" fmla="*/ 2195378 h 6858000"/>
              <a:gd name="connsiteX108" fmla="*/ 391624 w 1508539"/>
              <a:gd name="connsiteY108" fmla="*/ 2155135 h 6858000"/>
              <a:gd name="connsiteX109" fmla="*/ 389082 w 1508539"/>
              <a:gd name="connsiteY109" fmla="*/ 2118008 h 6858000"/>
              <a:gd name="connsiteX110" fmla="*/ 390075 w 1508539"/>
              <a:gd name="connsiteY110" fmla="*/ 2050531 h 6858000"/>
              <a:gd name="connsiteX111" fmla="*/ 381881 w 1508539"/>
              <a:gd name="connsiteY111" fmla="*/ 1963269 h 6858000"/>
              <a:gd name="connsiteX112" fmla="*/ 363059 w 1508539"/>
              <a:gd name="connsiteY112" fmla="*/ 1906352 h 6858000"/>
              <a:gd name="connsiteX113" fmla="*/ 339616 w 1508539"/>
              <a:gd name="connsiteY113" fmla="*/ 1861531 h 6858000"/>
              <a:gd name="connsiteX114" fmla="*/ 293415 w 1508539"/>
              <a:gd name="connsiteY114" fmla="*/ 1732919 h 6858000"/>
              <a:gd name="connsiteX115" fmla="*/ 265726 w 1508539"/>
              <a:gd name="connsiteY115" fmla="*/ 1663540 h 6858000"/>
              <a:gd name="connsiteX116" fmla="*/ 264852 w 1508539"/>
              <a:gd name="connsiteY116" fmla="*/ 1615777 h 6858000"/>
              <a:gd name="connsiteX117" fmla="*/ 245647 w 1508539"/>
              <a:gd name="connsiteY117" fmla="*/ 1563678 h 6858000"/>
              <a:gd name="connsiteX118" fmla="*/ 258727 w 1508539"/>
              <a:gd name="connsiteY118" fmla="*/ 1519474 h 6858000"/>
              <a:gd name="connsiteX119" fmla="*/ 251469 w 1508539"/>
              <a:gd name="connsiteY119" fmla="*/ 1477995 h 6858000"/>
              <a:gd name="connsiteX120" fmla="*/ 237554 w 1508539"/>
              <a:gd name="connsiteY120" fmla="*/ 1373769 h 6858000"/>
              <a:gd name="connsiteX121" fmla="*/ 245861 w 1508539"/>
              <a:gd name="connsiteY121" fmla="*/ 1307086 h 6858000"/>
              <a:gd name="connsiteX122" fmla="*/ 247049 w 1508539"/>
              <a:gd name="connsiteY122" fmla="*/ 1189033 h 6858000"/>
              <a:gd name="connsiteX123" fmla="*/ 251734 w 1508539"/>
              <a:gd name="connsiteY123" fmla="*/ 1168288 h 6858000"/>
              <a:gd name="connsiteX124" fmla="*/ 244016 w 1508539"/>
              <a:gd name="connsiteY124" fmla="*/ 1142577 h 6858000"/>
              <a:gd name="connsiteX125" fmla="*/ 233322 w 1508539"/>
              <a:gd name="connsiteY125" fmla="*/ 1088484 h 6858000"/>
              <a:gd name="connsiteX126" fmla="*/ 222058 w 1508539"/>
              <a:gd name="connsiteY126" fmla="*/ 1016103 h 6858000"/>
              <a:gd name="connsiteX127" fmla="*/ 223514 w 1508539"/>
              <a:gd name="connsiteY127" fmla="*/ 932283 h 6858000"/>
              <a:gd name="connsiteX128" fmla="*/ 225750 w 1508539"/>
              <a:gd name="connsiteY128" fmla="*/ 915925 h 6858000"/>
              <a:gd name="connsiteX129" fmla="*/ 218379 w 1508539"/>
              <a:gd name="connsiteY129" fmla="*/ 896999 h 6858000"/>
              <a:gd name="connsiteX130" fmla="*/ 187787 w 1508539"/>
              <a:gd name="connsiteY130" fmla="*/ 821517 h 6858000"/>
              <a:gd name="connsiteX131" fmla="*/ 166737 w 1508539"/>
              <a:gd name="connsiteY131" fmla="*/ 751353 h 6858000"/>
              <a:gd name="connsiteX132" fmla="*/ 166295 w 1508539"/>
              <a:gd name="connsiteY132" fmla="*/ 721230 h 6858000"/>
              <a:gd name="connsiteX133" fmla="*/ 151966 w 1508539"/>
              <a:gd name="connsiteY133" fmla="*/ 681659 h 6858000"/>
              <a:gd name="connsiteX134" fmla="*/ 137385 w 1508539"/>
              <a:gd name="connsiteY134" fmla="*/ 635218 h 6858000"/>
              <a:gd name="connsiteX135" fmla="*/ 142396 w 1508539"/>
              <a:gd name="connsiteY135" fmla="*/ 613763 h 6858000"/>
              <a:gd name="connsiteX136" fmla="*/ 128338 w 1508539"/>
              <a:gd name="connsiteY136" fmla="*/ 598582 h 6858000"/>
              <a:gd name="connsiteX137" fmla="*/ 128019 w 1508539"/>
              <a:gd name="connsiteY137" fmla="*/ 576846 h 6858000"/>
              <a:gd name="connsiteX138" fmla="*/ 107645 w 1508539"/>
              <a:gd name="connsiteY138" fmla="*/ 530055 h 6858000"/>
              <a:gd name="connsiteX139" fmla="*/ 106893 w 1508539"/>
              <a:gd name="connsiteY139" fmla="*/ 465389 h 6858000"/>
              <a:gd name="connsiteX140" fmla="*/ 89816 w 1508539"/>
              <a:gd name="connsiteY140" fmla="*/ 424699 h 6858000"/>
              <a:gd name="connsiteX141" fmla="*/ 90191 w 1508539"/>
              <a:gd name="connsiteY141" fmla="*/ 404917 h 6858000"/>
              <a:gd name="connsiteX142" fmla="*/ 70148 w 1508539"/>
              <a:gd name="connsiteY142" fmla="*/ 367211 h 6858000"/>
              <a:gd name="connsiteX143" fmla="*/ 36452 w 1508539"/>
              <a:gd name="connsiteY143" fmla="*/ 268519 h 6858000"/>
              <a:gd name="connsiteX144" fmla="*/ 23935 w 1508539"/>
              <a:gd name="connsiteY144" fmla="*/ 160886 h 6858000"/>
              <a:gd name="connsiteX145" fmla="*/ 19312 w 1508539"/>
              <a:gd name="connsiteY145" fmla="*/ 47336 h 6858000"/>
              <a:gd name="connsiteX146" fmla="*/ 0 w 1508539"/>
              <a:gd name="connsiteY146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201349 w 1508539"/>
              <a:gd name="connsiteY14" fmla="*/ 6530567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64248 w 1508539"/>
              <a:gd name="connsiteY9" fmla="*/ 6574442 h 6858000"/>
              <a:gd name="connsiteX10" fmla="*/ 164588 w 1508539"/>
              <a:gd name="connsiteY10" fmla="*/ 6568530 h 6858000"/>
              <a:gd name="connsiteX11" fmla="*/ 166997 w 1508539"/>
              <a:gd name="connsiteY11" fmla="*/ 6560674 h 6858000"/>
              <a:gd name="connsiteX12" fmla="*/ 167342 w 1508539"/>
              <a:gd name="connsiteY12" fmla="*/ 6560598 h 6858000"/>
              <a:gd name="connsiteX13" fmla="*/ 201349 w 1508539"/>
              <a:gd name="connsiteY13" fmla="*/ 6530567 h 6858000"/>
              <a:gd name="connsiteX14" fmla="*/ 215389 w 1508539"/>
              <a:gd name="connsiteY14" fmla="*/ 6478062 h 6858000"/>
              <a:gd name="connsiteX15" fmla="*/ 226078 w 1508539"/>
              <a:gd name="connsiteY15" fmla="*/ 6460325 h 6858000"/>
              <a:gd name="connsiteX16" fmla="*/ 233311 w 1508539"/>
              <a:gd name="connsiteY16" fmla="*/ 6451488 h 6858000"/>
              <a:gd name="connsiteX17" fmla="*/ 234746 w 1508539"/>
              <a:gd name="connsiteY17" fmla="*/ 6451348 h 6858000"/>
              <a:gd name="connsiteX18" fmla="*/ 239104 w 1508539"/>
              <a:gd name="connsiteY18" fmla="*/ 6414240 h 6858000"/>
              <a:gd name="connsiteX19" fmla="*/ 241880 w 1508539"/>
              <a:gd name="connsiteY19" fmla="*/ 6384857 h 6858000"/>
              <a:gd name="connsiteX20" fmla="*/ 240591 w 1508539"/>
              <a:gd name="connsiteY20" fmla="*/ 6367510 h 6858000"/>
              <a:gd name="connsiteX21" fmla="*/ 244471 w 1508539"/>
              <a:gd name="connsiteY21" fmla="*/ 6349778 h 6858000"/>
              <a:gd name="connsiteX22" fmla="*/ 246136 w 1508539"/>
              <a:gd name="connsiteY22" fmla="*/ 6348250 h 6858000"/>
              <a:gd name="connsiteX23" fmla="*/ 262170 w 1508539"/>
              <a:gd name="connsiteY23" fmla="*/ 6281972 h 6858000"/>
              <a:gd name="connsiteX24" fmla="*/ 272933 w 1508539"/>
              <a:gd name="connsiteY24" fmla="*/ 6211940 h 6858000"/>
              <a:gd name="connsiteX25" fmla="*/ 314428 w 1508539"/>
              <a:gd name="connsiteY25" fmla="*/ 6113913 h 6858000"/>
              <a:gd name="connsiteX26" fmla="*/ 318721 w 1508539"/>
              <a:gd name="connsiteY26" fmla="*/ 6028119 h 6858000"/>
              <a:gd name="connsiteX27" fmla="*/ 345501 w 1508539"/>
              <a:gd name="connsiteY27" fmla="*/ 5934687 h 6858000"/>
              <a:gd name="connsiteX28" fmla="*/ 379513 w 1508539"/>
              <a:gd name="connsiteY28" fmla="*/ 5765594 h 6858000"/>
              <a:gd name="connsiteX29" fmla="*/ 411349 w 1508539"/>
              <a:gd name="connsiteY29" fmla="*/ 5693685 h 6858000"/>
              <a:gd name="connsiteX30" fmla="*/ 431404 w 1508539"/>
              <a:gd name="connsiteY30" fmla="*/ 5665173 h 6858000"/>
              <a:gd name="connsiteX31" fmla="*/ 465121 w 1508539"/>
              <a:gd name="connsiteY31" fmla="*/ 5563435 h 6858000"/>
              <a:gd name="connsiteX32" fmla="*/ 494626 w 1508539"/>
              <a:gd name="connsiteY32" fmla="*/ 5476393 h 6858000"/>
              <a:gd name="connsiteX33" fmla="*/ 525819 w 1508539"/>
              <a:gd name="connsiteY33" fmla="*/ 5396260 h 6858000"/>
              <a:gd name="connsiteX34" fmla="*/ 541800 w 1508539"/>
              <a:gd name="connsiteY34" fmla="*/ 5330009 h 6858000"/>
              <a:gd name="connsiteX35" fmla="*/ 575293 w 1508539"/>
              <a:gd name="connsiteY35" fmla="*/ 5273739 h 6858000"/>
              <a:gd name="connsiteX36" fmla="*/ 584892 w 1508539"/>
              <a:gd name="connsiteY36" fmla="*/ 5241779 h 6858000"/>
              <a:gd name="connsiteX37" fmla="*/ 596118 w 1508539"/>
              <a:gd name="connsiteY37" fmla="*/ 5225268 h 6858000"/>
              <a:gd name="connsiteX38" fmla="*/ 597138 w 1508539"/>
              <a:gd name="connsiteY38" fmla="*/ 5217684 h 6858000"/>
              <a:gd name="connsiteX39" fmla="*/ 604479 w 1508539"/>
              <a:gd name="connsiteY39" fmla="*/ 5193377 h 6858000"/>
              <a:gd name="connsiteX40" fmla="*/ 607782 w 1508539"/>
              <a:gd name="connsiteY40" fmla="*/ 5179288 h 6858000"/>
              <a:gd name="connsiteX41" fmla="*/ 608766 w 1508539"/>
              <a:gd name="connsiteY41" fmla="*/ 5173621 h 6858000"/>
              <a:gd name="connsiteX42" fmla="*/ 604400 w 1508539"/>
              <a:gd name="connsiteY42" fmla="*/ 5159961 h 6858000"/>
              <a:gd name="connsiteX43" fmla="*/ 611077 w 1508539"/>
              <a:gd name="connsiteY43" fmla="*/ 5144295 h 6858000"/>
              <a:gd name="connsiteX44" fmla="*/ 608010 w 1508539"/>
              <a:gd name="connsiteY44" fmla="*/ 5125185 h 6858000"/>
              <a:gd name="connsiteX45" fmla="*/ 614840 w 1508539"/>
              <a:gd name="connsiteY45" fmla="*/ 5121884 h 6858000"/>
              <a:gd name="connsiteX46" fmla="*/ 621876 w 1508539"/>
              <a:gd name="connsiteY46" fmla="*/ 5067850 h 6858000"/>
              <a:gd name="connsiteX47" fmla="*/ 624607 w 1508539"/>
              <a:gd name="connsiteY47" fmla="*/ 5060861 h 6858000"/>
              <a:gd name="connsiteX48" fmla="*/ 621311 w 1508539"/>
              <a:gd name="connsiteY48" fmla="*/ 5034192 h 6858000"/>
              <a:gd name="connsiteX49" fmla="*/ 622865 w 1508539"/>
              <a:gd name="connsiteY49" fmla="*/ 4993030 h 6858000"/>
              <a:gd name="connsiteX50" fmla="*/ 629774 w 1508539"/>
              <a:gd name="connsiteY50" fmla="*/ 4946844 h 6858000"/>
              <a:gd name="connsiteX51" fmla="*/ 625630 w 1508539"/>
              <a:gd name="connsiteY51" fmla="*/ 4932692 h 6858000"/>
              <a:gd name="connsiteX52" fmla="*/ 641033 w 1508539"/>
              <a:gd name="connsiteY52" fmla="*/ 4858827 h 6858000"/>
              <a:gd name="connsiteX53" fmla="*/ 646936 w 1508539"/>
              <a:gd name="connsiteY53" fmla="*/ 4821170 h 6858000"/>
              <a:gd name="connsiteX54" fmla="*/ 651669 w 1508539"/>
              <a:gd name="connsiteY54" fmla="*/ 4780965 h 6858000"/>
              <a:gd name="connsiteX55" fmla="*/ 652962 w 1508539"/>
              <a:gd name="connsiteY55" fmla="*/ 4750867 h 6858000"/>
              <a:gd name="connsiteX56" fmla="*/ 650769 w 1508539"/>
              <a:gd name="connsiteY56" fmla="*/ 4690749 h 6858000"/>
              <a:gd name="connsiteX57" fmla="*/ 646249 w 1508539"/>
              <a:gd name="connsiteY57" fmla="*/ 4584173 h 6858000"/>
              <a:gd name="connsiteX58" fmla="*/ 641332 w 1508539"/>
              <a:gd name="connsiteY58" fmla="*/ 4444346 h 6858000"/>
              <a:gd name="connsiteX59" fmla="*/ 637897 w 1508539"/>
              <a:gd name="connsiteY59" fmla="*/ 4375228 h 6858000"/>
              <a:gd name="connsiteX60" fmla="*/ 618550 w 1508539"/>
              <a:gd name="connsiteY60" fmla="*/ 4214165 h 6858000"/>
              <a:gd name="connsiteX61" fmla="*/ 622623 w 1508539"/>
              <a:gd name="connsiteY61" fmla="*/ 4090296 h 6858000"/>
              <a:gd name="connsiteX62" fmla="*/ 607879 w 1508539"/>
              <a:gd name="connsiteY62" fmla="*/ 4033999 h 6858000"/>
              <a:gd name="connsiteX63" fmla="*/ 609028 w 1508539"/>
              <a:gd name="connsiteY63" fmla="*/ 4031933 h 6858000"/>
              <a:gd name="connsiteX64" fmla="*/ 607604 w 1508539"/>
              <a:gd name="connsiteY64" fmla="*/ 4013953 h 6858000"/>
              <a:gd name="connsiteX65" fmla="*/ 593899 w 1508539"/>
              <a:gd name="connsiteY65" fmla="*/ 3974753 h 6858000"/>
              <a:gd name="connsiteX66" fmla="*/ 595497 w 1508539"/>
              <a:gd name="connsiteY66" fmla="*/ 3969950 h 6858000"/>
              <a:gd name="connsiteX67" fmla="*/ 588919 w 1508539"/>
              <a:gd name="connsiteY67" fmla="*/ 3933779 h 6858000"/>
              <a:gd name="connsiteX68" fmla="*/ 590250 w 1508539"/>
              <a:gd name="connsiteY68" fmla="*/ 3933093 h 6858000"/>
              <a:gd name="connsiteX69" fmla="*/ 594604 w 1508539"/>
              <a:gd name="connsiteY69" fmla="*/ 3922082 h 6858000"/>
              <a:gd name="connsiteX70" fmla="*/ 599682 w 1508539"/>
              <a:gd name="connsiteY70" fmla="*/ 3901461 h 6858000"/>
              <a:gd name="connsiteX71" fmla="*/ 622276 w 1508539"/>
              <a:gd name="connsiteY71" fmla="*/ 3813873 h 6858000"/>
              <a:gd name="connsiteX72" fmla="*/ 621701 w 1508539"/>
              <a:gd name="connsiteY72" fmla="*/ 3806161 h 6858000"/>
              <a:gd name="connsiteX73" fmla="*/ 622008 w 1508539"/>
              <a:gd name="connsiteY73" fmla="*/ 3805957 h 6858000"/>
              <a:gd name="connsiteX74" fmla="*/ 622035 w 1508539"/>
              <a:gd name="connsiteY74" fmla="*/ 3797724 h 6858000"/>
              <a:gd name="connsiteX75" fmla="*/ 620650 w 1508539"/>
              <a:gd name="connsiteY75" fmla="*/ 3792098 h 6858000"/>
              <a:gd name="connsiteX76" fmla="*/ 619534 w 1508539"/>
              <a:gd name="connsiteY76" fmla="*/ 3777135 h 6858000"/>
              <a:gd name="connsiteX77" fmla="*/ 621267 w 1508539"/>
              <a:gd name="connsiteY77" fmla="*/ 3771656 h 6858000"/>
              <a:gd name="connsiteX78" fmla="*/ 625010 w 1508539"/>
              <a:gd name="connsiteY78" fmla="*/ 3769007 h 6858000"/>
              <a:gd name="connsiteX79" fmla="*/ 624476 w 1508539"/>
              <a:gd name="connsiteY79" fmla="*/ 3767709 h 6858000"/>
              <a:gd name="connsiteX80" fmla="*/ 633172 w 1508539"/>
              <a:gd name="connsiteY80" fmla="*/ 3738082 h 6858000"/>
              <a:gd name="connsiteX81" fmla="*/ 640518 w 1508539"/>
              <a:gd name="connsiteY81" fmla="*/ 3673397 h 6858000"/>
              <a:gd name="connsiteX82" fmla="*/ 639814 w 1508539"/>
              <a:gd name="connsiteY82" fmla="*/ 3637109 h 6858000"/>
              <a:gd name="connsiteX83" fmla="*/ 643257 w 1508539"/>
              <a:gd name="connsiteY83" fmla="*/ 3536883 h 6858000"/>
              <a:gd name="connsiteX84" fmla="*/ 650795 w 1508539"/>
              <a:gd name="connsiteY84" fmla="*/ 3435652 h 6858000"/>
              <a:gd name="connsiteX85" fmla="*/ 652466 w 1508539"/>
              <a:gd name="connsiteY85" fmla="*/ 3307769 h 6858000"/>
              <a:gd name="connsiteX86" fmla="*/ 670029 w 1508539"/>
              <a:gd name="connsiteY86" fmla="*/ 3250522 h 6858000"/>
              <a:gd name="connsiteX87" fmla="*/ 670454 w 1508539"/>
              <a:gd name="connsiteY87" fmla="*/ 3229163 h 6858000"/>
              <a:gd name="connsiteX88" fmla="*/ 672277 w 1508539"/>
              <a:gd name="connsiteY88" fmla="*/ 3217217 h 6858000"/>
              <a:gd name="connsiteX89" fmla="*/ 659112 w 1508539"/>
              <a:gd name="connsiteY89" fmla="*/ 3183755 h 6858000"/>
              <a:gd name="connsiteX90" fmla="*/ 659613 w 1508539"/>
              <a:gd name="connsiteY90" fmla="*/ 3178642 h 6858000"/>
              <a:gd name="connsiteX91" fmla="*/ 647213 w 1508539"/>
              <a:gd name="connsiteY91" fmla="*/ 3158586 h 6858000"/>
              <a:gd name="connsiteX92" fmla="*/ 632398 w 1508539"/>
              <a:gd name="connsiteY92" fmla="*/ 3129034 h 6858000"/>
              <a:gd name="connsiteX93" fmla="*/ 633063 w 1508539"/>
              <a:gd name="connsiteY93" fmla="*/ 3126682 h 6858000"/>
              <a:gd name="connsiteX94" fmla="*/ 623931 w 1508539"/>
              <a:gd name="connsiteY94" fmla="*/ 3114519 h 6858000"/>
              <a:gd name="connsiteX95" fmla="*/ 610540 w 1508539"/>
              <a:gd name="connsiteY95" fmla="*/ 3106272 h 6858000"/>
              <a:gd name="connsiteX96" fmla="*/ 583270 w 1508539"/>
              <a:gd name="connsiteY96" fmla="*/ 2958185 h 6858000"/>
              <a:gd name="connsiteX97" fmla="*/ 525884 w 1508539"/>
              <a:gd name="connsiteY97" fmla="*/ 2762989 h 6858000"/>
              <a:gd name="connsiteX98" fmla="*/ 474802 w 1508539"/>
              <a:gd name="connsiteY98" fmla="*/ 2554718 h 6858000"/>
              <a:gd name="connsiteX99" fmla="*/ 454896 w 1508539"/>
              <a:gd name="connsiteY99" fmla="*/ 2485734 h 6858000"/>
              <a:gd name="connsiteX100" fmla="*/ 445619 w 1508539"/>
              <a:gd name="connsiteY100" fmla="*/ 2447068 h 6858000"/>
              <a:gd name="connsiteX101" fmla="*/ 432580 w 1508539"/>
              <a:gd name="connsiteY101" fmla="*/ 2425819 h 6858000"/>
              <a:gd name="connsiteX102" fmla="*/ 438579 w 1508539"/>
              <a:gd name="connsiteY102" fmla="*/ 2402874 h 6858000"/>
              <a:gd name="connsiteX103" fmla="*/ 441191 w 1508539"/>
              <a:gd name="connsiteY103" fmla="*/ 2381443 h 6858000"/>
              <a:gd name="connsiteX104" fmla="*/ 417520 w 1508539"/>
              <a:gd name="connsiteY104" fmla="*/ 2261920 h 6858000"/>
              <a:gd name="connsiteX105" fmla="*/ 407407 w 1508539"/>
              <a:gd name="connsiteY105" fmla="*/ 2195378 h 6858000"/>
              <a:gd name="connsiteX106" fmla="*/ 391624 w 1508539"/>
              <a:gd name="connsiteY106" fmla="*/ 2155135 h 6858000"/>
              <a:gd name="connsiteX107" fmla="*/ 389082 w 1508539"/>
              <a:gd name="connsiteY107" fmla="*/ 2118008 h 6858000"/>
              <a:gd name="connsiteX108" fmla="*/ 390075 w 1508539"/>
              <a:gd name="connsiteY108" fmla="*/ 2050531 h 6858000"/>
              <a:gd name="connsiteX109" fmla="*/ 381881 w 1508539"/>
              <a:gd name="connsiteY109" fmla="*/ 1963269 h 6858000"/>
              <a:gd name="connsiteX110" fmla="*/ 363059 w 1508539"/>
              <a:gd name="connsiteY110" fmla="*/ 1906352 h 6858000"/>
              <a:gd name="connsiteX111" fmla="*/ 339616 w 1508539"/>
              <a:gd name="connsiteY111" fmla="*/ 1861531 h 6858000"/>
              <a:gd name="connsiteX112" fmla="*/ 293415 w 1508539"/>
              <a:gd name="connsiteY112" fmla="*/ 1732919 h 6858000"/>
              <a:gd name="connsiteX113" fmla="*/ 265726 w 1508539"/>
              <a:gd name="connsiteY113" fmla="*/ 1663540 h 6858000"/>
              <a:gd name="connsiteX114" fmla="*/ 264852 w 1508539"/>
              <a:gd name="connsiteY114" fmla="*/ 1615777 h 6858000"/>
              <a:gd name="connsiteX115" fmla="*/ 245647 w 1508539"/>
              <a:gd name="connsiteY115" fmla="*/ 1563678 h 6858000"/>
              <a:gd name="connsiteX116" fmla="*/ 258727 w 1508539"/>
              <a:gd name="connsiteY116" fmla="*/ 1519474 h 6858000"/>
              <a:gd name="connsiteX117" fmla="*/ 251469 w 1508539"/>
              <a:gd name="connsiteY117" fmla="*/ 1477995 h 6858000"/>
              <a:gd name="connsiteX118" fmla="*/ 237554 w 1508539"/>
              <a:gd name="connsiteY118" fmla="*/ 1373769 h 6858000"/>
              <a:gd name="connsiteX119" fmla="*/ 245861 w 1508539"/>
              <a:gd name="connsiteY119" fmla="*/ 1307086 h 6858000"/>
              <a:gd name="connsiteX120" fmla="*/ 247049 w 1508539"/>
              <a:gd name="connsiteY120" fmla="*/ 1189033 h 6858000"/>
              <a:gd name="connsiteX121" fmla="*/ 251734 w 1508539"/>
              <a:gd name="connsiteY121" fmla="*/ 1168288 h 6858000"/>
              <a:gd name="connsiteX122" fmla="*/ 244016 w 1508539"/>
              <a:gd name="connsiteY122" fmla="*/ 1142577 h 6858000"/>
              <a:gd name="connsiteX123" fmla="*/ 233322 w 1508539"/>
              <a:gd name="connsiteY123" fmla="*/ 1088484 h 6858000"/>
              <a:gd name="connsiteX124" fmla="*/ 222058 w 1508539"/>
              <a:gd name="connsiteY124" fmla="*/ 1016103 h 6858000"/>
              <a:gd name="connsiteX125" fmla="*/ 223514 w 1508539"/>
              <a:gd name="connsiteY125" fmla="*/ 932283 h 6858000"/>
              <a:gd name="connsiteX126" fmla="*/ 225750 w 1508539"/>
              <a:gd name="connsiteY126" fmla="*/ 915925 h 6858000"/>
              <a:gd name="connsiteX127" fmla="*/ 218379 w 1508539"/>
              <a:gd name="connsiteY127" fmla="*/ 896999 h 6858000"/>
              <a:gd name="connsiteX128" fmla="*/ 187787 w 1508539"/>
              <a:gd name="connsiteY128" fmla="*/ 821517 h 6858000"/>
              <a:gd name="connsiteX129" fmla="*/ 166737 w 1508539"/>
              <a:gd name="connsiteY129" fmla="*/ 751353 h 6858000"/>
              <a:gd name="connsiteX130" fmla="*/ 166295 w 1508539"/>
              <a:gd name="connsiteY130" fmla="*/ 721230 h 6858000"/>
              <a:gd name="connsiteX131" fmla="*/ 151966 w 1508539"/>
              <a:gd name="connsiteY131" fmla="*/ 681659 h 6858000"/>
              <a:gd name="connsiteX132" fmla="*/ 137385 w 1508539"/>
              <a:gd name="connsiteY132" fmla="*/ 635218 h 6858000"/>
              <a:gd name="connsiteX133" fmla="*/ 142396 w 1508539"/>
              <a:gd name="connsiteY133" fmla="*/ 613763 h 6858000"/>
              <a:gd name="connsiteX134" fmla="*/ 128338 w 1508539"/>
              <a:gd name="connsiteY134" fmla="*/ 598582 h 6858000"/>
              <a:gd name="connsiteX135" fmla="*/ 128019 w 1508539"/>
              <a:gd name="connsiteY135" fmla="*/ 576846 h 6858000"/>
              <a:gd name="connsiteX136" fmla="*/ 107645 w 1508539"/>
              <a:gd name="connsiteY136" fmla="*/ 530055 h 6858000"/>
              <a:gd name="connsiteX137" fmla="*/ 106893 w 1508539"/>
              <a:gd name="connsiteY137" fmla="*/ 465389 h 6858000"/>
              <a:gd name="connsiteX138" fmla="*/ 89816 w 1508539"/>
              <a:gd name="connsiteY138" fmla="*/ 424699 h 6858000"/>
              <a:gd name="connsiteX139" fmla="*/ 90191 w 1508539"/>
              <a:gd name="connsiteY139" fmla="*/ 404917 h 6858000"/>
              <a:gd name="connsiteX140" fmla="*/ 70148 w 1508539"/>
              <a:gd name="connsiteY140" fmla="*/ 367211 h 6858000"/>
              <a:gd name="connsiteX141" fmla="*/ 36452 w 1508539"/>
              <a:gd name="connsiteY141" fmla="*/ 268519 h 6858000"/>
              <a:gd name="connsiteX142" fmla="*/ 23935 w 1508539"/>
              <a:gd name="connsiteY142" fmla="*/ 160886 h 6858000"/>
              <a:gd name="connsiteX143" fmla="*/ 19312 w 1508539"/>
              <a:gd name="connsiteY143" fmla="*/ 47336 h 6858000"/>
              <a:gd name="connsiteX144" fmla="*/ 0 w 1508539"/>
              <a:gd name="connsiteY14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379513 w 1508539"/>
              <a:gd name="connsiteY27" fmla="*/ 5765594 h 6858000"/>
              <a:gd name="connsiteX28" fmla="*/ 411349 w 1508539"/>
              <a:gd name="connsiteY28" fmla="*/ 5693685 h 6858000"/>
              <a:gd name="connsiteX29" fmla="*/ 431404 w 1508539"/>
              <a:gd name="connsiteY29" fmla="*/ 5665173 h 6858000"/>
              <a:gd name="connsiteX30" fmla="*/ 465121 w 1508539"/>
              <a:gd name="connsiteY30" fmla="*/ 5563435 h 6858000"/>
              <a:gd name="connsiteX31" fmla="*/ 494626 w 1508539"/>
              <a:gd name="connsiteY31" fmla="*/ 5476393 h 6858000"/>
              <a:gd name="connsiteX32" fmla="*/ 525819 w 1508539"/>
              <a:gd name="connsiteY32" fmla="*/ 5396260 h 6858000"/>
              <a:gd name="connsiteX33" fmla="*/ 541800 w 1508539"/>
              <a:gd name="connsiteY33" fmla="*/ 5330009 h 6858000"/>
              <a:gd name="connsiteX34" fmla="*/ 575293 w 1508539"/>
              <a:gd name="connsiteY34" fmla="*/ 5273739 h 6858000"/>
              <a:gd name="connsiteX35" fmla="*/ 584892 w 1508539"/>
              <a:gd name="connsiteY35" fmla="*/ 5241779 h 6858000"/>
              <a:gd name="connsiteX36" fmla="*/ 596118 w 1508539"/>
              <a:gd name="connsiteY36" fmla="*/ 5225268 h 6858000"/>
              <a:gd name="connsiteX37" fmla="*/ 597138 w 1508539"/>
              <a:gd name="connsiteY37" fmla="*/ 5217684 h 6858000"/>
              <a:gd name="connsiteX38" fmla="*/ 604479 w 1508539"/>
              <a:gd name="connsiteY38" fmla="*/ 5193377 h 6858000"/>
              <a:gd name="connsiteX39" fmla="*/ 607782 w 1508539"/>
              <a:gd name="connsiteY39" fmla="*/ 5179288 h 6858000"/>
              <a:gd name="connsiteX40" fmla="*/ 608766 w 1508539"/>
              <a:gd name="connsiteY40" fmla="*/ 5173621 h 6858000"/>
              <a:gd name="connsiteX41" fmla="*/ 604400 w 1508539"/>
              <a:gd name="connsiteY41" fmla="*/ 5159961 h 6858000"/>
              <a:gd name="connsiteX42" fmla="*/ 611077 w 1508539"/>
              <a:gd name="connsiteY42" fmla="*/ 5144295 h 6858000"/>
              <a:gd name="connsiteX43" fmla="*/ 608010 w 1508539"/>
              <a:gd name="connsiteY43" fmla="*/ 5125185 h 6858000"/>
              <a:gd name="connsiteX44" fmla="*/ 614840 w 1508539"/>
              <a:gd name="connsiteY44" fmla="*/ 5121884 h 6858000"/>
              <a:gd name="connsiteX45" fmla="*/ 621876 w 1508539"/>
              <a:gd name="connsiteY45" fmla="*/ 5067850 h 6858000"/>
              <a:gd name="connsiteX46" fmla="*/ 624607 w 1508539"/>
              <a:gd name="connsiteY46" fmla="*/ 5060861 h 6858000"/>
              <a:gd name="connsiteX47" fmla="*/ 621311 w 1508539"/>
              <a:gd name="connsiteY47" fmla="*/ 5034192 h 6858000"/>
              <a:gd name="connsiteX48" fmla="*/ 622865 w 1508539"/>
              <a:gd name="connsiteY48" fmla="*/ 4993030 h 6858000"/>
              <a:gd name="connsiteX49" fmla="*/ 629774 w 1508539"/>
              <a:gd name="connsiteY49" fmla="*/ 4946844 h 6858000"/>
              <a:gd name="connsiteX50" fmla="*/ 625630 w 1508539"/>
              <a:gd name="connsiteY50" fmla="*/ 4932692 h 6858000"/>
              <a:gd name="connsiteX51" fmla="*/ 641033 w 1508539"/>
              <a:gd name="connsiteY51" fmla="*/ 4858827 h 6858000"/>
              <a:gd name="connsiteX52" fmla="*/ 646936 w 1508539"/>
              <a:gd name="connsiteY52" fmla="*/ 4821170 h 6858000"/>
              <a:gd name="connsiteX53" fmla="*/ 651669 w 1508539"/>
              <a:gd name="connsiteY53" fmla="*/ 4780965 h 6858000"/>
              <a:gd name="connsiteX54" fmla="*/ 652962 w 1508539"/>
              <a:gd name="connsiteY54" fmla="*/ 4750867 h 6858000"/>
              <a:gd name="connsiteX55" fmla="*/ 650769 w 1508539"/>
              <a:gd name="connsiteY55" fmla="*/ 4690749 h 6858000"/>
              <a:gd name="connsiteX56" fmla="*/ 646249 w 1508539"/>
              <a:gd name="connsiteY56" fmla="*/ 4584173 h 6858000"/>
              <a:gd name="connsiteX57" fmla="*/ 641332 w 1508539"/>
              <a:gd name="connsiteY57" fmla="*/ 4444346 h 6858000"/>
              <a:gd name="connsiteX58" fmla="*/ 637897 w 1508539"/>
              <a:gd name="connsiteY58" fmla="*/ 4375228 h 6858000"/>
              <a:gd name="connsiteX59" fmla="*/ 618550 w 1508539"/>
              <a:gd name="connsiteY59" fmla="*/ 4214165 h 6858000"/>
              <a:gd name="connsiteX60" fmla="*/ 622623 w 1508539"/>
              <a:gd name="connsiteY60" fmla="*/ 4090296 h 6858000"/>
              <a:gd name="connsiteX61" fmla="*/ 607879 w 1508539"/>
              <a:gd name="connsiteY61" fmla="*/ 4033999 h 6858000"/>
              <a:gd name="connsiteX62" fmla="*/ 609028 w 1508539"/>
              <a:gd name="connsiteY62" fmla="*/ 4031933 h 6858000"/>
              <a:gd name="connsiteX63" fmla="*/ 607604 w 1508539"/>
              <a:gd name="connsiteY63" fmla="*/ 4013953 h 6858000"/>
              <a:gd name="connsiteX64" fmla="*/ 593899 w 1508539"/>
              <a:gd name="connsiteY64" fmla="*/ 3974753 h 6858000"/>
              <a:gd name="connsiteX65" fmla="*/ 595497 w 1508539"/>
              <a:gd name="connsiteY65" fmla="*/ 3969950 h 6858000"/>
              <a:gd name="connsiteX66" fmla="*/ 588919 w 1508539"/>
              <a:gd name="connsiteY66" fmla="*/ 3933779 h 6858000"/>
              <a:gd name="connsiteX67" fmla="*/ 590250 w 1508539"/>
              <a:gd name="connsiteY67" fmla="*/ 3933093 h 6858000"/>
              <a:gd name="connsiteX68" fmla="*/ 594604 w 1508539"/>
              <a:gd name="connsiteY68" fmla="*/ 3922082 h 6858000"/>
              <a:gd name="connsiteX69" fmla="*/ 599682 w 1508539"/>
              <a:gd name="connsiteY69" fmla="*/ 3901461 h 6858000"/>
              <a:gd name="connsiteX70" fmla="*/ 622276 w 1508539"/>
              <a:gd name="connsiteY70" fmla="*/ 3813873 h 6858000"/>
              <a:gd name="connsiteX71" fmla="*/ 621701 w 1508539"/>
              <a:gd name="connsiteY71" fmla="*/ 3806161 h 6858000"/>
              <a:gd name="connsiteX72" fmla="*/ 622008 w 1508539"/>
              <a:gd name="connsiteY72" fmla="*/ 3805957 h 6858000"/>
              <a:gd name="connsiteX73" fmla="*/ 622035 w 1508539"/>
              <a:gd name="connsiteY73" fmla="*/ 3797724 h 6858000"/>
              <a:gd name="connsiteX74" fmla="*/ 620650 w 1508539"/>
              <a:gd name="connsiteY74" fmla="*/ 3792098 h 6858000"/>
              <a:gd name="connsiteX75" fmla="*/ 619534 w 1508539"/>
              <a:gd name="connsiteY75" fmla="*/ 3777135 h 6858000"/>
              <a:gd name="connsiteX76" fmla="*/ 621267 w 1508539"/>
              <a:gd name="connsiteY76" fmla="*/ 3771656 h 6858000"/>
              <a:gd name="connsiteX77" fmla="*/ 625010 w 1508539"/>
              <a:gd name="connsiteY77" fmla="*/ 3769007 h 6858000"/>
              <a:gd name="connsiteX78" fmla="*/ 624476 w 1508539"/>
              <a:gd name="connsiteY78" fmla="*/ 3767709 h 6858000"/>
              <a:gd name="connsiteX79" fmla="*/ 633172 w 1508539"/>
              <a:gd name="connsiteY79" fmla="*/ 3738082 h 6858000"/>
              <a:gd name="connsiteX80" fmla="*/ 640518 w 1508539"/>
              <a:gd name="connsiteY80" fmla="*/ 3673397 h 6858000"/>
              <a:gd name="connsiteX81" fmla="*/ 639814 w 1508539"/>
              <a:gd name="connsiteY81" fmla="*/ 3637109 h 6858000"/>
              <a:gd name="connsiteX82" fmla="*/ 643257 w 1508539"/>
              <a:gd name="connsiteY82" fmla="*/ 3536883 h 6858000"/>
              <a:gd name="connsiteX83" fmla="*/ 650795 w 1508539"/>
              <a:gd name="connsiteY83" fmla="*/ 3435652 h 6858000"/>
              <a:gd name="connsiteX84" fmla="*/ 652466 w 1508539"/>
              <a:gd name="connsiteY84" fmla="*/ 3307769 h 6858000"/>
              <a:gd name="connsiteX85" fmla="*/ 670029 w 1508539"/>
              <a:gd name="connsiteY85" fmla="*/ 3250522 h 6858000"/>
              <a:gd name="connsiteX86" fmla="*/ 670454 w 1508539"/>
              <a:gd name="connsiteY86" fmla="*/ 3229163 h 6858000"/>
              <a:gd name="connsiteX87" fmla="*/ 672277 w 1508539"/>
              <a:gd name="connsiteY87" fmla="*/ 3217217 h 6858000"/>
              <a:gd name="connsiteX88" fmla="*/ 659112 w 1508539"/>
              <a:gd name="connsiteY88" fmla="*/ 3183755 h 6858000"/>
              <a:gd name="connsiteX89" fmla="*/ 659613 w 1508539"/>
              <a:gd name="connsiteY89" fmla="*/ 3178642 h 6858000"/>
              <a:gd name="connsiteX90" fmla="*/ 647213 w 1508539"/>
              <a:gd name="connsiteY90" fmla="*/ 3158586 h 6858000"/>
              <a:gd name="connsiteX91" fmla="*/ 632398 w 1508539"/>
              <a:gd name="connsiteY91" fmla="*/ 3129034 h 6858000"/>
              <a:gd name="connsiteX92" fmla="*/ 633063 w 1508539"/>
              <a:gd name="connsiteY92" fmla="*/ 3126682 h 6858000"/>
              <a:gd name="connsiteX93" fmla="*/ 623931 w 1508539"/>
              <a:gd name="connsiteY93" fmla="*/ 3114519 h 6858000"/>
              <a:gd name="connsiteX94" fmla="*/ 610540 w 1508539"/>
              <a:gd name="connsiteY94" fmla="*/ 3106272 h 6858000"/>
              <a:gd name="connsiteX95" fmla="*/ 583270 w 1508539"/>
              <a:gd name="connsiteY95" fmla="*/ 2958185 h 6858000"/>
              <a:gd name="connsiteX96" fmla="*/ 525884 w 1508539"/>
              <a:gd name="connsiteY96" fmla="*/ 2762989 h 6858000"/>
              <a:gd name="connsiteX97" fmla="*/ 474802 w 1508539"/>
              <a:gd name="connsiteY97" fmla="*/ 2554718 h 6858000"/>
              <a:gd name="connsiteX98" fmla="*/ 454896 w 1508539"/>
              <a:gd name="connsiteY98" fmla="*/ 2485734 h 6858000"/>
              <a:gd name="connsiteX99" fmla="*/ 445619 w 1508539"/>
              <a:gd name="connsiteY99" fmla="*/ 2447068 h 6858000"/>
              <a:gd name="connsiteX100" fmla="*/ 432580 w 1508539"/>
              <a:gd name="connsiteY100" fmla="*/ 2425819 h 6858000"/>
              <a:gd name="connsiteX101" fmla="*/ 438579 w 1508539"/>
              <a:gd name="connsiteY101" fmla="*/ 2402874 h 6858000"/>
              <a:gd name="connsiteX102" fmla="*/ 441191 w 1508539"/>
              <a:gd name="connsiteY102" fmla="*/ 2381443 h 6858000"/>
              <a:gd name="connsiteX103" fmla="*/ 417520 w 1508539"/>
              <a:gd name="connsiteY103" fmla="*/ 2261920 h 6858000"/>
              <a:gd name="connsiteX104" fmla="*/ 407407 w 1508539"/>
              <a:gd name="connsiteY104" fmla="*/ 2195378 h 6858000"/>
              <a:gd name="connsiteX105" fmla="*/ 391624 w 1508539"/>
              <a:gd name="connsiteY105" fmla="*/ 2155135 h 6858000"/>
              <a:gd name="connsiteX106" fmla="*/ 389082 w 1508539"/>
              <a:gd name="connsiteY106" fmla="*/ 2118008 h 6858000"/>
              <a:gd name="connsiteX107" fmla="*/ 390075 w 1508539"/>
              <a:gd name="connsiteY107" fmla="*/ 2050531 h 6858000"/>
              <a:gd name="connsiteX108" fmla="*/ 381881 w 1508539"/>
              <a:gd name="connsiteY108" fmla="*/ 1963269 h 6858000"/>
              <a:gd name="connsiteX109" fmla="*/ 363059 w 1508539"/>
              <a:gd name="connsiteY109" fmla="*/ 1906352 h 6858000"/>
              <a:gd name="connsiteX110" fmla="*/ 339616 w 1508539"/>
              <a:gd name="connsiteY110" fmla="*/ 1861531 h 6858000"/>
              <a:gd name="connsiteX111" fmla="*/ 293415 w 1508539"/>
              <a:gd name="connsiteY111" fmla="*/ 1732919 h 6858000"/>
              <a:gd name="connsiteX112" fmla="*/ 265726 w 1508539"/>
              <a:gd name="connsiteY112" fmla="*/ 1663540 h 6858000"/>
              <a:gd name="connsiteX113" fmla="*/ 264852 w 1508539"/>
              <a:gd name="connsiteY113" fmla="*/ 1615777 h 6858000"/>
              <a:gd name="connsiteX114" fmla="*/ 245647 w 1508539"/>
              <a:gd name="connsiteY114" fmla="*/ 1563678 h 6858000"/>
              <a:gd name="connsiteX115" fmla="*/ 258727 w 1508539"/>
              <a:gd name="connsiteY115" fmla="*/ 1519474 h 6858000"/>
              <a:gd name="connsiteX116" fmla="*/ 251469 w 1508539"/>
              <a:gd name="connsiteY116" fmla="*/ 1477995 h 6858000"/>
              <a:gd name="connsiteX117" fmla="*/ 237554 w 1508539"/>
              <a:gd name="connsiteY117" fmla="*/ 1373769 h 6858000"/>
              <a:gd name="connsiteX118" fmla="*/ 245861 w 1508539"/>
              <a:gd name="connsiteY118" fmla="*/ 1307086 h 6858000"/>
              <a:gd name="connsiteX119" fmla="*/ 247049 w 1508539"/>
              <a:gd name="connsiteY119" fmla="*/ 1189033 h 6858000"/>
              <a:gd name="connsiteX120" fmla="*/ 251734 w 1508539"/>
              <a:gd name="connsiteY120" fmla="*/ 1168288 h 6858000"/>
              <a:gd name="connsiteX121" fmla="*/ 244016 w 1508539"/>
              <a:gd name="connsiteY121" fmla="*/ 1142577 h 6858000"/>
              <a:gd name="connsiteX122" fmla="*/ 233322 w 1508539"/>
              <a:gd name="connsiteY122" fmla="*/ 1088484 h 6858000"/>
              <a:gd name="connsiteX123" fmla="*/ 222058 w 1508539"/>
              <a:gd name="connsiteY123" fmla="*/ 1016103 h 6858000"/>
              <a:gd name="connsiteX124" fmla="*/ 223514 w 1508539"/>
              <a:gd name="connsiteY124" fmla="*/ 932283 h 6858000"/>
              <a:gd name="connsiteX125" fmla="*/ 225750 w 1508539"/>
              <a:gd name="connsiteY125" fmla="*/ 915925 h 6858000"/>
              <a:gd name="connsiteX126" fmla="*/ 218379 w 1508539"/>
              <a:gd name="connsiteY126" fmla="*/ 896999 h 6858000"/>
              <a:gd name="connsiteX127" fmla="*/ 187787 w 1508539"/>
              <a:gd name="connsiteY127" fmla="*/ 821517 h 6858000"/>
              <a:gd name="connsiteX128" fmla="*/ 166737 w 1508539"/>
              <a:gd name="connsiteY128" fmla="*/ 751353 h 6858000"/>
              <a:gd name="connsiteX129" fmla="*/ 166295 w 1508539"/>
              <a:gd name="connsiteY129" fmla="*/ 721230 h 6858000"/>
              <a:gd name="connsiteX130" fmla="*/ 151966 w 1508539"/>
              <a:gd name="connsiteY130" fmla="*/ 681659 h 6858000"/>
              <a:gd name="connsiteX131" fmla="*/ 137385 w 1508539"/>
              <a:gd name="connsiteY131" fmla="*/ 635218 h 6858000"/>
              <a:gd name="connsiteX132" fmla="*/ 142396 w 1508539"/>
              <a:gd name="connsiteY132" fmla="*/ 613763 h 6858000"/>
              <a:gd name="connsiteX133" fmla="*/ 128338 w 1508539"/>
              <a:gd name="connsiteY133" fmla="*/ 598582 h 6858000"/>
              <a:gd name="connsiteX134" fmla="*/ 128019 w 1508539"/>
              <a:gd name="connsiteY134" fmla="*/ 576846 h 6858000"/>
              <a:gd name="connsiteX135" fmla="*/ 107645 w 1508539"/>
              <a:gd name="connsiteY135" fmla="*/ 530055 h 6858000"/>
              <a:gd name="connsiteX136" fmla="*/ 106893 w 1508539"/>
              <a:gd name="connsiteY136" fmla="*/ 465389 h 6858000"/>
              <a:gd name="connsiteX137" fmla="*/ 89816 w 1508539"/>
              <a:gd name="connsiteY137" fmla="*/ 424699 h 6858000"/>
              <a:gd name="connsiteX138" fmla="*/ 90191 w 1508539"/>
              <a:gd name="connsiteY138" fmla="*/ 404917 h 6858000"/>
              <a:gd name="connsiteX139" fmla="*/ 70148 w 1508539"/>
              <a:gd name="connsiteY139" fmla="*/ 367211 h 6858000"/>
              <a:gd name="connsiteX140" fmla="*/ 36452 w 1508539"/>
              <a:gd name="connsiteY140" fmla="*/ 268519 h 6858000"/>
              <a:gd name="connsiteX141" fmla="*/ 23935 w 1508539"/>
              <a:gd name="connsiteY141" fmla="*/ 160886 h 6858000"/>
              <a:gd name="connsiteX142" fmla="*/ 19312 w 1508539"/>
              <a:gd name="connsiteY142" fmla="*/ 47336 h 6858000"/>
              <a:gd name="connsiteX143" fmla="*/ 0 w 1508539"/>
              <a:gd name="connsiteY14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90557 w 1508539"/>
              <a:gd name="connsiteY23" fmla="*/ 6153037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167342 w 1508539"/>
              <a:gd name="connsiteY10" fmla="*/ 6560598 h 6858000"/>
              <a:gd name="connsiteX11" fmla="*/ 201349 w 1508539"/>
              <a:gd name="connsiteY11" fmla="*/ 6530567 h 6858000"/>
              <a:gd name="connsiteX12" fmla="*/ 215389 w 1508539"/>
              <a:gd name="connsiteY12" fmla="*/ 6478062 h 6858000"/>
              <a:gd name="connsiteX13" fmla="*/ 226078 w 1508539"/>
              <a:gd name="connsiteY13" fmla="*/ 6460325 h 6858000"/>
              <a:gd name="connsiteX14" fmla="*/ 233311 w 1508539"/>
              <a:gd name="connsiteY14" fmla="*/ 6451488 h 6858000"/>
              <a:gd name="connsiteX15" fmla="*/ 234746 w 1508539"/>
              <a:gd name="connsiteY15" fmla="*/ 6451348 h 6858000"/>
              <a:gd name="connsiteX16" fmla="*/ 239104 w 1508539"/>
              <a:gd name="connsiteY16" fmla="*/ 6414240 h 6858000"/>
              <a:gd name="connsiteX17" fmla="*/ 241880 w 1508539"/>
              <a:gd name="connsiteY17" fmla="*/ 6384857 h 6858000"/>
              <a:gd name="connsiteX18" fmla="*/ 240591 w 1508539"/>
              <a:gd name="connsiteY18" fmla="*/ 6367510 h 6858000"/>
              <a:gd name="connsiteX19" fmla="*/ 244471 w 1508539"/>
              <a:gd name="connsiteY19" fmla="*/ 6349778 h 6858000"/>
              <a:gd name="connsiteX20" fmla="*/ 246136 w 1508539"/>
              <a:gd name="connsiteY20" fmla="*/ 6348250 h 6858000"/>
              <a:gd name="connsiteX21" fmla="*/ 262170 w 1508539"/>
              <a:gd name="connsiteY21" fmla="*/ 6281972 h 6858000"/>
              <a:gd name="connsiteX22" fmla="*/ 290557 w 1508539"/>
              <a:gd name="connsiteY22" fmla="*/ 6153037 h 6858000"/>
              <a:gd name="connsiteX23" fmla="*/ 314428 w 1508539"/>
              <a:gd name="connsiteY23" fmla="*/ 6113913 h 6858000"/>
              <a:gd name="connsiteX24" fmla="*/ 318721 w 1508539"/>
              <a:gd name="connsiteY24" fmla="*/ 6028119 h 6858000"/>
              <a:gd name="connsiteX25" fmla="*/ 363126 w 1508539"/>
              <a:gd name="connsiteY25" fmla="*/ 5934687 h 6858000"/>
              <a:gd name="connsiteX26" fmla="*/ 408411 w 1508539"/>
              <a:gd name="connsiteY26" fmla="*/ 5704905 h 6858000"/>
              <a:gd name="connsiteX27" fmla="*/ 431404 w 1508539"/>
              <a:gd name="connsiteY27" fmla="*/ 5665173 h 6858000"/>
              <a:gd name="connsiteX28" fmla="*/ 465121 w 1508539"/>
              <a:gd name="connsiteY28" fmla="*/ 5563435 h 6858000"/>
              <a:gd name="connsiteX29" fmla="*/ 494626 w 1508539"/>
              <a:gd name="connsiteY29" fmla="*/ 5476393 h 6858000"/>
              <a:gd name="connsiteX30" fmla="*/ 525819 w 1508539"/>
              <a:gd name="connsiteY30" fmla="*/ 5396260 h 6858000"/>
              <a:gd name="connsiteX31" fmla="*/ 541800 w 1508539"/>
              <a:gd name="connsiteY31" fmla="*/ 5330009 h 6858000"/>
              <a:gd name="connsiteX32" fmla="*/ 575293 w 1508539"/>
              <a:gd name="connsiteY32" fmla="*/ 5273739 h 6858000"/>
              <a:gd name="connsiteX33" fmla="*/ 584892 w 1508539"/>
              <a:gd name="connsiteY33" fmla="*/ 5241779 h 6858000"/>
              <a:gd name="connsiteX34" fmla="*/ 596118 w 1508539"/>
              <a:gd name="connsiteY34" fmla="*/ 5225268 h 6858000"/>
              <a:gd name="connsiteX35" fmla="*/ 597138 w 1508539"/>
              <a:gd name="connsiteY35" fmla="*/ 5217684 h 6858000"/>
              <a:gd name="connsiteX36" fmla="*/ 604479 w 1508539"/>
              <a:gd name="connsiteY36" fmla="*/ 5193377 h 6858000"/>
              <a:gd name="connsiteX37" fmla="*/ 607782 w 1508539"/>
              <a:gd name="connsiteY37" fmla="*/ 5179288 h 6858000"/>
              <a:gd name="connsiteX38" fmla="*/ 608766 w 1508539"/>
              <a:gd name="connsiteY38" fmla="*/ 5173621 h 6858000"/>
              <a:gd name="connsiteX39" fmla="*/ 604400 w 1508539"/>
              <a:gd name="connsiteY39" fmla="*/ 5159961 h 6858000"/>
              <a:gd name="connsiteX40" fmla="*/ 611077 w 1508539"/>
              <a:gd name="connsiteY40" fmla="*/ 5144295 h 6858000"/>
              <a:gd name="connsiteX41" fmla="*/ 608010 w 1508539"/>
              <a:gd name="connsiteY41" fmla="*/ 5125185 h 6858000"/>
              <a:gd name="connsiteX42" fmla="*/ 614840 w 1508539"/>
              <a:gd name="connsiteY42" fmla="*/ 5121884 h 6858000"/>
              <a:gd name="connsiteX43" fmla="*/ 621876 w 1508539"/>
              <a:gd name="connsiteY43" fmla="*/ 5067850 h 6858000"/>
              <a:gd name="connsiteX44" fmla="*/ 624607 w 1508539"/>
              <a:gd name="connsiteY44" fmla="*/ 5060861 h 6858000"/>
              <a:gd name="connsiteX45" fmla="*/ 621311 w 1508539"/>
              <a:gd name="connsiteY45" fmla="*/ 5034192 h 6858000"/>
              <a:gd name="connsiteX46" fmla="*/ 622865 w 1508539"/>
              <a:gd name="connsiteY46" fmla="*/ 4993030 h 6858000"/>
              <a:gd name="connsiteX47" fmla="*/ 629774 w 1508539"/>
              <a:gd name="connsiteY47" fmla="*/ 4946844 h 6858000"/>
              <a:gd name="connsiteX48" fmla="*/ 625630 w 1508539"/>
              <a:gd name="connsiteY48" fmla="*/ 4932692 h 6858000"/>
              <a:gd name="connsiteX49" fmla="*/ 641033 w 1508539"/>
              <a:gd name="connsiteY49" fmla="*/ 4858827 h 6858000"/>
              <a:gd name="connsiteX50" fmla="*/ 646936 w 1508539"/>
              <a:gd name="connsiteY50" fmla="*/ 4821170 h 6858000"/>
              <a:gd name="connsiteX51" fmla="*/ 651669 w 1508539"/>
              <a:gd name="connsiteY51" fmla="*/ 4780965 h 6858000"/>
              <a:gd name="connsiteX52" fmla="*/ 652962 w 1508539"/>
              <a:gd name="connsiteY52" fmla="*/ 4750867 h 6858000"/>
              <a:gd name="connsiteX53" fmla="*/ 650769 w 1508539"/>
              <a:gd name="connsiteY53" fmla="*/ 4690749 h 6858000"/>
              <a:gd name="connsiteX54" fmla="*/ 646249 w 1508539"/>
              <a:gd name="connsiteY54" fmla="*/ 4584173 h 6858000"/>
              <a:gd name="connsiteX55" fmla="*/ 641332 w 1508539"/>
              <a:gd name="connsiteY55" fmla="*/ 4444346 h 6858000"/>
              <a:gd name="connsiteX56" fmla="*/ 637897 w 1508539"/>
              <a:gd name="connsiteY56" fmla="*/ 4375228 h 6858000"/>
              <a:gd name="connsiteX57" fmla="*/ 618550 w 1508539"/>
              <a:gd name="connsiteY57" fmla="*/ 4214165 h 6858000"/>
              <a:gd name="connsiteX58" fmla="*/ 622623 w 1508539"/>
              <a:gd name="connsiteY58" fmla="*/ 4090296 h 6858000"/>
              <a:gd name="connsiteX59" fmla="*/ 607879 w 1508539"/>
              <a:gd name="connsiteY59" fmla="*/ 4033999 h 6858000"/>
              <a:gd name="connsiteX60" fmla="*/ 609028 w 1508539"/>
              <a:gd name="connsiteY60" fmla="*/ 4031933 h 6858000"/>
              <a:gd name="connsiteX61" fmla="*/ 607604 w 1508539"/>
              <a:gd name="connsiteY61" fmla="*/ 4013953 h 6858000"/>
              <a:gd name="connsiteX62" fmla="*/ 593899 w 1508539"/>
              <a:gd name="connsiteY62" fmla="*/ 3974753 h 6858000"/>
              <a:gd name="connsiteX63" fmla="*/ 595497 w 1508539"/>
              <a:gd name="connsiteY63" fmla="*/ 3969950 h 6858000"/>
              <a:gd name="connsiteX64" fmla="*/ 588919 w 1508539"/>
              <a:gd name="connsiteY64" fmla="*/ 3933779 h 6858000"/>
              <a:gd name="connsiteX65" fmla="*/ 590250 w 1508539"/>
              <a:gd name="connsiteY65" fmla="*/ 3933093 h 6858000"/>
              <a:gd name="connsiteX66" fmla="*/ 594604 w 1508539"/>
              <a:gd name="connsiteY66" fmla="*/ 3922082 h 6858000"/>
              <a:gd name="connsiteX67" fmla="*/ 599682 w 1508539"/>
              <a:gd name="connsiteY67" fmla="*/ 3901461 h 6858000"/>
              <a:gd name="connsiteX68" fmla="*/ 622276 w 1508539"/>
              <a:gd name="connsiteY68" fmla="*/ 3813873 h 6858000"/>
              <a:gd name="connsiteX69" fmla="*/ 621701 w 1508539"/>
              <a:gd name="connsiteY69" fmla="*/ 3806161 h 6858000"/>
              <a:gd name="connsiteX70" fmla="*/ 622008 w 1508539"/>
              <a:gd name="connsiteY70" fmla="*/ 3805957 h 6858000"/>
              <a:gd name="connsiteX71" fmla="*/ 622035 w 1508539"/>
              <a:gd name="connsiteY71" fmla="*/ 3797724 h 6858000"/>
              <a:gd name="connsiteX72" fmla="*/ 620650 w 1508539"/>
              <a:gd name="connsiteY72" fmla="*/ 3792098 h 6858000"/>
              <a:gd name="connsiteX73" fmla="*/ 619534 w 1508539"/>
              <a:gd name="connsiteY73" fmla="*/ 3777135 h 6858000"/>
              <a:gd name="connsiteX74" fmla="*/ 621267 w 1508539"/>
              <a:gd name="connsiteY74" fmla="*/ 3771656 h 6858000"/>
              <a:gd name="connsiteX75" fmla="*/ 625010 w 1508539"/>
              <a:gd name="connsiteY75" fmla="*/ 3769007 h 6858000"/>
              <a:gd name="connsiteX76" fmla="*/ 624476 w 1508539"/>
              <a:gd name="connsiteY76" fmla="*/ 3767709 h 6858000"/>
              <a:gd name="connsiteX77" fmla="*/ 633172 w 1508539"/>
              <a:gd name="connsiteY77" fmla="*/ 3738082 h 6858000"/>
              <a:gd name="connsiteX78" fmla="*/ 640518 w 1508539"/>
              <a:gd name="connsiteY78" fmla="*/ 3673397 h 6858000"/>
              <a:gd name="connsiteX79" fmla="*/ 639814 w 1508539"/>
              <a:gd name="connsiteY79" fmla="*/ 3637109 h 6858000"/>
              <a:gd name="connsiteX80" fmla="*/ 643257 w 1508539"/>
              <a:gd name="connsiteY80" fmla="*/ 3536883 h 6858000"/>
              <a:gd name="connsiteX81" fmla="*/ 650795 w 1508539"/>
              <a:gd name="connsiteY81" fmla="*/ 3435652 h 6858000"/>
              <a:gd name="connsiteX82" fmla="*/ 652466 w 1508539"/>
              <a:gd name="connsiteY82" fmla="*/ 3307769 h 6858000"/>
              <a:gd name="connsiteX83" fmla="*/ 670029 w 1508539"/>
              <a:gd name="connsiteY83" fmla="*/ 3250522 h 6858000"/>
              <a:gd name="connsiteX84" fmla="*/ 670454 w 1508539"/>
              <a:gd name="connsiteY84" fmla="*/ 3229163 h 6858000"/>
              <a:gd name="connsiteX85" fmla="*/ 672277 w 1508539"/>
              <a:gd name="connsiteY85" fmla="*/ 3217217 h 6858000"/>
              <a:gd name="connsiteX86" fmla="*/ 659112 w 1508539"/>
              <a:gd name="connsiteY86" fmla="*/ 3183755 h 6858000"/>
              <a:gd name="connsiteX87" fmla="*/ 659613 w 1508539"/>
              <a:gd name="connsiteY87" fmla="*/ 3178642 h 6858000"/>
              <a:gd name="connsiteX88" fmla="*/ 647213 w 1508539"/>
              <a:gd name="connsiteY88" fmla="*/ 3158586 h 6858000"/>
              <a:gd name="connsiteX89" fmla="*/ 632398 w 1508539"/>
              <a:gd name="connsiteY89" fmla="*/ 3129034 h 6858000"/>
              <a:gd name="connsiteX90" fmla="*/ 633063 w 1508539"/>
              <a:gd name="connsiteY90" fmla="*/ 3126682 h 6858000"/>
              <a:gd name="connsiteX91" fmla="*/ 623931 w 1508539"/>
              <a:gd name="connsiteY91" fmla="*/ 3114519 h 6858000"/>
              <a:gd name="connsiteX92" fmla="*/ 610540 w 1508539"/>
              <a:gd name="connsiteY92" fmla="*/ 3106272 h 6858000"/>
              <a:gd name="connsiteX93" fmla="*/ 583270 w 1508539"/>
              <a:gd name="connsiteY93" fmla="*/ 2958185 h 6858000"/>
              <a:gd name="connsiteX94" fmla="*/ 525884 w 1508539"/>
              <a:gd name="connsiteY94" fmla="*/ 2762989 h 6858000"/>
              <a:gd name="connsiteX95" fmla="*/ 474802 w 1508539"/>
              <a:gd name="connsiteY95" fmla="*/ 2554718 h 6858000"/>
              <a:gd name="connsiteX96" fmla="*/ 454896 w 1508539"/>
              <a:gd name="connsiteY96" fmla="*/ 2485734 h 6858000"/>
              <a:gd name="connsiteX97" fmla="*/ 445619 w 1508539"/>
              <a:gd name="connsiteY97" fmla="*/ 2447068 h 6858000"/>
              <a:gd name="connsiteX98" fmla="*/ 432580 w 1508539"/>
              <a:gd name="connsiteY98" fmla="*/ 2425819 h 6858000"/>
              <a:gd name="connsiteX99" fmla="*/ 438579 w 1508539"/>
              <a:gd name="connsiteY99" fmla="*/ 2402874 h 6858000"/>
              <a:gd name="connsiteX100" fmla="*/ 441191 w 1508539"/>
              <a:gd name="connsiteY100" fmla="*/ 2381443 h 6858000"/>
              <a:gd name="connsiteX101" fmla="*/ 417520 w 1508539"/>
              <a:gd name="connsiteY101" fmla="*/ 2261920 h 6858000"/>
              <a:gd name="connsiteX102" fmla="*/ 407407 w 1508539"/>
              <a:gd name="connsiteY102" fmla="*/ 2195378 h 6858000"/>
              <a:gd name="connsiteX103" fmla="*/ 391624 w 1508539"/>
              <a:gd name="connsiteY103" fmla="*/ 2155135 h 6858000"/>
              <a:gd name="connsiteX104" fmla="*/ 389082 w 1508539"/>
              <a:gd name="connsiteY104" fmla="*/ 2118008 h 6858000"/>
              <a:gd name="connsiteX105" fmla="*/ 390075 w 1508539"/>
              <a:gd name="connsiteY105" fmla="*/ 2050531 h 6858000"/>
              <a:gd name="connsiteX106" fmla="*/ 381881 w 1508539"/>
              <a:gd name="connsiteY106" fmla="*/ 1963269 h 6858000"/>
              <a:gd name="connsiteX107" fmla="*/ 363059 w 1508539"/>
              <a:gd name="connsiteY107" fmla="*/ 1906352 h 6858000"/>
              <a:gd name="connsiteX108" fmla="*/ 339616 w 1508539"/>
              <a:gd name="connsiteY108" fmla="*/ 1861531 h 6858000"/>
              <a:gd name="connsiteX109" fmla="*/ 293415 w 1508539"/>
              <a:gd name="connsiteY109" fmla="*/ 1732919 h 6858000"/>
              <a:gd name="connsiteX110" fmla="*/ 265726 w 1508539"/>
              <a:gd name="connsiteY110" fmla="*/ 1663540 h 6858000"/>
              <a:gd name="connsiteX111" fmla="*/ 264852 w 1508539"/>
              <a:gd name="connsiteY111" fmla="*/ 1615777 h 6858000"/>
              <a:gd name="connsiteX112" fmla="*/ 245647 w 1508539"/>
              <a:gd name="connsiteY112" fmla="*/ 1563678 h 6858000"/>
              <a:gd name="connsiteX113" fmla="*/ 258727 w 1508539"/>
              <a:gd name="connsiteY113" fmla="*/ 1519474 h 6858000"/>
              <a:gd name="connsiteX114" fmla="*/ 251469 w 1508539"/>
              <a:gd name="connsiteY114" fmla="*/ 1477995 h 6858000"/>
              <a:gd name="connsiteX115" fmla="*/ 237554 w 1508539"/>
              <a:gd name="connsiteY115" fmla="*/ 1373769 h 6858000"/>
              <a:gd name="connsiteX116" fmla="*/ 245861 w 1508539"/>
              <a:gd name="connsiteY116" fmla="*/ 1307086 h 6858000"/>
              <a:gd name="connsiteX117" fmla="*/ 247049 w 1508539"/>
              <a:gd name="connsiteY117" fmla="*/ 1189033 h 6858000"/>
              <a:gd name="connsiteX118" fmla="*/ 251734 w 1508539"/>
              <a:gd name="connsiteY118" fmla="*/ 1168288 h 6858000"/>
              <a:gd name="connsiteX119" fmla="*/ 244016 w 1508539"/>
              <a:gd name="connsiteY119" fmla="*/ 1142577 h 6858000"/>
              <a:gd name="connsiteX120" fmla="*/ 233322 w 1508539"/>
              <a:gd name="connsiteY120" fmla="*/ 1088484 h 6858000"/>
              <a:gd name="connsiteX121" fmla="*/ 222058 w 1508539"/>
              <a:gd name="connsiteY121" fmla="*/ 1016103 h 6858000"/>
              <a:gd name="connsiteX122" fmla="*/ 223514 w 1508539"/>
              <a:gd name="connsiteY122" fmla="*/ 932283 h 6858000"/>
              <a:gd name="connsiteX123" fmla="*/ 225750 w 1508539"/>
              <a:gd name="connsiteY123" fmla="*/ 915925 h 6858000"/>
              <a:gd name="connsiteX124" fmla="*/ 218379 w 1508539"/>
              <a:gd name="connsiteY124" fmla="*/ 896999 h 6858000"/>
              <a:gd name="connsiteX125" fmla="*/ 187787 w 1508539"/>
              <a:gd name="connsiteY125" fmla="*/ 821517 h 6858000"/>
              <a:gd name="connsiteX126" fmla="*/ 166737 w 1508539"/>
              <a:gd name="connsiteY126" fmla="*/ 751353 h 6858000"/>
              <a:gd name="connsiteX127" fmla="*/ 166295 w 1508539"/>
              <a:gd name="connsiteY127" fmla="*/ 721230 h 6858000"/>
              <a:gd name="connsiteX128" fmla="*/ 151966 w 1508539"/>
              <a:gd name="connsiteY128" fmla="*/ 681659 h 6858000"/>
              <a:gd name="connsiteX129" fmla="*/ 137385 w 1508539"/>
              <a:gd name="connsiteY129" fmla="*/ 635218 h 6858000"/>
              <a:gd name="connsiteX130" fmla="*/ 142396 w 1508539"/>
              <a:gd name="connsiteY130" fmla="*/ 613763 h 6858000"/>
              <a:gd name="connsiteX131" fmla="*/ 128338 w 1508539"/>
              <a:gd name="connsiteY131" fmla="*/ 598582 h 6858000"/>
              <a:gd name="connsiteX132" fmla="*/ 128019 w 1508539"/>
              <a:gd name="connsiteY132" fmla="*/ 576846 h 6858000"/>
              <a:gd name="connsiteX133" fmla="*/ 107645 w 1508539"/>
              <a:gd name="connsiteY133" fmla="*/ 530055 h 6858000"/>
              <a:gd name="connsiteX134" fmla="*/ 106893 w 1508539"/>
              <a:gd name="connsiteY134" fmla="*/ 465389 h 6858000"/>
              <a:gd name="connsiteX135" fmla="*/ 89816 w 1508539"/>
              <a:gd name="connsiteY135" fmla="*/ 424699 h 6858000"/>
              <a:gd name="connsiteX136" fmla="*/ 90191 w 1508539"/>
              <a:gd name="connsiteY136" fmla="*/ 404917 h 6858000"/>
              <a:gd name="connsiteX137" fmla="*/ 70148 w 1508539"/>
              <a:gd name="connsiteY137" fmla="*/ 367211 h 6858000"/>
              <a:gd name="connsiteX138" fmla="*/ 36452 w 1508539"/>
              <a:gd name="connsiteY138" fmla="*/ 268519 h 6858000"/>
              <a:gd name="connsiteX139" fmla="*/ 23935 w 1508539"/>
              <a:gd name="connsiteY139" fmla="*/ 160886 h 6858000"/>
              <a:gd name="connsiteX140" fmla="*/ 19312 w 1508539"/>
              <a:gd name="connsiteY140" fmla="*/ 47336 h 6858000"/>
              <a:gd name="connsiteX141" fmla="*/ 0 w 1508539"/>
              <a:gd name="connsiteY14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201349 w 1508539"/>
              <a:gd name="connsiteY10" fmla="*/ 6530567 h 6858000"/>
              <a:gd name="connsiteX11" fmla="*/ 215389 w 1508539"/>
              <a:gd name="connsiteY11" fmla="*/ 6478062 h 6858000"/>
              <a:gd name="connsiteX12" fmla="*/ 226078 w 1508539"/>
              <a:gd name="connsiteY12" fmla="*/ 6460325 h 6858000"/>
              <a:gd name="connsiteX13" fmla="*/ 233311 w 1508539"/>
              <a:gd name="connsiteY13" fmla="*/ 6451488 h 6858000"/>
              <a:gd name="connsiteX14" fmla="*/ 234746 w 1508539"/>
              <a:gd name="connsiteY14" fmla="*/ 6451348 h 6858000"/>
              <a:gd name="connsiteX15" fmla="*/ 239104 w 1508539"/>
              <a:gd name="connsiteY15" fmla="*/ 6414240 h 6858000"/>
              <a:gd name="connsiteX16" fmla="*/ 241880 w 1508539"/>
              <a:gd name="connsiteY16" fmla="*/ 6384857 h 6858000"/>
              <a:gd name="connsiteX17" fmla="*/ 240591 w 1508539"/>
              <a:gd name="connsiteY17" fmla="*/ 6367510 h 6858000"/>
              <a:gd name="connsiteX18" fmla="*/ 244471 w 1508539"/>
              <a:gd name="connsiteY18" fmla="*/ 6349778 h 6858000"/>
              <a:gd name="connsiteX19" fmla="*/ 246136 w 1508539"/>
              <a:gd name="connsiteY19" fmla="*/ 6348250 h 6858000"/>
              <a:gd name="connsiteX20" fmla="*/ 262170 w 1508539"/>
              <a:gd name="connsiteY20" fmla="*/ 6281972 h 6858000"/>
              <a:gd name="connsiteX21" fmla="*/ 290557 w 1508539"/>
              <a:gd name="connsiteY21" fmla="*/ 6153037 h 6858000"/>
              <a:gd name="connsiteX22" fmla="*/ 314428 w 1508539"/>
              <a:gd name="connsiteY22" fmla="*/ 6113913 h 6858000"/>
              <a:gd name="connsiteX23" fmla="*/ 318721 w 1508539"/>
              <a:gd name="connsiteY23" fmla="*/ 6028119 h 6858000"/>
              <a:gd name="connsiteX24" fmla="*/ 363126 w 1508539"/>
              <a:gd name="connsiteY24" fmla="*/ 5934687 h 6858000"/>
              <a:gd name="connsiteX25" fmla="*/ 408411 w 1508539"/>
              <a:gd name="connsiteY25" fmla="*/ 5704905 h 6858000"/>
              <a:gd name="connsiteX26" fmla="*/ 431404 w 1508539"/>
              <a:gd name="connsiteY26" fmla="*/ 5665173 h 6858000"/>
              <a:gd name="connsiteX27" fmla="*/ 465121 w 1508539"/>
              <a:gd name="connsiteY27" fmla="*/ 5563435 h 6858000"/>
              <a:gd name="connsiteX28" fmla="*/ 494626 w 1508539"/>
              <a:gd name="connsiteY28" fmla="*/ 5476393 h 6858000"/>
              <a:gd name="connsiteX29" fmla="*/ 525819 w 1508539"/>
              <a:gd name="connsiteY29" fmla="*/ 5396260 h 6858000"/>
              <a:gd name="connsiteX30" fmla="*/ 541800 w 1508539"/>
              <a:gd name="connsiteY30" fmla="*/ 5330009 h 6858000"/>
              <a:gd name="connsiteX31" fmla="*/ 575293 w 1508539"/>
              <a:gd name="connsiteY31" fmla="*/ 5273739 h 6858000"/>
              <a:gd name="connsiteX32" fmla="*/ 584892 w 1508539"/>
              <a:gd name="connsiteY32" fmla="*/ 5241779 h 6858000"/>
              <a:gd name="connsiteX33" fmla="*/ 596118 w 1508539"/>
              <a:gd name="connsiteY33" fmla="*/ 5225268 h 6858000"/>
              <a:gd name="connsiteX34" fmla="*/ 597138 w 1508539"/>
              <a:gd name="connsiteY34" fmla="*/ 5217684 h 6858000"/>
              <a:gd name="connsiteX35" fmla="*/ 604479 w 1508539"/>
              <a:gd name="connsiteY35" fmla="*/ 5193377 h 6858000"/>
              <a:gd name="connsiteX36" fmla="*/ 607782 w 1508539"/>
              <a:gd name="connsiteY36" fmla="*/ 5179288 h 6858000"/>
              <a:gd name="connsiteX37" fmla="*/ 608766 w 1508539"/>
              <a:gd name="connsiteY37" fmla="*/ 5173621 h 6858000"/>
              <a:gd name="connsiteX38" fmla="*/ 604400 w 1508539"/>
              <a:gd name="connsiteY38" fmla="*/ 5159961 h 6858000"/>
              <a:gd name="connsiteX39" fmla="*/ 611077 w 1508539"/>
              <a:gd name="connsiteY39" fmla="*/ 5144295 h 6858000"/>
              <a:gd name="connsiteX40" fmla="*/ 608010 w 1508539"/>
              <a:gd name="connsiteY40" fmla="*/ 5125185 h 6858000"/>
              <a:gd name="connsiteX41" fmla="*/ 614840 w 1508539"/>
              <a:gd name="connsiteY41" fmla="*/ 5121884 h 6858000"/>
              <a:gd name="connsiteX42" fmla="*/ 621876 w 1508539"/>
              <a:gd name="connsiteY42" fmla="*/ 5067850 h 6858000"/>
              <a:gd name="connsiteX43" fmla="*/ 624607 w 1508539"/>
              <a:gd name="connsiteY43" fmla="*/ 5060861 h 6858000"/>
              <a:gd name="connsiteX44" fmla="*/ 621311 w 1508539"/>
              <a:gd name="connsiteY44" fmla="*/ 5034192 h 6858000"/>
              <a:gd name="connsiteX45" fmla="*/ 622865 w 1508539"/>
              <a:gd name="connsiteY45" fmla="*/ 4993030 h 6858000"/>
              <a:gd name="connsiteX46" fmla="*/ 629774 w 1508539"/>
              <a:gd name="connsiteY46" fmla="*/ 4946844 h 6858000"/>
              <a:gd name="connsiteX47" fmla="*/ 625630 w 1508539"/>
              <a:gd name="connsiteY47" fmla="*/ 4932692 h 6858000"/>
              <a:gd name="connsiteX48" fmla="*/ 641033 w 1508539"/>
              <a:gd name="connsiteY48" fmla="*/ 4858827 h 6858000"/>
              <a:gd name="connsiteX49" fmla="*/ 646936 w 1508539"/>
              <a:gd name="connsiteY49" fmla="*/ 4821170 h 6858000"/>
              <a:gd name="connsiteX50" fmla="*/ 651669 w 1508539"/>
              <a:gd name="connsiteY50" fmla="*/ 4780965 h 6858000"/>
              <a:gd name="connsiteX51" fmla="*/ 652962 w 1508539"/>
              <a:gd name="connsiteY51" fmla="*/ 4750867 h 6858000"/>
              <a:gd name="connsiteX52" fmla="*/ 650769 w 1508539"/>
              <a:gd name="connsiteY52" fmla="*/ 4690749 h 6858000"/>
              <a:gd name="connsiteX53" fmla="*/ 646249 w 1508539"/>
              <a:gd name="connsiteY53" fmla="*/ 4584173 h 6858000"/>
              <a:gd name="connsiteX54" fmla="*/ 641332 w 1508539"/>
              <a:gd name="connsiteY54" fmla="*/ 4444346 h 6858000"/>
              <a:gd name="connsiteX55" fmla="*/ 637897 w 1508539"/>
              <a:gd name="connsiteY55" fmla="*/ 4375228 h 6858000"/>
              <a:gd name="connsiteX56" fmla="*/ 618550 w 1508539"/>
              <a:gd name="connsiteY56" fmla="*/ 4214165 h 6858000"/>
              <a:gd name="connsiteX57" fmla="*/ 622623 w 1508539"/>
              <a:gd name="connsiteY57" fmla="*/ 4090296 h 6858000"/>
              <a:gd name="connsiteX58" fmla="*/ 607879 w 1508539"/>
              <a:gd name="connsiteY58" fmla="*/ 4033999 h 6858000"/>
              <a:gd name="connsiteX59" fmla="*/ 609028 w 1508539"/>
              <a:gd name="connsiteY59" fmla="*/ 4031933 h 6858000"/>
              <a:gd name="connsiteX60" fmla="*/ 607604 w 1508539"/>
              <a:gd name="connsiteY60" fmla="*/ 4013953 h 6858000"/>
              <a:gd name="connsiteX61" fmla="*/ 593899 w 1508539"/>
              <a:gd name="connsiteY61" fmla="*/ 3974753 h 6858000"/>
              <a:gd name="connsiteX62" fmla="*/ 595497 w 1508539"/>
              <a:gd name="connsiteY62" fmla="*/ 3969950 h 6858000"/>
              <a:gd name="connsiteX63" fmla="*/ 588919 w 1508539"/>
              <a:gd name="connsiteY63" fmla="*/ 3933779 h 6858000"/>
              <a:gd name="connsiteX64" fmla="*/ 590250 w 1508539"/>
              <a:gd name="connsiteY64" fmla="*/ 3933093 h 6858000"/>
              <a:gd name="connsiteX65" fmla="*/ 594604 w 1508539"/>
              <a:gd name="connsiteY65" fmla="*/ 3922082 h 6858000"/>
              <a:gd name="connsiteX66" fmla="*/ 599682 w 1508539"/>
              <a:gd name="connsiteY66" fmla="*/ 3901461 h 6858000"/>
              <a:gd name="connsiteX67" fmla="*/ 622276 w 1508539"/>
              <a:gd name="connsiteY67" fmla="*/ 3813873 h 6858000"/>
              <a:gd name="connsiteX68" fmla="*/ 621701 w 1508539"/>
              <a:gd name="connsiteY68" fmla="*/ 3806161 h 6858000"/>
              <a:gd name="connsiteX69" fmla="*/ 622008 w 1508539"/>
              <a:gd name="connsiteY69" fmla="*/ 3805957 h 6858000"/>
              <a:gd name="connsiteX70" fmla="*/ 622035 w 1508539"/>
              <a:gd name="connsiteY70" fmla="*/ 3797724 h 6858000"/>
              <a:gd name="connsiteX71" fmla="*/ 620650 w 1508539"/>
              <a:gd name="connsiteY71" fmla="*/ 3792098 h 6858000"/>
              <a:gd name="connsiteX72" fmla="*/ 619534 w 1508539"/>
              <a:gd name="connsiteY72" fmla="*/ 3777135 h 6858000"/>
              <a:gd name="connsiteX73" fmla="*/ 621267 w 1508539"/>
              <a:gd name="connsiteY73" fmla="*/ 3771656 h 6858000"/>
              <a:gd name="connsiteX74" fmla="*/ 625010 w 1508539"/>
              <a:gd name="connsiteY74" fmla="*/ 3769007 h 6858000"/>
              <a:gd name="connsiteX75" fmla="*/ 624476 w 1508539"/>
              <a:gd name="connsiteY75" fmla="*/ 3767709 h 6858000"/>
              <a:gd name="connsiteX76" fmla="*/ 633172 w 1508539"/>
              <a:gd name="connsiteY76" fmla="*/ 3738082 h 6858000"/>
              <a:gd name="connsiteX77" fmla="*/ 640518 w 1508539"/>
              <a:gd name="connsiteY77" fmla="*/ 3673397 h 6858000"/>
              <a:gd name="connsiteX78" fmla="*/ 639814 w 1508539"/>
              <a:gd name="connsiteY78" fmla="*/ 3637109 h 6858000"/>
              <a:gd name="connsiteX79" fmla="*/ 643257 w 1508539"/>
              <a:gd name="connsiteY79" fmla="*/ 3536883 h 6858000"/>
              <a:gd name="connsiteX80" fmla="*/ 650795 w 1508539"/>
              <a:gd name="connsiteY80" fmla="*/ 3435652 h 6858000"/>
              <a:gd name="connsiteX81" fmla="*/ 652466 w 1508539"/>
              <a:gd name="connsiteY81" fmla="*/ 3307769 h 6858000"/>
              <a:gd name="connsiteX82" fmla="*/ 670029 w 1508539"/>
              <a:gd name="connsiteY82" fmla="*/ 3250522 h 6858000"/>
              <a:gd name="connsiteX83" fmla="*/ 670454 w 1508539"/>
              <a:gd name="connsiteY83" fmla="*/ 3229163 h 6858000"/>
              <a:gd name="connsiteX84" fmla="*/ 672277 w 1508539"/>
              <a:gd name="connsiteY84" fmla="*/ 3217217 h 6858000"/>
              <a:gd name="connsiteX85" fmla="*/ 659112 w 1508539"/>
              <a:gd name="connsiteY85" fmla="*/ 3183755 h 6858000"/>
              <a:gd name="connsiteX86" fmla="*/ 659613 w 1508539"/>
              <a:gd name="connsiteY86" fmla="*/ 3178642 h 6858000"/>
              <a:gd name="connsiteX87" fmla="*/ 647213 w 1508539"/>
              <a:gd name="connsiteY87" fmla="*/ 3158586 h 6858000"/>
              <a:gd name="connsiteX88" fmla="*/ 632398 w 1508539"/>
              <a:gd name="connsiteY88" fmla="*/ 3129034 h 6858000"/>
              <a:gd name="connsiteX89" fmla="*/ 633063 w 1508539"/>
              <a:gd name="connsiteY89" fmla="*/ 3126682 h 6858000"/>
              <a:gd name="connsiteX90" fmla="*/ 623931 w 1508539"/>
              <a:gd name="connsiteY90" fmla="*/ 3114519 h 6858000"/>
              <a:gd name="connsiteX91" fmla="*/ 610540 w 1508539"/>
              <a:gd name="connsiteY91" fmla="*/ 3106272 h 6858000"/>
              <a:gd name="connsiteX92" fmla="*/ 583270 w 1508539"/>
              <a:gd name="connsiteY92" fmla="*/ 2958185 h 6858000"/>
              <a:gd name="connsiteX93" fmla="*/ 525884 w 1508539"/>
              <a:gd name="connsiteY93" fmla="*/ 2762989 h 6858000"/>
              <a:gd name="connsiteX94" fmla="*/ 474802 w 1508539"/>
              <a:gd name="connsiteY94" fmla="*/ 2554718 h 6858000"/>
              <a:gd name="connsiteX95" fmla="*/ 454896 w 1508539"/>
              <a:gd name="connsiteY95" fmla="*/ 2485734 h 6858000"/>
              <a:gd name="connsiteX96" fmla="*/ 445619 w 1508539"/>
              <a:gd name="connsiteY96" fmla="*/ 2447068 h 6858000"/>
              <a:gd name="connsiteX97" fmla="*/ 432580 w 1508539"/>
              <a:gd name="connsiteY97" fmla="*/ 2425819 h 6858000"/>
              <a:gd name="connsiteX98" fmla="*/ 438579 w 1508539"/>
              <a:gd name="connsiteY98" fmla="*/ 2402874 h 6858000"/>
              <a:gd name="connsiteX99" fmla="*/ 441191 w 1508539"/>
              <a:gd name="connsiteY99" fmla="*/ 2381443 h 6858000"/>
              <a:gd name="connsiteX100" fmla="*/ 417520 w 1508539"/>
              <a:gd name="connsiteY100" fmla="*/ 2261920 h 6858000"/>
              <a:gd name="connsiteX101" fmla="*/ 407407 w 1508539"/>
              <a:gd name="connsiteY101" fmla="*/ 2195378 h 6858000"/>
              <a:gd name="connsiteX102" fmla="*/ 391624 w 1508539"/>
              <a:gd name="connsiteY102" fmla="*/ 2155135 h 6858000"/>
              <a:gd name="connsiteX103" fmla="*/ 389082 w 1508539"/>
              <a:gd name="connsiteY103" fmla="*/ 2118008 h 6858000"/>
              <a:gd name="connsiteX104" fmla="*/ 390075 w 1508539"/>
              <a:gd name="connsiteY104" fmla="*/ 2050531 h 6858000"/>
              <a:gd name="connsiteX105" fmla="*/ 381881 w 1508539"/>
              <a:gd name="connsiteY105" fmla="*/ 1963269 h 6858000"/>
              <a:gd name="connsiteX106" fmla="*/ 363059 w 1508539"/>
              <a:gd name="connsiteY106" fmla="*/ 1906352 h 6858000"/>
              <a:gd name="connsiteX107" fmla="*/ 339616 w 1508539"/>
              <a:gd name="connsiteY107" fmla="*/ 1861531 h 6858000"/>
              <a:gd name="connsiteX108" fmla="*/ 293415 w 1508539"/>
              <a:gd name="connsiteY108" fmla="*/ 1732919 h 6858000"/>
              <a:gd name="connsiteX109" fmla="*/ 265726 w 1508539"/>
              <a:gd name="connsiteY109" fmla="*/ 1663540 h 6858000"/>
              <a:gd name="connsiteX110" fmla="*/ 264852 w 1508539"/>
              <a:gd name="connsiteY110" fmla="*/ 1615777 h 6858000"/>
              <a:gd name="connsiteX111" fmla="*/ 245647 w 1508539"/>
              <a:gd name="connsiteY111" fmla="*/ 1563678 h 6858000"/>
              <a:gd name="connsiteX112" fmla="*/ 258727 w 1508539"/>
              <a:gd name="connsiteY112" fmla="*/ 1519474 h 6858000"/>
              <a:gd name="connsiteX113" fmla="*/ 251469 w 1508539"/>
              <a:gd name="connsiteY113" fmla="*/ 1477995 h 6858000"/>
              <a:gd name="connsiteX114" fmla="*/ 237554 w 1508539"/>
              <a:gd name="connsiteY114" fmla="*/ 1373769 h 6858000"/>
              <a:gd name="connsiteX115" fmla="*/ 245861 w 1508539"/>
              <a:gd name="connsiteY115" fmla="*/ 1307086 h 6858000"/>
              <a:gd name="connsiteX116" fmla="*/ 247049 w 1508539"/>
              <a:gd name="connsiteY116" fmla="*/ 1189033 h 6858000"/>
              <a:gd name="connsiteX117" fmla="*/ 251734 w 1508539"/>
              <a:gd name="connsiteY117" fmla="*/ 1168288 h 6858000"/>
              <a:gd name="connsiteX118" fmla="*/ 244016 w 1508539"/>
              <a:gd name="connsiteY118" fmla="*/ 1142577 h 6858000"/>
              <a:gd name="connsiteX119" fmla="*/ 233322 w 1508539"/>
              <a:gd name="connsiteY119" fmla="*/ 1088484 h 6858000"/>
              <a:gd name="connsiteX120" fmla="*/ 222058 w 1508539"/>
              <a:gd name="connsiteY120" fmla="*/ 1016103 h 6858000"/>
              <a:gd name="connsiteX121" fmla="*/ 223514 w 1508539"/>
              <a:gd name="connsiteY121" fmla="*/ 932283 h 6858000"/>
              <a:gd name="connsiteX122" fmla="*/ 225750 w 1508539"/>
              <a:gd name="connsiteY122" fmla="*/ 915925 h 6858000"/>
              <a:gd name="connsiteX123" fmla="*/ 218379 w 1508539"/>
              <a:gd name="connsiteY123" fmla="*/ 896999 h 6858000"/>
              <a:gd name="connsiteX124" fmla="*/ 187787 w 1508539"/>
              <a:gd name="connsiteY124" fmla="*/ 821517 h 6858000"/>
              <a:gd name="connsiteX125" fmla="*/ 166737 w 1508539"/>
              <a:gd name="connsiteY125" fmla="*/ 751353 h 6858000"/>
              <a:gd name="connsiteX126" fmla="*/ 166295 w 1508539"/>
              <a:gd name="connsiteY126" fmla="*/ 721230 h 6858000"/>
              <a:gd name="connsiteX127" fmla="*/ 151966 w 1508539"/>
              <a:gd name="connsiteY127" fmla="*/ 681659 h 6858000"/>
              <a:gd name="connsiteX128" fmla="*/ 137385 w 1508539"/>
              <a:gd name="connsiteY128" fmla="*/ 635218 h 6858000"/>
              <a:gd name="connsiteX129" fmla="*/ 142396 w 1508539"/>
              <a:gd name="connsiteY129" fmla="*/ 613763 h 6858000"/>
              <a:gd name="connsiteX130" fmla="*/ 128338 w 1508539"/>
              <a:gd name="connsiteY130" fmla="*/ 598582 h 6858000"/>
              <a:gd name="connsiteX131" fmla="*/ 128019 w 1508539"/>
              <a:gd name="connsiteY131" fmla="*/ 576846 h 6858000"/>
              <a:gd name="connsiteX132" fmla="*/ 107645 w 1508539"/>
              <a:gd name="connsiteY132" fmla="*/ 530055 h 6858000"/>
              <a:gd name="connsiteX133" fmla="*/ 106893 w 1508539"/>
              <a:gd name="connsiteY133" fmla="*/ 465389 h 6858000"/>
              <a:gd name="connsiteX134" fmla="*/ 89816 w 1508539"/>
              <a:gd name="connsiteY134" fmla="*/ 424699 h 6858000"/>
              <a:gd name="connsiteX135" fmla="*/ 90191 w 1508539"/>
              <a:gd name="connsiteY135" fmla="*/ 404917 h 6858000"/>
              <a:gd name="connsiteX136" fmla="*/ 70148 w 1508539"/>
              <a:gd name="connsiteY136" fmla="*/ 367211 h 6858000"/>
              <a:gd name="connsiteX137" fmla="*/ 36452 w 1508539"/>
              <a:gd name="connsiteY137" fmla="*/ 268519 h 6858000"/>
              <a:gd name="connsiteX138" fmla="*/ 23935 w 1508539"/>
              <a:gd name="connsiteY138" fmla="*/ 160886 h 6858000"/>
              <a:gd name="connsiteX139" fmla="*/ 19312 w 1508539"/>
              <a:gd name="connsiteY139" fmla="*/ 47336 h 6858000"/>
              <a:gd name="connsiteX140" fmla="*/ 0 w 1508539"/>
              <a:gd name="connsiteY14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4248 w 1508539"/>
              <a:gd name="connsiteY6" fmla="*/ 6574442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504057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318065 w 1508539"/>
              <a:gd name="connsiteY6" fmla="*/ 6691589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164830 w 1491612"/>
              <a:gd name="connsiteY0" fmla="*/ 0 h 6858000"/>
              <a:gd name="connsiteX1" fmla="*/ 1491612 w 1491612"/>
              <a:gd name="connsiteY1" fmla="*/ 0 h 6858000"/>
              <a:gd name="connsiteX2" fmla="*/ 1491612 w 1491612"/>
              <a:gd name="connsiteY2" fmla="*/ 6858000 h 6858000"/>
              <a:gd name="connsiteX3" fmla="*/ 228306 w 1491612"/>
              <a:gd name="connsiteY3" fmla="*/ 6857735 h 6858000"/>
              <a:gd name="connsiteX4" fmla="*/ 264899 w 1491612"/>
              <a:gd name="connsiteY4" fmla="*/ 6776847 h 6858000"/>
              <a:gd name="connsiteX5" fmla="*/ 276399 w 1491612"/>
              <a:gd name="connsiteY5" fmla="*/ 6737706 h 6858000"/>
              <a:gd name="connsiteX6" fmla="*/ 301138 w 1491612"/>
              <a:gd name="connsiteY6" fmla="*/ 6691589 h 6858000"/>
              <a:gd name="connsiteX7" fmla="*/ 278695 w 1491612"/>
              <a:gd name="connsiteY7" fmla="*/ 6659970 h 6858000"/>
              <a:gd name="connsiteX8" fmla="*/ 293786 w 1491612"/>
              <a:gd name="connsiteY8" fmla="*/ 6636211 h 6858000"/>
              <a:gd name="connsiteX9" fmla="*/ 311230 w 1491612"/>
              <a:gd name="connsiteY9" fmla="*/ 6594177 h 6858000"/>
              <a:gd name="connsiteX10" fmla="*/ 325270 w 1491612"/>
              <a:gd name="connsiteY10" fmla="*/ 6557575 h 6858000"/>
              <a:gd name="connsiteX11" fmla="*/ 378227 w 1491612"/>
              <a:gd name="connsiteY11" fmla="*/ 6492130 h 6858000"/>
              <a:gd name="connsiteX12" fmla="*/ 393914 w 1491612"/>
              <a:gd name="connsiteY12" fmla="*/ 6431610 h 6858000"/>
              <a:gd name="connsiteX13" fmla="*/ 437619 w 1491612"/>
              <a:gd name="connsiteY13" fmla="*/ 6379786 h 6858000"/>
              <a:gd name="connsiteX14" fmla="*/ 420842 w 1491612"/>
              <a:gd name="connsiteY14" fmla="*/ 6334727 h 6858000"/>
              <a:gd name="connsiteX15" fmla="*/ 398257 w 1491612"/>
              <a:gd name="connsiteY15" fmla="*/ 6313295 h 6858000"/>
              <a:gd name="connsiteX16" fmla="*/ 405421 w 1491612"/>
              <a:gd name="connsiteY16" fmla="*/ 6280046 h 6858000"/>
              <a:gd name="connsiteX17" fmla="*/ 388166 w 1491612"/>
              <a:gd name="connsiteY17" fmla="*/ 6270265 h 6858000"/>
              <a:gd name="connsiteX18" fmla="*/ 415194 w 1491612"/>
              <a:gd name="connsiteY18" fmla="*/ 6252834 h 6858000"/>
              <a:gd name="connsiteX19" fmla="*/ 393186 w 1491612"/>
              <a:gd name="connsiteY19" fmla="*/ 6202459 h 6858000"/>
              <a:gd name="connsiteX20" fmla="*/ 391984 w 1491612"/>
              <a:gd name="connsiteY20" fmla="*/ 6153037 h 6858000"/>
              <a:gd name="connsiteX21" fmla="*/ 407399 w 1491612"/>
              <a:gd name="connsiteY21" fmla="*/ 6078132 h 6858000"/>
              <a:gd name="connsiteX22" fmla="*/ 394786 w 1491612"/>
              <a:gd name="connsiteY22" fmla="*/ 6028119 h 6858000"/>
              <a:gd name="connsiteX23" fmla="*/ 380015 w 1491612"/>
              <a:gd name="connsiteY23" fmla="*/ 5926735 h 6858000"/>
              <a:gd name="connsiteX24" fmla="*/ 429527 w 1491612"/>
              <a:gd name="connsiteY24" fmla="*/ 5712857 h 6858000"/>
              <a:gd name="connsiteX25" fmla="*/ 408602 w 1491612"/>
              <a:gd name="connsiteY25" fmla="*/ 5676393 h 6858000"/>
              <a:gd name="connsiteX26" fmla="*/ 448194 w 1491612"/>
              <a:gd name="connsiteY26" fmla="*/ 5563435 h 6858000"/>
              <a:gd name="connsiteX27" fmla="*/ 495324 w 1491612"/>
              <a:gd name="connsiteY27" fmla="*/ 5437125 h 6858000"/>
              <a:gd name="connsiteX28" fmla="*/ 508892 w 1491612"/>
              <a:gd name="connsiteY28" fmla="*/ 5396260 h 6858000"/>
              <a:gd name="connsiteX29" fmla="*/ 524873 w 1491612"/>
              <a:gd name="connsiteY29" fmla="*/ 5330009 h 6858000"/>
              <a:gd name="connsiteX30" fmla="*/ 558366 w 1491612"/>
              <a:gd name="connsiteY30" fmla="*/ 5273739 h 6858000"/>
              <a:gd name="connsiteX31" fmla="*/ 567965 w 1491612"/>
              <a:gd name="connsiteY31" fmla="*/ 5241779 h 6858000"/>
              <a:gd name="connsiteX32" fmla="*/ 579191 w 1491612"/>
              <a:gd name="connsiteY32" fmla="*/ 5225268 h 6858000"/>
              <a:gd name="connsiteX33" fmla="*/ 580211 w 1491612"/>
              <a:gd name="connsiteY33" fmla="*/ 5217684 h 6858000"/>
              <a:gd name="connsiteX34" fmla="*/ 587552 w 1491612"/>
              <a:gd name="connsiteY34" fmla="*/ 5193377 h 6858000"/>
              <a:gd name="connsiteX35" fmla="*/ 590855 w 1491612"/>
              <a:gd name="connsiteY35" fmla="*/ 5179288 h 6858000"/>
              <a:gd name="connsiteX36" fmla="*/ 591839 w 1491612"/>
              <a:gd name="connsiteY36" fmla="*/ 5173621 h 6858000"/>
              <a:gd name="connsiteX37" fmla="*/ 587473 w 1491612"/>
              <a:gd name="connsiteY37" fmla="*/ 5159961 h 6858000"/>
              <a:gd name="connsiteX38" fmla="*/ 594150 w 1491612"/>
              <a:gd name="connsiteY38" fmla="*/ 5144295 h 6858000"/>
              <a:gd name="connsiteX39" fmla="*/ 591083 w 1491612"/>
              <a:gd name="connsiteY39" fmla="*/ 5125185 h 6858000"/>
              <a:gd name="connsiteX40" fmla="*/ 597913 w 1491612"/>
              <a:gd name="connsiteY40" fmla="*/ 5121884 h 6858000"/>
              <a:gd name="connsiteX41" fmla="*/ 604949 w 1491612"/>
              <a:gd name="connsiteY41" fmla="*/ 5067850 h 6858000"/>
              <a:gd name="connsiteX42" fmla="*/ 607680 w 1491612"/>
              <a:gd name="connsiteY42" fmla="*/ 5060861 h 6858000"/>
              <a:gd name="connsiteX43" fmla="*/ 604384 w 1491612"/>
              <a:gd name="connsiteY43" fmla="*/ 5034192 h 6858000"/>
              <a:gd name="connsiteX44" fmla="*/ 605938 w 1491612"/>
              <a:gd name="connsiteY44" fmla="*/ 4993030 h 6858000"/>
              <a:gd name="connsiteX45" fmla="*/ 612847 w 1491612"/>
              <a:gd name="connsiteY45" fmla="*/ 4946844 h 6858000"/>
              <a:gd name="connsiteX46" fmla="*/ 608703 w 1491612"/>
              <a:gd name="connsiteY46" fmla="*/ 4932692 h 6858000"/>
              <a:gd name="connsiteX47" fmla="*/ 624106 w 1491612"/>
              <a:gd name="connsiteY47" fmla="*/ 4858827 h 6858000"/>
              <a:gd name="connsiteX48" fmla="*/ 630009 w 1491612"/>
              <a:gd name="connsiteY48" fmla="*/ 4821170 h 6858000"/>
              <a:gd name="connsiteX49" fmla="*/ 634742 w 1491612"/>
              <a:gd name="connsiteY49" fmla="*/ 4780965 h 6858000"/>
              <a:gd name="connsiteX50" fmla="*/ 636035 w 1491612"/>
              <a:gd name="connsiteY50" fmla="*/ 4750867 h 6858000"/>
              <a:gd name="connsiteX51" fmla="*/ 633842 w 1491612"/>
              <a:gd name="connsiteY51" fmla="*/ 4690749 h 6858000"/>
              <a:gd name="connsiteX52" fmla="*/ 629322 w 1491612"/>
              <a:gd name="connsiteY52" fmla="*/ 4584173 h 6858000"/>
              <a:gd name="connsiteX53" fmla="*/ 624405 w 1491612"/>
              <a:gd name="connsiteY53" fmla="*/ 4444346 h 6858000"/>
              <a:gd name="connsiteX54" fmla="*/ 620970 w 1491612"/>
              <a:gd name="connsiteY54" fmla="*/ 4375228 h 6858000"/>
              <a:gd name="connsiteX55" fmla="*/ 601623 w 1491612"/>
              <a:gd name="connsiteY55" fmla="*/ 4214165 h 6858000"/>
              <a:gd name="connsiteX56" fmla="*/ 605696 w 1491612"/>
              <a:gd name="connsiteY56" fmla="*/ 4090296 h 6858000"/>
              <a:gd name="connsiteX57" fmla="*/ 590952 w 1491612"/>
              <a:gd name="connsiteY57" fmla="*/ 4033999 h 6858000"/>
              <a:gd name="connsiteX58" fmla="*/ 592101 w 1491612"/>
              <a:gd name="connsiteY58" fmla="*/ 4031933 h 6858000"/>
              <a:gd name="connsiteX59" fmla="*/ 590677 w 1491612"/>
              <a:gd name="connsiteY59" fmla="*/ 4013953 h 6858000"/>
              <a:gd name="connsiteX60" fmla="*/ 576972 w 1491612"/>
              <a:gd name="connsiteY60" fmla="*/ 3974753 h 6858000"/>
              <a:gd name="connsiteX61" fmla="*/ 578570 w 1491612"/>
              <a:gd name="connsiteY61" fmla="*/ 3969950 h 6858000"/>
              <a:gd name="connsiteX62" fmla="*/ 571992 w 1491612"/>
              <a:gd name="connsiteY62" fmla="*/ 3933779 h 6858000"/>
              <a:gd name="connsiteX63" fmla="*/ 573323 w 1491612"/>
              <a:gd name="connsiteY63" fmla="*/ 3933093 h 6858000"/>
              <a:gd name="connsiteX64" fmla="*/ 577677 w 1491612"/>
              <a:gd name="connsiteY64" fmla="*/ 3922082 h 6858000"/>
              <a:gd name="connsiteX65" fmla="*/ 582755 w 1491612"/>
              <a:gd name="connsiteY65" fmla="*/ 3901461 h 6858000"/>
              <a:gd name="connsiteX66" fmla="*/ 605349 w 1491612"/>
              <a:gd name="connsiteY66" fmla="*/ 3813873 h 6858000"/>
              <a:gd name="connsiteX67" fmla="*/ 604774 w 1491612"/>
              <a:gd name="connsiteY67" fmla="*/ 3806161 h 6858000"/>
              <a:gd name="connsiteX68" fmla="*/ 605081 w 1491612"/>
              <a:gd name="connsiteY68" fmla="*/ 3805957 h 6858000"/>
              <a:gd name="connsiteX69" fmla="*/ 605108 w 1491612"/>
              <a:gd name="connsiteY69" fmla="*/ 3797724 h 6858000"/>
              <a:gd name="connsiteX70" fmla="*/ 603723 w 1491612"/>
              <a:gd name="connsiteY70" fmla="*/ 3792098 h 6858000"/>
              <a:gd name="connsiteX71" fmla="*/ 602607 w 1491612"/>
              <a:gd name="connsiteY71" fmla="*/ 3777135 h 6858000"/>
              <a:gd name="connsiteX72" fmla="*/ 604340 w 1491612"/>
              <a:gd name="connsiteY72" fmla="*/ 3771656 h 6858000"/>
              <a:gd name="connsiteX73" fmla="*/ 608083 w 1491612"/>
              <a:gd name="connsiteY73" fmla="*/ 3769007 h 6858000"/>
              <a:gd name="connsiteX74" fmla="*/ 607549 w 1491612"/>
              <a:gd name="connsiteY74" fmla="*/ 3767709 h 6858000"/>
              <a:gd name="connsiteX75" fmla="*/ 616245 w 1491612"/>
              <a:gd name="connsiteY75" fmla="*/ 3738082 h 6858000"/>
              <a:gd name="connsiteX76" fmla="*/ 623591 w 1491612"/>
              <a:gd name="connsiteY76" fmla="*/ 3673397 h 6858000"/>
              <a:gd name="connsiteX77" fmla="*/ 622887 w 1491612"/>
              <a:gd name="connsiteY77" fmla="*/ 3637109 h 6858000"/>
              <a:gd name="connsiteX78" fmla="*/ 626330 w 1491612"/>
              <a:gd name="connsiteY78" fmla="*/ 3536883 h 6858000"/>
              <a:gd name="connsiteX79" fmla="*/ 633868 w 1491612"/>
              <a:gd name="connsiteY79" fmla="*/ 3435652 h 6858000"/>
              <a:gd name="connsiteX80" fmla="*/ 635539 w 1491612"/>
              <a:gd name="connsiteY80" fmla="*/ 3307769 h 6858000"/>
              <a:gd name="connsiteX81" fmla="*/ 653102 w 1491612"/>
              <a:gd name="connsiteY81" fmla="*/ 3250522 h 6858000"/>
              <a:gd name="connsiteX82" fmla="*/ 653527 w 1491612"/>
              <a:gd name="connsiteY82" fmla="*/ 3229163 h 6858000"/>
              <a:gd name="connsiteX83" fmla="*/ 655350 w 1491612"/>
              <a:gd name="connsiteY83" fmla="*/ 3217217 h 6858000"/>
              <a:gd name="connsiteX84" fmla="*/ 642185 w 1491612"/>
              <a:gd name="connsiteY84" fmla="*/ 3183755 h 6858000"/>
              <a:gd name="connsiteX85" fmla="*/ 642686 w 1491612"/>
              <a:gd name="connsiteY85" fmla="*/ 3178642 h 6858000"/>
              <a:gd name="connsiteX86" fmla="*/ 630286 w 1491612"/>
              <a:gd name="connsiteY86" fmla="*/ 3158586 h 6858000"/>
              <a:gd name="connsiteX87" fmla="*/ 615471 w 1491612"/>
              <a:gd name="connsiteY87" fmla="*/ 3129034 h 6858000"/>
              <a:gd name="connsiteX88" fmla="*/ 616136 w 1491612"/>
              <a:gd name="connsiteY88" fmla="*/ 3126682 h 6858000"/>
              <a:gd name="connsiteX89" fmla="*/ 607004 w 1491612"/>
              <a:gd name="connsiteY89" fmla="*/ 3114519 h 6858000"/>
              <a:gd name="connsiteX90" fmla="*/ 593613 w 1491612"/>
              <a:gd name="connsiteY90" fmla="*/ 3106272 h 6858000"/>
              <a:gd name="connsiteX91" fmla="*/ 566343 w 1491612"/>
              <a:gd name="connsiteY91" fmla="*/ 2958185 h 6858000"/>
              <a:gd name="connsiteX92" fmla="*/ 508957 w 1491612"/>
              <a:gd name="connsiteY92" fmla="*/ 2762989 h 6858000"/>
              <a:gd name="connsiteX93" fmla="*/ 457875 w 1491612"/>
              <a:gd name="connsiteY93" fmla="*/ 2554718 h 6858000"/>
              <a:gd name="connsiteX94" fmla="*/ 437969 w 1491612"/>
              <a:gd name="connsiteY94" fmla="*/ 2485734 h 6858000"/>
              <a:gd name="connsiteX95" fmla="*/ 428692 w 1491612"/>
              <a:gd name="connsiteY95" fmla="*/ 2447068 h 6858000"/>
              <a:gd name="connsiteX96" fmla="*/ 415653 w 1491612"/>
              <a:gd name="connsiteY96" fmla="*/ 2425819 h 6858000"/>
              <a:gd name="connsiteX97" fmla="*/ 421652 w 1491612"/>
              <a:gd name="connsiteY97" fmla="*/ 2402874 h 6858000"/>
              <a:gd name="connsiteX98" fmla="*/ 424264 w 1491612"/>
              <a:gd name="connsiteY98" fmla="*/ 2381443 h 6858000"/>
              <a:gd name="connsiteX99" fmla="*/ 400593 w 1491612"/>
              <a:gd name="connsiteY99" fmla="*/ 2261920 h 6858000"/>
              <a:gd name="connsiteX100" fmla="*/ 390480 w 1491612"/>
              <a:gd name="connsiteY100" fmla="*/ 2195378 h 6858000"/>
              <a:gd name="connsiteX101" fmla="*/ 374697 w 1491612"/>
              <a:gd name="connsiteY101" fmla="*/ 2155135 h 6858000"/>
              <a:gd name="connsiteX102" fmla="*/ 372155 w 1491612"/>
              <a:gd name="connsiteY102" fmla="*/ 2118008 h 6858000"/>
              <a:gd name="connsiteX103" fmla="*/ 373148 w 1491612"/>
              <a:gd name="connsiteY103" fmla="*/ 2050531 h 6858000"/>
              <a:gd name="connsiteX104" fmla="*/ 364954 w 1491612"/>
              <a:gd name="connsiteY104" fmla="*/ 1963269 h 6858000"/>
              <a:gd name="connsiteX105" fmla="*/ 346132 w 1491612"/>
              <a:gd name="connsiteY105" fmla="*/ 1906352 h 6858000"/>
              <a:gd name="connsiteX106" fmla="*/ 322689 w 1491612"/>
              <a:gd name="connsiteY106" fmla="*/ 1861531 h 6858000"/>
              <a:gd name="connsiteX107" fmla="*/ 276488 w 1491612"/>
              <a:gd name="connsiteY107" fmla="*/ 1732919 h 6858000"/>
              <a:gd name="connsiteX108" fmla="*/ 248799 w 1491612"/>
              <a:gd name="connsiteY108" fmla="*/ 1663540 h 6858000"/>
              <a:gd name="connsiteX109" fmla="*/ 247925 w 1491612"/>
              <a:gd name="connsiteY109" fmla="*/ 1615777 h 6858000"/>
              <a:gd name="connsiteX110" fmla="*/ 228720 w 1491612"/>
              <a:gd name="connsiteY110" fmla="*/ 1563678 h 6858000"/>
              <a:gd name="connsiteX111" fmla="*/ 241800 w 1491612"/>
              <a:gd name="connsiteY111" fmla="*/ 1519474 h 6858000"/>
              <a:gd name="connsiteX112" fmla="*/ 234542 w 1491612"/>
              <a:gd name="connsiteY112" fmla="*/ 1477995 h 6858000"/>
              <a:gd name="connsiteX113" fmla="*/ 220627 w 1491612"/>
              <a:gd name="connsiteY113" fmla="*/ 1373769 h 6858000"/>
              <a:gd name="connsiteX114" fmla="*/ 228934 w 1491612"/>
              <a:gd name="connsiteY114" fmla="*/ 1307086 h 6858000"/>
              <a:gd name="connsiteX115" fmla="*/ 230122 w 1491612"/>
              <a:gd name="connsiteY115" fmla="*/ 1189033 h 6858000"/>
              <a:gd name="connsiteX116" fmla="*/ 234807 w 1491612"/>
              <a:gd name="connsiteY116" fmla="*/ 1168288 h 6858000"/>
              <a:gd name="connsiteX117" fmla="*/ 227089 w 1491612"/>
              <a:gd name="connsiteY117" fmla="*/ 1142577 h 6858000"/>
              <a:gd name="connsiteX118" fmla="*/ 216395 w 1491612"/>
              <a:gd name="connsiteY118" fmla="*/ 1088484 h 6858000"/>
              <a:gd name="connsiteX119" fmla="*/ 205131 w 1491612"/>
              <a:gd name="connsiteY119" fmla="*/ 1016103 h 6858000"/>
              <a:gd name="connsiteX120" fmla="*/ 206587 w 1491612"/>
              <a:gd name="connsiteY120" fmla="*/ 932283 h 6858000"/>
              <a:gd name="connsiteX121" fmla="*/ 208823 w 1491612"/>
              <a:gd name="connsiteY121" fmla="*/ 915925 h 6858000"/>
              <a:gd name="connsiteX122" fmla="*/ 201452 w 1491612"/>
              <a:gd name="connsiteY122" fmla="*/ 896999 h 6858000"/>
              <a:gd name="connsiteX123" fmla="*/ 170860 w 1491612"/>
              <a:gd name="connsiteY123" fmla="*/ 821517 h 6858000"/>
              <a:gd name="connsiteX124" fmla="*/ 149810 w 1491612"/>
              <a:gd name="connsiteY124" fmla="*/ 751353 h 6858000"/>
              <a:gd name="connsiteX125" fmla="*/ 149368 w 1491612"/>
              <a:gd name="connsiteY125" fmla="*/ 721230 h 6858000"/>
              <a:gd name="connsiteX126" fmla="*/ 135039 w 1491612"/>
              <a:gd name="connsiteY126" fmla="*/ 681659 h 6858000"/>
              <a:gd name="connsiteX127" fmla="*/ 120458 w 1491612"/>
              <a:gd name="connsiteY127" fmla="*/ 635218 h 6858000"/>
              <a:gd name="connsiteX128" fmla="*/ 125469 w 1491612"/>
              <a:gd name="connsiteY128" fmla="*/ 613763 h 6858000"/>
              <a:gd name="connsiteX129" fmla="*/ 111411 w 1491612"/>
              <a:gd name="connsiteY129" fmla="*/ 598582 h 6858000"/>
              <a:gd name="connsiteX130" fmla="*/ 111092 w 1491612"/>
              <a:gd name="connsiteY130" fmla="*/ 576846 h 6858000"/>
              <a:gd name="connsiteX131" fmla="*/ 90718 w 1491612"/>
              <a:gd name="connsiteY131" fmla="*/ 530055 h 6858000"/>
              <a:gd name="connsiteX132" fmla="*/ 89966 w 1491612"/>
              <a:gd name="connsiteY132" fmla="*/ 465389 h 6858000"/>
              <a:gd name="connsiteX133" fmla="*/ 72889 w 1491612"/>
              <a:gd name="connsiteY133" fmla="*/ 424699 h 6858000"/>
              <a:gd name="connsiteX134" fmla="*/ 73264 w 1491612"/>
              <a:gd name="connsiteY134" fmla="*/ 404917 h 6858000"/>
              <a:gd name="connsiteX135" fmla="*/ 53221 w 1491612"/>
              <a:gd name="connsiteY135" fmla="*/ 367211 h 6858000"/>
              <a:gd name="connsiteX136" fmla="*/ 19525 w 1491612"/>
              <a:gd name="connsiteY136" fmla="*/ 268519 h 6858000"/>
              <a:gd name="connsiteX137" fmla="*/ 7008 w 1491612"/>
              <a:gd name="connsiteY137" fmla="*/ 160886 h 6858000"/>
              <a:gd name="connsiteX138" fmla="*/ 2385 w 1491612"/>
              <a:gd name="connsiteY138" fmla="*/ 47336 h 6858000"/>
              <a:gd name="connsiteX139" fmla="*/ 164830 w 1491612"/>
              <a:gd name="connsiteY139" fmla="*/ 0 h 6858000"/>
              <a:gd name="connsiteX0" fmla="*/ 158408 w 1485190"/>
              <a:gd name="connsiteY0" fmla="*/ 0 h 6858000"/>
              <a:gd name="connsiteX1" fmla="*/ 1485190 w 1485190"/>
              <a:gd name="connsiteY1" fmla="*/ 0 h 6858000"/>
              <a:gd name="connsiteX2" fmla="*/ 1485190 w 1485190"/>
              <a:gd name="connsiteY2" fmla="*/ 6858000 h 6858000"/>
              <a:gd name="connsiteX3" fmla="*/ 221884 w 1485190"/>
              <a:gd name="connsiteY3" fmla="*/ 6857735 h 6858000"/>
              <a:gd name="connsiteX4" fmla="*/ 258477 w 1485190"/>
              <a:gd name="connsiteY4" fmla="*/ 6776847 h 6858000"/>
              <a:gd name="connsiteX5" fmla="*/ 269977 w 1485190"/>
              <a:gd name="connsiteY5" fmla="*/ 6737706 h 6858000"/>
              <a:gd name="connsiteX6" fmla="*/ 294716 w 1485190"/>
              <a:gd name="connsiteY6" fmla="*/ 6691589 h 6858000"/>
              <a:gd name="connsiteX7" fmla="*/ 272273 w 1485190"/>
              <a:gd name="connsiteY7" fmla="*/ 6659970 h 6858000"/>
              <a:gd name="connsiteX8" fmla="*/ 287364 w 1485190"/>
              <a:gd name="connsiteY8" fmla="*/ 6636211 h 6858000"/>
              <a:gd name="connsiteX9" fmla="*/ 304808 w 1485190"/>
              <a:gd name="connsiteY9" fmla="*/ 6594177 h 6858000"/>
              <a:gd name="connsiteX10" fmla="*/ 318848 w 1485190"/>
              <a:gd name="connsiteY10" fmla="*/ 6557575 h 6858000"/>
              <a:gd name="connsiteX11" fmla="*/ 371805 w 1485190"/>
              <a:gd name="connsiteY11" fmla="*/ 6492130 h 6858000"/>
              <a:gd name="connsiteX12" fmla="*/ 387492 w 1485190"/>
              <a:gd name="connsiteY12" fmla="*/ 6431610 h 6858000"/>
              <a:gd name="connsiteX13" fmla="*/ 431197 w 1485190"/>
              <a:gd name="connsiteY13" fmla="*/ 6379786 h 6858000"/>
              <a:gd name="connsiteX14" fmla="*/ 414420 w 1485190"/>
              <a:gd name="connsiteY14" fmla="*/ 6334727 h 6858000"/>
              <a:gd name="connsiteX15" fmla="*/ 391835 w 1485190"/>
              <a:gd name="connsiteY15" fmla="*/ 6313295 h 6858000"/>
              <a:gd name="connsiteX16" fmla="*/ 398999 w 1485190"/>
              <a:gd name="connsiteY16" fmla="*/ 6280046 h 6858000"/>
              <a:gd name="connsiteX17" fmla="*/ 381744 w 1485190"/>
              <a:gd name="connsiteY17" fmla="*/ 6270265 h 6858000"/>
              <a:gd name="connsiteX18" fmla="*/ 408772 w 1485190"/>
              <a:gd name="connsiteY18" fmla="*/ 6252834 h 6858000"/>
              <a:gd name="connsiteX19" fmla="*/ 386764 w 1485190"/>
              <a:gd name="connsiteY19" fmla="*/ 6202459 h 6858000"/>
              <a:gd name="connsiteX20" fmla="*/ 385562 w 1485190"/>
              <a:gd name="connsiteY20" fmla="*/ 6153037 h 6858000"/>
              <a:gd name="connsiteX21" fmla="*/ 400977 w 1485190"/>
              <a:gd name="connsiteY21" fmla="*/ 6078132 h 6858000"/>
              <a:gd name="connsiteX22" fmla="*/ 388364 w 1485190"/>
              <a:gd name="connsiteY22" fmla="*/ 6028119 h 6858000"/>
              <a:gd name="connsiteX23" fmla="*/ 373593 w 1485190"/>
              <a:gd name="connsiteY23" fmla="*/ 5926735 h 6858000"/>
              <a:gd name="connsiteX24" fmla="*/ 423105 w 1485190"/>
              <a:gd name="connsiteY24" fmla="*/ 5712857 h 6858000"/>
              <a:gd name="connsiteX25" fmla="*/ 402180 w 1485190"/>
              <a:gd name="connsiteY25" fmla="*/ 5676393 h 6858000"/>
              <a:gd name="connsiteX26" fmla="*/ 441772 w 1485190"/>
              <a:gd name="connsiteY26" fmla="*/ 5563435 h 6858000"/>
              <a:gd name="connsiteX27" fmla="*/ 488902 w 1485190"/>
              <a:gd name="connsiteY27" fmla="*/ 5437125 h 6858000"/>
              <a:gd name="connsiteX28" fmla="*/ 502470 w 1485190"/>
              <a:gd name="connsiteY28" fmla="*/ 5396260 h 6858000"/>
              <a:gd name="connsiteX29" fmla="*/ 518451 w 1485190"/>
              <a:gd name="connsiteY29" fmla="*/ 5330009 h 6858000"/>
              <a:gd name="connsiteX30" fmla="*/ 551944 w 1485190"/>
              <a:gd name="connsiteY30" fmla="*/ 5273739 h 6858000"/>
              <a:gd name="connsiteX31" fmla="*/ 561543 w 1485190"/>
              <a:gd name="connsiteY31" fmla="*/ 5241779 h 6858000"/>
              <a:gd name="connsiteX32" fmla="*/ 572769 w 1485190"/>
              <a:gd name="connsiteY32" fmla="*/ 5225268 h 6858000"/>
              <a:gd name="connsiteX33" fmla="*/ 573789 w 1485190"/>
              <a:gd name="connsiteY33" fmla="*/ 5217684 h 6858000"/>
              <a:gd name="connsiteX34" fmla="*/ 581130 w 1485190"/>
              <a:gd name="connsiteY34" fmla="*/ 5193377 h 6858000"/>
              <a:gd name="connsiteX35" fmla="*/ 584433 w 1485190"/>
              <a:gd name="connsiteY35" fmla="*/ 5179288 h 6858000"/>
              <a:gd name="connsiteX36" fmla="*/ 585417 w 1485190"/>
              <a:gd name="connsiteY36" fmla="*/ 5173621 h 6858000"/>
              <a:gd name="connsiteX37" fmla="*/ 581051 w 1485190"/>
              <a:gd name="connsiteY37" fmla="*/ 5159961 h 6858000"/>
              <a:gd name="connsiteX38" fmla="*/ 587728 w 1485190"/>
              <a:gd name="connsiteY38" fmla="*/ 5144295 h 6858000"/>
              <a:gd name="connsiteX39" fmla="*/ 584661 w 1485190"/>
              <a:gd name="connsiteY39" fmla="*/ 5125185 h 6858000"/>
              <a:gd name="connsiteX40" fmla="*/ 591491 w 1485190"/>
              <a:gd name="connsiteY40" fmla="*/ 5121884 h 6858000"/>
              <a:gd name="connsiteX41" fmla="*/ 598527 w 1485190"/>
              <a:gd name="connsiteY41" fmla="*/ 5067850 h 6858000"/>
              <a:gd name="connsiteX42" fmla="*/ 601258 w 1485190"/>
              <a:gd name="connsiteY42" fmla="*/ 5060861 h 6858000"/>
              <a:gd name="connsiteX43" fmla="*/ 597962 w 1485190"/>
              <a:gd name="connsiteY43" fmla="*/ 5034192 h 6858000"/>
              <a:gd name="connsiteX44" fmla="*/ 599516 w 1485190"/>
              <a:gd name="connsiteY44" fmla="*/ 4993030 h 6858000"/>
              <a:gd name="connsiteX45" fmla="*/ 606425 w 1485190"/>
              <a:gd name="connsiteY45" fmla="*/ 4946844 h 6858000"/>
              <a:gd name="connsiteX46" fmla="*/ 602281 w 1485190"/>
              <a:gd name="connsiteY46" fmla="*/ 4932692 h 6858000"/>
              <a:gd name="connsiteX47" fmla="*/ 617684 w 1485190"/>
              <a:gd name="connsiteY47" fmla="*/ 4858827 h 6858000"/>
              <a:gd name="connsiteX48" fmla="*/ 623587 w 1485190"/>
              <a:gd name="connsiteY48" fmla="*/ 4821170 h 6858000"/>
              <a:gd name="connsiteX49" fmla="*/ 628320 w 1485190"/>
              <a:gd name="connsiteY49" fmla="*/ 4780965 h 6858000"/>
              <a:gd name="connsiteX50" fmla="*/ 629613 w 1485190"/>
              <a:gd name="connsiteY50" fmla="*/ 4750867 h 6858000"/>
              <a:gd name="connsiteX51" fmla="*/ 627420 w 1485190"/>
              <a:gd name="connsiteY51" fmla="*/ 4690749 h 6858000"/>
              <a:gd name="connsiteX52" fmla="*/ 622900 w 1485190"/>
              <a:gd name="connsiteY52" fmla="*/ 4584173 h 6858000"/>
              <a:gd name="connsiteX53" fmla="*/ 617983 w 1485190"/>
              <a:gd name="connsiteY53" fmla="*/ 4444346 h 6858000"/>
              <a:gd name="connsiteX54" fmla="*/ 614548 w 1485190"/>
              <a:gd name="connsiteY54" fmla="*/ 4375228 h 6858000"/>
              <a:gd name="connsiteX55" fmla="*/ 595201 w 1485190"/>
              <a:gd name="connsiteY55" fmla="*/ 4214165 h 6858000"/>
              <a:gd name="connsiteX56" fmla="*/ 599274 w 1485190"/>
              <a:gd name="connsiteY56" fmla="*/ 4090296 h 6858000"/>
              <a:gd name="connsiteX57" fmla="*/ 584530 w 1485190"/>
              <a:gd name="connsiteY57" fmla="*/ 4033999 h 6858000"/>
              <a:gd name="connsiteX58" fmla="*/ 585679 w 1485190"/>
              <a:gd name="connsiteY58" fmla="*/ 4031933 h 6858000"/>
              <a:gd name="connsiteX59" fmla="*/ 584255 w 1485190"/>
              <a:gd name="connsiteY59" fmla="*/ 4013953 h 6858000"/>
              <a:gd name="connsiteX60" fmla="*/ 570550 w 1485190"/>
              <a:gd name="connsiteY60" fmla="*/ 3974753 h 6858000"/>
              <a:gd name="connsiteX61" fmla="*/ 572148 w 1485190"/>
              <a:gd name="connsiteY61" fmla="*/ 3969950 h 6858000"/>
              <a:gd name="connsiteX62" fmla="*/ 565570 w 1485190"/>
              <a:gd name="connsiteY62" fmla="*/ 3933779 h 6858000"/>
              <a:gd name="connsiteX63" fmla="*/ 566901 w 1485190"/>
              <a:gd name="connsiteY63" fmla="*/ 3933093 h 6858000"/>
              <a:gd name="connsiteX64" fmla="*/ 571255 w 1485190"/>
              <a:gd name="connsiteY64" fmla="*/ 3922082 h 6858000"/>
              <a:gd name="connsiteX65" fmla="*/ 576333 w 1485190"/>
              <a:gd name="connsiteY65" fmla="*/ 3901461 h 6858000"/>
              <a:gd name="connsiteX66" fmla="*/ 598927 w 1485190"/>
              <a:gd name="connsiteY66" fmla="*/ 3813873 h 6858000"/>
              <a:gd name="connsiteX67" fmla="*/ 598352 w 1485190"/>
              <a:gd name="connsiteY67" fmla="*/ 3806161 h 6858000"/>
              <a:gd name="connsiteX68" fmla="*/ 598659 w 1485190"/>
              <a:gd name="connsiteY68" fmla="*/ 3805957 h 6858000"/>
              <a:gd name="connsiteX69" fmla="*/ 598686 w 1485190"/>
              <a:gd name="connsiteY69" fmla="*/ 3797724 h 6858000"/>
              <a:gd name="connsiteX70" fmla="*/ 597301 w 1485190"/>
              <a:gd name="connsiteY70" fmla="*/ 3792098 h 6858000"/>
              <a:gd name="connsiteX71" fmla="*/ 596185 w 1485190"/>
              <a:gd name="connsiteY71" fmla="*/ 3777135 h 6858000"/>
              <a:gd name="connsiteX72" fmla="*/ 597918 w 1485190"/>
              <a:gd name="connsiteY72" fmla="*/ 3771656 h 6858000"/>
              <a:gd name="connsiteX73" fmla="*/ 601661 w 1485190"/>
              <a:gd name="connsiteY73" fmla="*/ 3769007 h 6858000"/>
              <a:gd name="connsiteX74" fmla="*/ 601127 w 1485190"/>
              <a:gd name="connsiteY74" fmla="*/ 3767709 h 6858000"/>
              <a:gd name="connsiteX75" fmla="*/ 609823 w 1485190"/>
              <a:gd name="connsiteY75" fmla="*/ 3738082 h 6858000"/>
              <a:gd name="connsiteX76" fmla="*/ 617169 w 1485190"/>
              <a:gd name="connsiteY76" fmla="*/ 3673397 h 6858000"/>
              <a:gd name="connsiteX77" fmla="*/ 616465 w 1485190"/>
              <a:gd name="connsiteY77" fmla="*/ 3637109 h 6858000"/>
              <a:gd name="connsiteX78" fmla="*/ 619908 w 1485190"/>
              <a:gd name="connsiteY78" fmla="*/ 3536883 h 6858000"/>
              <a:gd name="connsiteX79" fmla="*/ 627446 w 1485190"/>
              <a:gd name="connsiteY79" fmla="*/ 3435652 h 6858000"/>
              <a:gd name="connsiteX80" fmla="*/ 629117 w 1485190"/>
              <a:gd name="connsiteY80" fmla="*/ 3307769 h 6858000"/>
              <a:gd name="connsiteX81" fmla="*/ 646680 w 1485190"/>
              <a:gd name="connsiteY81" fmla="*/ 3250522 h 6858000"/>
              <a:gd name="connsiteX82" fmla="*/ 647105 w 1485190"/>
              <a:gd name="connsiteY82" fmla="*/ 3229163 h 6858000"/>
              <a:gd name="connsiteX83" fmla="*/ 648928 w 1485190"/>
              <a:gd name="connsiteY83" fmla="*/ 3217217 h 6858000"/>
              <a:gd name="connsiteX84" fmla="*/ 635763 w 1485190"/>
              <a:gd name="connsiteY84" fmla="*/ 3183755 h 6858000"/>
              <a:gd name="connsiteX85" fmla="*/ 636264 w 1485190"/>
              <a:gd name="connsiteY85" fmla="*/ 3178642 h 6858000"/>
              <a:gd name="connsiteX86" fmla="*/ 623864 w 1485190"/>
              <a:gd name="connsiteY86" fmla="*/ 3158586 h 6858000"/>
              <a:gd name="connsiteX87" fmla="*/ 609049 w 1485190"/>
              <a:gd name="connsiteY87" fmla="*/ 3129034 h 6858000"/>
              <a:gd name="connsiteX88" fmla="*/ 609714 w 1485190"/>
              <a:gd name="connsiteY88" fmla="*/ 3126682 h 6858000"/>
              <a:gd name="connsiteX89" fmla="*/ 600582 w 1485190"/>
              <a:gd name="connsiteY89" fmla="*/ 3114519 h 6858000"/>
              <a:gd name="connsiteX90" fmla="*/ 587191 w 1485190"/>
              <a:gd name="connsiteY90" fmla="*/ 3106272 h 6858000"/>
              <a:gd name="connsiteX91" fmla="*/ 559921 w 1485190"/>
              <a:gd name="connsiteY91" fmla="*/ 2958185 h 6858000"/>
              <a:gd name="connsiteX92" fmla="*/ 502535 w 1485190"/>
              <a:gd name="connsiteY92" fmla="*/ 2762989 h 6858000"/>
              <a:gd name="connsiteX93" fmla="*/ 451453 w 1485190"/>
              <a:gd name="connsiteY93" fmla="*/ 2554718 h 6858000"/>
              <a:gd name="connsiteX94" fmla="*/ 431547 w 1485190"/>
              <a:gd name="connsiteY94" fmla="*/ 2485734 h 6858000"/>
              <a:gd name="connsiteX95" fmla="*/ 422270 w 1485190"/>
              <a:gd name="connsiteY95" fmla="*/ 2447068 h 6858000"/>
              <a:gd name="connsiteX96" fmla="*/ 409231 w 1485190"/>
              <a:gd name="connsiteY96" fmla="*/ 2425819 h 6858000"/>
              <a:gd name="connsiteX97" fmla="*/ 415230 w 1485190"/>
              <a:gd name="connsiteY97" fmla="*/ 2402874 h 6858000"/>
              <a:gd name="connsiteX98" fmla="*/ 417842 w 1485190"/>
              <a:gd name="connsiteY98" fmla="*/ 2381443 h 6858000"/>
              <a:gd name="connsiteX99" fmla="*/ 394171 w 1485190"/>
              <a:gd name="connsiteY99" fmla="*/ 2261920 h 6858000"/>
              <a:gd name="connsiteX100" fmla="*/ 384058 w 1485190"/>
              <a:gd name="connsiteY100" fmla="*/ 2195378 h 6858000"/>
              <a:gd name="connsiteX101" fmla="*/ 368275 w 1485190"/>
              <a:gd name="connsiteY101" fmla="*/ 2155135 h 6858000"/>
              <a:gd name="connsiteX102" fmla="*/ 365733 w 1485190"/>
              <a:gd name="connsiteY102" fmla="*/ 2118008 h 6858000"/>
              <a:gd name="connsiteX103" fmla="*/ 366726 w 1485190"/>
              <a:gd name="connsiteY103" fmla="*/ 2050531 h 6858000"/>
              <a:gd name="connsiteX104" fmla="*/ 358532 w 1485190"/>
              <a:gd name="connsiteY104" fmla="*/ 1963269 h 6858000"/>
              <a:gd name="connsiteX105" fmla="*/ 339710 w 1485190"/>
              <a:gd name="connsiteY105" fmla="*/ 1906352 h 6858000"/>
              <a:gd name="connsiteX106" fmla="*/ 316267 w 1485190"/>
              <a:gd name="connsiteY106" fmla="*/ 1861531 h 6858000"/>
              <a:gd name="connsiteX107" fmla="*/ 270066 w 1485190"/>
              <a:gd name="connsiteY107" fmla="*/ 1732919 h 6858000"/>
              <a:gd name="connsiteX108" fmla="*/ 242377 w 1485190"/>
              <a:gd name="connsiteY108" fmla="*/ 1663540 h 6858000"/>
              <a:gd name="connsiteX109" fmla="*/ 241503 w 1485190"/>
              <a:gd name="connsiteY109" fmla="*/ 1615777 h 6858000"/>
              <a:gd name="connsiteX110" fmla="*/ 222298 w 1485190"/>
              <a:gd name="connsiteY110" fmla="*/ 1563678 h 6858000"/>
              <a:gd name="connsiteX111" fmla="*/ 235378 w 1485190"/>
              <a:gd name="connsiteY111" fmla="*/ 1519474 h 6858000"/>
              <a:gd name="connsiteX112" fmla="*/ 228120 w 1485190"/>
              <a:gd name="connsiteY112" fmla="*/ 1477995 h 6858000"/>
              <a:gd name="connsiteX113" fmla="*/ 214205 w 1485190"/>
              <a:gd name="connsiteY113" fmla="*/ 1373769 h 6858000"/>
              <a:gd name="connsiteX114" fmla="*/ 222512 w 1485190"/>
              <a:gd name="connsiteY114" fmla="*/ 1307086 h 6858000"/>
              <a:gd name="connsiteX115" fmla="*/ 223700 w 1485190"/>
              <a:gd name="connsiteY115" fmla="*/ 1189033 h 6858000"/>
              <a:gd name="connsiteX116" fmla="*/ 228385 w 1485190"/>
              <a:gd name="connsiteY116" fmla="*/ 1168288 h 6858000"/>
              <a:gd name="connsiteX117" fmla="*/ 220667 w 1485190"/>
              <a:gd name="connsiteY117" fmla="*/ 1142577 h 6858000"/>
              <a:gd name="connsiteX118" fmla="*/ 209973 w 1485190"/>
              <a:gd name="connsiteY118" fmla="*/ 1088484 h 6858000"/>
              <a:gd name="connsiteX119" fmla="*/ 198709 w 1485190"/>
              <a:gd name="connsiteY119" fmla="*/ 1016103 h 6858000"/>
              <a:gd name="connsiteX120" fmla="*/ 200165 w 1485190"/>
              <a:gd name="connsiteY120" fmla="*/ 932283 h 6858000"/>
              <a:gd name="connsiteX121" fmla="*/ 202401 w 1485190"/>
              <a:gd name="connsiteY121" fmla="*/ 915925 h 6858000"/>
              <a:gd name="connsiteX122" fmla="*/ 195030 w 1485190"/>
              <a:gd name="connsiteY122" fmla="*/ 896999 h 6858000"/>
              <a:gd name="connsiteX123" fmla="*/ 164438 w 1485190"/>
              <a:gd name="connsiteY123" fmla="*/ 821517 h 6858000"/>
              <a:gd name="connsiteX124" fmla="*/ 143388 w 1485190"/>
              <a:gd name="connsiteY124" fmla="*/ 751353 h 6858000"/>
              <a:gd name="connsiteX125" fmla="*/ 142946 w 1485190"/>
              <a:gd name="connsiteY125" fmla="*/ 721230 h 6858000"/>
              <a:gd name="connsiteX126" fmla="*/ 128617 w 1485190"/>
              <a:gd name="connsiteY126" fmla="*/ 681659 h 6858000"/>
              <a:gd name="connsiteX127" fmla="*/ 114036 w 1485190"/>
              <a:gd name="connsiteY127" fmla="*/ 635218 h 6858000"/>
              <a:gd name="connsiteX128" fmla="*/ 119047 w 1485190"/>
              <a:gd name="connsiteY128" fmla="*/ 613763 h 6858000"/>
              <a:gd name="connsiteX129" fmla="*/ 104989 w 1485190"/>
              <a:gd name="connsiteY129" fmla="*/ 598582 h 6858000"/>
              <a:gd name="connsiteX130" fmla="*/ 104670 w 1485190"/>
              <a:gd name="connsiteY130" fmla="*/ 576846 h 6858000"/>
              <a:gd name="connsiteX131" fmla="*/ 84296 w 1485190"/>
              <a:gd name="connsiteY131" fmla="*/ 530055 h 6858000"/>
              <a:gd name="connsiteX132" fmla="*/ 83544 w 1485190"/>
              <a:gd name="connsiteY132" fmla="*/ 465389 h 6858000"/>
              <a:gd name="connsiteX133" fmla="*/ 66467 w 1485190"/>
              <a:gd name="connsiteY133" fmla="*/ 424699 h 6858000"/>
              <a:gd name="connsiteX134" fmla="*/ 66842 w 1485190"/>
              <a:gd name="connsiteY134" fmla="*/ 404917 h 6858000"/>
              <a:gd name="connsiteX135" fmla="*/ 46799 w 1485190"/>
              <a:gd name="connsiteY135" fmla="*/ 367211 h 6858000"/>
              <a:gd name="connsiteX136" fmla="*/ 13103 w 1485190"/>
              <a:gd name="connsiteY136" fmla="*/ 268519 h 6858000"/>
              <a:gd name="connsiteX137" fmla="*/ 586 w 1485190"/>
              <a:gd name="connsiteY137" fmla="*/ 160886 h 6858000"/>
              <a:gd name="connsiteX138" fmla="*/ 198854 w 1485190"/>
              <a:gd name="connsiteY138" fmla="*/ 55288 h 6858000"/>
              <a:gd name="connsiteX139" fmla="*/ 158408 w 1485190"/>
              <a:gd name="connsiteY139" fmla="*/ 0 h 6858000"/>
              <a:gd name="connsiteX0" fmla="*/ 145305 w 1472087"/>
              <a:gd name="connsiteY0" fmla="*/ 0 h 6858000"/>
              <a:gd name="connsiteX1" fmla="*/ 1472087 w 1472087"/>
              <a:gd name="connsiteY1" fmla="*/ 0 h 6858000"/>
              <a:gd name="connsiteX2" fmla="*/ 1472087 w 1472087"/>
              <a:gd name="connsiteY2" fmla="*/ 6858000 h 6858000"/>
              <a:gd name="connsiteX3" fmla="*/ 208781 w 1472087"/>
              <a:gd name="connsiteY3" fmla="*/ 6857735 h 6858000"/>
              <a:gd name="connsiteX4" fmla="*/ 245374 w 1472087"/>
              <a:gd name="connsiteY4" fmla="*/ 6776847 h 6858000"/>
              <a:gd name="connsiteX5" fmla="*/ 256874 w 1472087"/>
              <a:gd name="connsiteY5" fmla="*/ 6737706 h 6858000"/>
              <a:gd name="connsiteX6" fmla="*/ 281613 w 1472087"/>
              <a:gd name="connsiteY6" fmla="*/ 6691589 h 6858000"/>
              <a:gd name="connsiteX7" fmla="*/ 259170 w 1472087"/>
              <a:gd name="connsiteY7" fmla="*/ 6659970 h 6858000"/>
              <a:gd name="connsiteX8" fmla="*/ 274261 w 1472087"/>
              <a:gd name="connsiteY8" fmla="*/ 6636211 h 6858000"/>
              <a:gd name="connsiteX9" fmla="*/ 291705 w 1472087"/>
              <a:gd name="connsiteY9" fmla="*/ 6594177 h 6858000"/>
              <a:gd name="connsiteX10" fmla="*/ 305745 w 1472087"/>
              <a:gd name="connsiteY10" fmla="*/ 6557575 h 6858000"/>
              <a:gd name="connsiteX11" fmla="*/ 358702 w 1472087"/>
              <a:gd name="connsiteY11" fmla="*/ 6492130 h 6858000"/>
              <a:gd name="connsiteX12" fmla="*/ 374389 w 1472087"/>
              <a:gd name="connsiteY12" fmla="*/ 6431610 h 6858000"/>
              <a:gd name="connsiteX13" fmla="*/ 418094 w 1472087"/>
              <a:gd name="connsiteY13" fmla="*/ 6379786 h 6858000"/>
              <a:gd name="connsiteX14" fmla="*/ 401317 w 1472087"/>
              <a:gd name="connsiteY14" fmla="*/ 6334727 h 6858000"/>
              <a:gd name="connsiteX15" fmla="*/ 378732 w 1472087"/>
              <a:gd name="connsiteY15" fmla="*/ 6313295 h 6858000"/>
              <a:gd name="connsiteX16" fmla="*/ 385896 w 1472087"/>
              <a:gd name="connsiteY16" fmla="*/ 6280046 h 6858000"/>
              <a:gd name="connsiteX17" fmla="*/ 368641 w 1472087"/>
              <a:gd name="connsiteY17" fmla="*/ 6270265 h 6858000"/>
              <a:gd name="connsiteX18" fmla="*/ 395669 w 1472087"/>
              <a:gd name="connsiteY18" fmla="*/ 6252834 h 6858000"/>
              <a:gd name="connsiteX19" fmla="*/ 373661 w 1472087"/>
              <a:gd name="connsiteY19" fmla="*/ 6202459 h 6858000"/>
              <a:gd name="connsiteX20" fmla="*/ 372459 w 1472087"/>
              <a:gd name="connsiteY20" fmla="*/ 6153037 h 6858000"/>
              <a:gd name="connsiteX21" fmla="*/ 387874 w 1472087"/>
              <a:gd name="connsiteY21" fmla="*/ 6078132 h 6858000"/>
              <a:gd name="connsiteX22" fmla="*/ 375261 w 1472087"/>
              <a:gd name="connsiteY22" fmla="*/ 6028119 h 6858000"/>
              <a:gd name="connsiteX23" fmla="*/ 360490 w 1472087"/>
              <a:gd name="connsiteY23" fmla="*/ 5926735 h 6858000"/>
              <a:gd name="connsiteX24" fmla="*/ 410002 w 1472087"/>
              <a:gd name="connsiteY24" fmla="*/ 5712857 h 6858000"/>
              <a:gd name="connsiteX25" fmla="*/ 389077 w 1472087"/>
              <a:gd name="connsiteY25" fmla="*/ 5676393 h 6858000"/>
              <a:gd name="connsiteX26" fmla="*/ 428669 w 1472087"/>
              <a:gd name="connsiteY26" fmla="*/ 5563435 h 6858000"/>
              <a:gd name="connsiteX27" fmla="*/ 475799 w 1472087"/>
              <a:gd name="connsiteY27" fmla="*/ 5437125 h 6858000"/>
              <a:gd name="connsiteX28" fmla="*/ 489367 w 1472087"/>
              <a:gd name="connsiteY28" fmla="*/ 5396260 h 6858000"/>
              <a:gd name="connsiteX29" fmla="*/ 505348 w 1472087"/>
              <a:gd name="connsiteY29" fmla="*/ 5330009 h 6858000"/>
              <a:gd name="connsiteX30" fmla="*/ 538841 w 1472087"/>
              <a:gd name="connsiteY30" fmla="*/ 5273739 h 6858000"/>
              <a:gd name="connsiteX31" fmla="*/ 548440 w 1472087"/>
              <a:gd name="connsiteY31" fmla="*/ 5241779 h 6858000"/>
              <a:gd name="connsiteX32" fmla="*/ 559666 w 1472087"/>
              <a:gd name="connsiteY32" fmla="*/ 5225268 h 6858000"/>
              <a:gd name="connsiteX33" fmla="*/ 560686 w 1472087"/>
              <a:gd name="connsiteY33" fmla="*/ 5217684 h 6858000"/>
              <a:gd name="connsiteX34" fmla="*/ 568027 w 1472087"/>
              <a:gd name="connsiteY34" fmla="*/ 5193377 h 6858000"/>
              <a:gd name="connsiteX35" fmla="*/ 571330 w 1472087"/>
              <a:gd name="connsiteY35" fmla="*/ 5179288 h 6858000"/>
              <a:gd name="connsiteX36" fmla="*/ 572314 w 1472087"/>
              <a:gd name="connsiteY36" fmla="*/ 5173621 h 6858000"/>
              <a:gd name="connsiteX37" fmla="*/ 567948 w 1472087"/>
              <a:gd name="connsiteY37" fmla="*/ 5159961 h 6858000"/>
              <a:gd name="connsiteX38" fmla="*/ 574625 w 1472087"/>
              <a:gd name="connsiteY38" fmla="*/ 5144295 h 6858000"/>
              <a:gd name="connsiteX39" fmla="*/ 571558 w 1472087"/>
              <a:gd name="connsiteY39" fmla="*/ 5125185 h 6858000"/>
              <a:gd name="connsiteX40" fmla="*/ 578388 w 1472087"/>
              <a:gd name="connsiteY40" fmla="*/ 5121884 h 6858000"/>
              <a:gd name="connsiteX41" fmla="*/ 585424 w 1472087"/>
              <a:gd name="connsiteY41" fmla="*/ 5067850 h 6858000"/>
              <a:gd name="connsiteX42" fmla="*/ 588155 w 1472087"/>
              <a:gd name="connsiteY42" fmla="*/ 5060861 h 6858000"/>
              <a:gd name="connsiteX43" fmla="*/ 584859 w 1472087"/>
              <a:gd name="connsiteY43" fmla="*/ 5034192 h 6858000"/>
              <a:gd name="connsiteX44" fmla="*/ 586413 w 1472087"/>
              <a:gd name="connsiteY44" fmla="*/ 4993030 h 6858000"/>
              <a:gd name="connsiteX45" fmla="*/ 593322 w 1472087"/>
              <a:gd name="connsiteY45" fmla="*/ 4946844 h 6858000"/>
              <a:gd name="connsiteX46" fmla="*/ 589178 w 1472087"/>
              <a:gd name="connsiteY46" fmla="*/ 4932692 h 6858000"/>
              <a:gd name="connsiteX47" fmla="*/ 604581 w 1472087"/>
              <a:gd name="connsiteY47" fmla="*/ 4858827 h 6858000"/>
              <a:gd name="connsiteX48" fmla="*/ 610484 w 1472087"/>
              <a:gd name="connsiteY48" fmla="*/ 4821170 h 6858000"/>
              <a:gd name="connsiteX49" fmla="*/ 615217 w 1472087"/>
              <a:gd name="connsiteY49" fmla="*/ 4780965 h 6858000"/>
              <a:gd name="connsiteX50" fmla="*/ 616510 w 1472087"/>
              <a:gd name="connsiteY50" fmla="*/ 4750867 h 6858000"/>
              <a:gd name="connsiteX51" fmla="*/ 614317 w 1472087"/>
              <a:gd name="connsiteY51" fmla="*/ 4690749 h 6858000"/>
              <a:gd name="connsiteX52" fmla="*/ 609797 w 1472087"/>
              <a:gd name="connsiteY52" fmla="*/ 4584173 h 6858000"/>
              <a:gd name="connsiteX53" fmla="*/ 604880 w 1472087"/>
              <a:gd name="connsiteY53" fmla="*/ 4444346 h 6858000"/>
              <a:gd name="connsiteX54" fmla="*/ 601445 w 1472087"/>
              <a:gd name="connsiteY54" fmla="*/ 4375228 h 6858000"/>
              <a:gd name="connsiteX55" fmla="*/ 582098 w 1472087"/>
              <a:gd name="connsiteY55" fmla="*/ 4214165 h 6858000"/>
              <a:gd name="connsiteX56" fmla="*/ 586171 w 1472087"/>
              <a:gd name="connsiteY56" fmla="*/ 4090296 h 6858000"/>
              <a:gd name="connsiteX57" fmla="*/ 571427 w 1472087"/>
              <a:gd name="connsiteY57" fmla="*/ 4033999 h 6858000"/>
              <a:gd name="connsiteX58" fmla="*/ 572576 w 1472087"/>
              <a:gd name="connsiteY58" fmla="*/ 4031933 h 6858000"/>
              <a:gd name="connsiteX59" fmla="*/ 571152 w 1472087"/>
              <a:gd name="connsiteY59" fmla="*/ 4013953 h 6858000"/>
              <a:gd name="connsiteX60" fmla="*/ 557447 w 1472087"/>
              <a:gd name="connsiteY60" fmla="*/ 3974753 h 6858000"/>
              <a:gd name="connsiteX61" fmla="*/ 559045 w 1472087"/>
              <a:gd name="connsiteY61" fmla="*/ 3969950 h 6858000"/>
              <a:gd name="connsiteX62" fmla="*/ 552467 w 1472087"/>
              <a:gd name="connsiteY62" fmla="*/ 3933779 h 6858000"/>
              <a:gd name="connsiteX63" fmla="*/ 553798 w 1472087"/>
              <a:gd name="connsiteY63" fmla="*/ 3933093 h 6858000"/>
              <a:gd name="connsiteX64" fmla="*/ 558152 w 1472087"/>
              <a:gd name="connsiteY64" fmla="*/ 3922082 h 6858000"/>
              <a:gd name="connsiteX65" fmla="*/ 563230 w 1472087"/>
              <a:gd name="connsiteY65" fmla="*/ 3901461 h 6858000"/>
              <a:gd name="connsiteX66" fmla="*/ 585824 w 1472087"/>
              <a:gd name="connsiteY66" fmla="*/ 3813873 h 6858000"/>
              <a:gd name="connsiteX67" fmla="*/ 585249 w 1472087"/>
              <a:gd name="connsiteY67" fmla="*/ 3806161 h 6858000"/>
              <a:gd name="connsiteX68" fmla="*/ 585556 w 1472087"/>
              <a:gd name="connsiteY68" fmla="*/ 3805957 h 6858000"/>
              <a:gd name="connsiteX69" fmla="*/ 585583 w 1472087"/>
              <a:gd name="connsiteY69" fmla="*/ 3797724 h 6858000"/>
              <a:gd name="connsiteX70" fmla="*/ 584198 w 1472087"/>
              <a:gd name="connsiteY70" fmla="*/ 3792098 h 6858000"/>
              <a:gd name="connsiteX71" fmla="*/ 583082 w 1472087"/>
              <a:gd name="connsiteY71" fmla="*/ 3777135 h 6858000"/>
              <a:gd name="connsiteX72" fmla="*/ 584815 w 1472087"/>
              <a:gd name="connsiteY72" fmla="*/ 3771656 h 6858000"/>
              <a:gd name="connsiteX73" fmla="*/ 588558 w 1472087"/>
              <a:gd name="connsiteY73" fmla="*/ 3769007 h 6858000"/>
              <a:gd name="connsiteX74" fmla="*/ 588024 w 1472087"/>
              <a:gd name="connsiteY74" fmla="*/ 3767709 h 6858000"/>
              <a:gd name="connsiteX75" fmla="*/ 596720 w 1472087"/>
              <a:gd name="connsiteY75" fmla="*/ 3738082 h 6858000"/>
              <a:gd name="connsiteX76" fmla="*/ 604066 w 1472087"/>
              <a:gd name="connsiteY76" fmla="*/ 3673397 h 6858000"/>
              <a:gd name="connsiteX77" fmla="*/ 603362 w 1472087"/>
              <a:gd name="connsiteY77" fmla="*/ 3637109 h 6858000"/>
              <a:gd name="connsiteX78" fmla="*/ 606805 w 1472087"/>
              <a:gd name="connsiteY78" fmla="*/ 3536883 h 6858000"/>
              <a:gd name="connsiteX79" fmla="*/ 614343 w 1472087"/>
              <a:gd name="connsiteY79" fmla="*/ 3435652 h 6858000"/>
              <a:gd name="connsiteX80" fmla="*/ 616014 w 1472087"/>
              <a:gd name="connsiteY80" fmla="*/ 3307769 h 6858000"/>
              <a:gd name="connsiteX81" fmla="*/ 633577 w 1472087"/>
              <a:gd name="connsiteY81" fmla="*/ 3250522 h 6858000"/>
              <a:gd name="connsiteX82" fmla="*/ 634002 w 1472087"/>
              <a:gd name="connsiteY82" fmla="*/ 3229163 h 6858000"/>
              <a:gd name="connsiteX83" fmla="*/ 635825 w 1472087"/>
              <a:gd name="connsiteY83" fmla="*/ 3217217 h 6858000"/>
              <a:gd name="connsiteX84" fmla="*/ 622660 w 1472087"/>
              <a:gd name="connsiteY84" fmla="*/ 3183755 h 6858000"/>
              <a:gd name="connsiteX85" fmla="*/ 623161 w 1472087"/>
              <a:gd name="connsiteY85" fmla="*/ 3178642 h 6858000"/>
              <a:gd name="connsiteX86" fmla="*/ 610761 w 1472087"/>
              <a:gd name="connsiteY86" fmla="*/ 3158586 h 6858000"/>
              <a:gd name="connsiteX87" fmla="*/ 595946 w 1472087"/>
              <a:gd name="connsiteY87" fmla="*/ 3129034 h 6858000"/>
              <a:gd name="connsiteX88" fmla="*/ 596611 w 1472087"/>
              <a:gd name="connsiteY88" fmla="*/ 3126682 h 6858000"/>
              <a:gd name="connsiteX89" fmla="*/ 587479 w 1472087"/>
              <a:gd name="connsiteY89" fmla="*/ 3114519 h 6858000"/>
              <a:gd name="connsiteX90" fmla="*/ 574088 w 1472087"/>
              <a:gd name="connsiteY90" fmla="*/ 3106272 h 6858000"/>
              <a:gd name="connsiteX91" fmla="*/ 546818 w 1472087"/>
              <a:gd name="connsiteY91" fmla="*/ 2958185 h 6858000"/>
              <a:gd name="connsiteX92" fmla="*/ 489432 w 1472087"/>
              <a:gd name="connsiteY92" fmla="*/ 2762989 h 6858000"/>
              <a:gd name="connsiteX93" fmla="*/ 438350 w 1472087"/>
              <a:gd name="connsiteY93" fmla="*/ 2554718 h 6858000"/>
              <a:gd name="connsiteX94" fmla="*/ 418444 w 1472087"/>
              <a:gd name="connsiteY94" fmla="*/ 2485734 h 6858000"/>
              <a:gd name="connsiteX95" fmla="*/ 409167 w 1472087"/>
              <a:gd name="connsiteY95" fmla="*/ 2447068 h 6858000"/>
              <a:gd name="connsiteX96" fmla="*/ 396128 w 1472087"/>
              <a:gd name="connsiteY96" fmla="*/ 2425819 h 6858000"/>
              <a:gd name="connsiteX97" fmla="*/ 402127 w 1472087"/>
              <a:gd name="connsiteY97" fmla="*/ 2402874 h 6858000"/>
              <a:gd name="connsiteX98" fmla="*/ 404739 w 1472087"/>
              <a:gd name="connsiteY98" fmla="*/ 2381443 h 6858000"/>
              <a:gd name="connsiteX99" fmla="*/ 381068 w 1472087"/>
              <a:gd name="connsiteY99" fmla="*/ 2261920 h 6858000"/>
              <a:gd name="connsiteX100" fmla="*/ 370955 w 1472087"/>
              <a:gd name="connsiteY100" fmla="*/ 2195378 h 6858000"/>
              <a:gd name="connsiteX101" fmla="*/ 355172 w 1472087"/>
              <a:gd name="connsiteY101" fmla="*/ 2155135 h 6858000"/>
              <a:gd name="connsiteX102" fmla="*/ 352630 w 1472087"/>
              <a:gd name="connsiteY102" fmla="*/ 2118008 h 6858000"/>
              <a:gd name="connsiteX103" fmla="*/ 353623 w 1472087"/>
              <a:gd name="connsiteY103" fmla="*/ 2050531 h 6858000"/>
              <a:gd name="connsiteX104" fmla="*/ 345429 w 1472087"/>
              <a:gd name="connsiteY104" fmla="*/ 1963269 h 6858000"/>
              <a:gd name="connsiteX105" fmla="*/ 326607 w 1472087"/>
              <a:gd name="connsiteY105" fmla="*/ 1906352 h 6858000"/>
              <a:gd name="connsiteX106" fmla="*/ 303164 w 1472087"/>
              <a:gd name="connsiteY106" fmla="*/ 1861531 h 6858000"/>
              <a:gd name="connsiteX107" fmla="*/ 256963 w 1472087"/>
              <a:gd name="connsiteY107" fmla="*/ 1732919 h 6858000"/>
              <a:gd name="connsiteX108" fmla="*/ 229274 w 1472087"/>
              <a:gd name="connsiteY108" fmla="*/ 1663540 h 6858000"/>
              <a:gd name="connsiteX109" fmla="*/ 228400 w 1472087"/>
              <a:gd name="connsiteY109" fmla="*/ 1615777 h 6858000"/>
              <a:gd name="connsiteX110" fmla="*/ 209195 w 1472087"/>
              <a:gd name="connsiteY110" fmla="*/ 1563678 h 6858000"/>
              <a:gd name="connsiteX111" fmla="*/ 222275 w 1472087"/>
              <a:gd name="connsiteY111" fmla="*/ 1519474 h 6858000"/>
              <a:gd name="connsiteX112" fmla="*/ 215017 w 1472087"/>
              <a:gd name="connsiteY112" fmla="*/ 1477995 h 6858000"/>
              <a:gd name="connsiteX113" fmla="*/ 201102 w 1472087"/>
              <a:gd name="connsiteY113" fmla="*/ 1373769 h 6858000"/>
              <a:gd name="connsiteX114" fmla="*/ 209409 w 1472087"/>
              <a:gd name="connsiteY114" fmla="*/ 1307086 h 6858000"/>
              <a:gd name="connsiteX115" fmla="*/ 210597 w 1472087"/>
              <a:gd name="connsiteY115" fmla="*/ 1189033 h 6858000"/>
              <a:gd name="connsiteX116" fmla="*/ 215282 w 1472087"/>
              <a:gd name="connsiteY116" fmla="*/ 1168288 h 6858000"/>
              <a:gd name="connsiteX117" fmla="*/ 207564 w 1472087"/>
              <a:gd name="connsiteY117" fmla="*/ 1142577 h 6858000"/>
              <a:gd name="connsiteX118" fmla="*/ 196870 w 1472087"/>
              <a:gd name="connsiteY118" fmla="*/ 1088484 h 6858000"/>
              <a:gd name="connsiteX119" fmla="*/ 185606 w 1472087"/>
              <a:gd name="connsiteY119" fmla="*/ 1016103 h 6858000"/>
              <a:gd name="connsiteX120" fmla="*/ 187062 w 1472087"/>
              <a:gd name="connsiteY120" fmla="*/ 932283 h 6858000"/>
              <a:gd name="connsiteX121" fmla="*/ 189298 w 1472087"/>
              <a:gd name="connsiteY121" fmla="*/ 915925 h 6858000"/>
              <a:gd name="connsiteX122" fmla="*/ 181927 w 1472087"/>
              <a:gd name="connsiteY122" fmla="*/ 896999 h 6858000"/>
              <a:gd name="connsiteX123" fmla="*/ 151335 w 1472087"/>
              <a:gd name="connsiteY123" fmla="*/ 821517 h 6858000"/>
              <a:gd name="connsiteX124" fmla="*/ 130285 w 1472087"/>
              <a:gd name="connsiteY124" fmla="*/ 751353 h 6858000"/>
              <a:gd name="connsiteX125" fmla="*/ 129843 w 1472087"/>
              <a:gd name="connsiteY125" fmla="*/ 721230 h 6858000"/>
              <a:gd name="connsiteX126" fmla="*/ 115514 w 1472087"/>
              <a:gd name="connsiteY126" fmla="*/ 681659 h 6858000"/>
              <a:gd name="connsiteX127" fmla="*/ 100933 w 1472087"/>
              <a:gd name="connsiteY127" fmla="*/ 635218 h 6858000"/>
              <a:gd name="connsiteX128" fmla="*/ 105944 w 1472087"/>
              <a:gd name="connsiteY128" fmla="*/ 613763 h 6858000"/>
              <a:gd name="connsiteX129" fmla="*/ 91886 w 1472087"/>
              <a:gd name="connsiteY129" fmla="*/ 598582 h 6858000"/>
              <a:gd name="connsiteX130" fmla="*/ 91567 w 1472087"/>
              <a:gd name="connsiteY130" fmla="*/ 576846 h 6858000"/>
              <a:gd name="connsiteX131" fmla="*/ 71193 w 1472087"/>
              <a:gd name="connsiteY131" fmla="*/ 530055 h 6858000"/>
              <a:gd name="connsiteX132" fmla="*/ 70441 w 1472087"/>
              <a:gd name="connsiteY132" fmla="*/ 465389 h 6858000"/>
              <a:gd name="connsiteX133" fmla="*/ 53364 w 1472087"/>
              <a:gd name="connsiteY133" fmla="*/ 424699 h 6858000"/>
              <a:gd name="connsiteX134" fmla="*/ 53739 w 1472087"/>
              <a:gd name="connsiteY134" fmla="*/ 404917 h 6858000"/>
              <a:gd name="connsiteX135" fmla="*/ 33696 w 1472087"/>
              <a:gd name="connsiteY135" fmla="*/ 367211 h 6858000"/>
              <a:gd name="connsiteX136" fmla="*/ 0 w 1472087"/>
              <a:gd name="connsiteY136" fmla="*/ 268519 h 6858000"/>
              <a:gd name="connsiteX137" fmla="*/ 173467 w 1472087"/>
              <a:gd name="connsiteY137" fmla="*/ 144983 h 6858000"/>
              <a:gd name="connsiteX138" fmla="*/ 185751 w 1472087"/>
              <a:gd name="connsiteY138" fmla="*/ 55288 h 6858000"/>
              <a:gd name="connsiteX139" fmla="*/ 145305 w 1472087"/>
              <a:gd name="connsiteY139" fmla="*/ 0 h 6858000"/>
              <a:gd name="connsiteX0" fmla="*/ 112107 w 1438889"/>
              <a:gd name="connsiteY0" fmla="*/ 0 h 6858000"/>
              <a:gd name="connsiteX1" fmla="*/ 1438889 w 1438889"/>
              <a:gd name="connsiteY1" fmla="*/ 0 h 6858000"/>
              <a:gd name="connsiteX2" fmla="*/ 1438889 w 1438889"/>
              <a:gd name="connsiteY2" fmla="*/ 6858000 h 6858000"/>
              <a:gd name="connsiteX3" fmla="*/ 175583 w 1438889"/>
              <a:gd name="connsiteY3" fmla="*/ 6857735 h 6858000"/>
              <a:gd name="connsiteX4" fmla="*/ 212176 w 1438889"/>
              <a:gd name="connsiteY4" fmla="*/ 6776847 h 6858000"/>
              <a:gd name="connsiteX5" fmla="*/ 223676 w 1438889"/>
              <a:gd name="connsiteY5" fmla="*/ 6737706 h 6858000"/>
              <a:gd name="connsiteX6" fmla="*/ 248415 w 1438889"/>
              <a:gd name="connsiteY6" fmla="*/ 6691589 h 6858000"/>
              <a:gd name="connsiteX7" fmla="*/ 225972 w 1438889"/>
              <a:gd name="connsiteY7" fmla="*/ 6659970 h 6858000"/>
              <a:gd name="connsiteX8" fmla="*/ 241063 w 1438889"/>
              <a:gd name="connsiteY8" fmla="*/ 6636211 h 6858000"/>
              <a:gd name="connsiteX9" fmla="*/ 258507 w 1438889"/>
              <a:gd name="connsiteY9" fmla="*/ 6594177 h 6858000"/>
              <a:gd name="connsiteX10" fmla="*/ 272547 w 1438889"/>
              <a:gd name="connsiteY10" fmla="*/ 6557575 h 6858000"/>
              <a:gd name="connsiteX11" fmla="*/ 325504 w 1438889"/>
              <a:gd name="connsiteY11" fmla="*/ 6492130 h 6858000"/>
              <a:gd name="connsiteX12" fmla="*/ 341191 w 1438889"/>
              <a:gd name="connsiteY12" fmla="*/ 6431610 h 6858000"/>
              <a:gd name="connsiteX13" fmla="*/ 384896 w 1438889"/>
              <a:gd name="connsiteY13" fmla="*/ 6379786 h 6858000"/>
              <a:gd name="connsiteX14" fmla="*/ 368119 w 1438889"/>
              <a:gd name="connsiteY14" fmla="*/ 6334727 h 6858000"/>
              <a:gd name="connsiteX15" fmla="*/ 345534 w 1438889"/>
              <a:gd name="connsiteY15" fmla="*/ 6313295 h 6858000"/>
              <a:gd name="connsiteX16" fmla="*/ 352698 w 1438889"/>
              <a:gd name="connsiteY16" fmla="*/ 6280046 h 6858000"/>
              <a:gd name="connsiteX17" fmla="*/ 335443 w 1438889"/>
              <a:gd name="connsiteY17" fmla="*/ 6270265 h 6858000"/>
              <a:gd name="connsiteX18" fmla="*/ 362471 w 1438889"/>
              <a:gd name="connsiteY18" fmla="*/ 6252834 h 6858000"/>
              <a:gd name="connsiteX19" fmla="*/ 340463 w 1438889"/>
              <a:gd name="connsiteY19" fmla="*/ 6202459 h 6858000"/>
              <a:gd name="connsiteX20" fmla="*/ 339261 w 1438889"/>
              <a:gd name="connsiteY20" fmla="*/ 6153037 h 6858000"/>
              <a:gd name="connsiteX21" fmla="*/ 354676 w 1438889"/>
              <a:gd name="connsiteY21" fmla="*/ 6078132 h 6858000"/>
              <a:gd name="connsiteX22" fmla="*/ 342063 w 1438889"/>
              <a:gd name="connsiteY22" fmla="*/ 6028119 h 6858000"/>
              <a:gd name="connsiteX23" fmla="*/ 327292 w 1438889"/>
              <a:gd name="connsiteY23" fmla="*/ 5926735 h 6858000"/>
              <a:gd name="connsiteX24" fmla="*/ 376804 w 1438889"/>
              <a:gd name="connsiteY24" fmla="*/ 5712857 h 6858000"/>
              <a:gd name="connsiteX25" fmla="*/ 355879 w 1438889"/>
              <a:gd name="connsiteY25" fmla="*/ 5676393 h 6858000"/>
              <a:gd name="connsiteX26" fmla="*/ 395471 w 1438889"/>
              <a:gd name="connsiteY26" fmla="*/ 5563435 h 6858000"/>
              <a:gd name="connsiteX27" fmla="*/ 442601 w 1438889"/>
              <a:gd name="connsiteY27" fmla="*/ 5437125 h 6858000"/>
              <a:gd name="connsiteX28" fmla="*/ 456169 w 1438889"/>
              <a:gd name="connsiteY28" fmla="*/ 5396260 h 6858000"/>
              <a:gd name="connsiteX29" fmla="*/ 472150 w 1438889"/>
              <a:gd name="connsiteY29" fmla="*/ 5330009 h 6858000"/>
              <a:gd name="connsiteX30" fmla="*/ 505643 w 1438889"/>
              <a:gd name="connsiteY30" fmla="*/ 5273739 h 6858000"/>
              <a:gd name="connsiteX31" fmla="*/ 515242 w 1438889"/>
              <a:gd name="connsiteY31" fmla="*/ 5241779 h 6858000"/>
              <a:gd name="connsiteX32" fmla="*/ 526468 w 1438889"/>
              <a:gd name="connsiteY32" fmla="*/ 5225268 h 6858000"/>
              <a:gd name="connsiteX33" fmla="*/ 527488 w 1438889"/>
              <a:gd name="connsiteY33" fmla="*/ 5217684 h 6858000"/>
              <a:gd name="connsiteX34" fmla="*/ 534829 w 1438889"/>
              <a:gd name="connsiteY34" fmla="*/ 5193377 h 6858000"/>
              <a:gd name="connsiteX35" fmla="*/ 538132 w 1438889"/>
              <a:gd name="connsiteY35" fmla="*/ 5179288 h 6858000"/>
              <a:gd name="connsiteX36" fmla="*/ 539116 w 1438889"/>
              <a:gd name="connsiteY36" fmla="*/ 5173621 h 6858000"/>
              <a:gd name="connsiteX37" fmla="*/ 534750 w 1438889"/>
              <a:gd name="connsiteY37" fmla="*/ 5159961 h 6858000"/>
              <a:gd name="connsiteX38" fmla="*/ 541427 w 1438889"/>
              <a:gd name="connsiteY38" fmla="*/ 5144295 h 6858000"/>
              <a:gd name="connsiteX39" fmla="*/ 538360 w 1438889"/>
              <a:gd name="connsiteY39" fmla="*/ 5125185 h 6858000"/>
              <a:gd name="connsiteX40" fmla="*/ 545190 w 1438889"/>
              <a:gd name="connsiteY40" fmla="*/ 5121884 h 6858000"/>
              <a:gd name="connsiteX41" fmla="*/ 552226 w 1438889"/>
              <a:gd name="connsiteY41" fmla="*/ 5067850 h 6858000"/>
              <a:gd name="connsiteX42" fmla="*/ 554957 w 1438889"/>
              <a:gd name="connsiteY42" fmla="*/ 5060861 h 6858000"/>
              <a:gd name="connsiteX43" fmla="*/ 551661 w 1438889"/>
              <a:gd name="connsiteY43" fmla="*/ 5034192 h 6858000"/>
              <a:gd name="connsiteX44" fmla="*/ 553215 w 1438889"/>
              <a:gd name="connsiteY44" fmla="*/ 4993030 h 6858000"/>
              <a:gd name="connsiteX45" fmla="*/ 560124 w 1438889"/>
              <a:gd name="connsiteY45" fmla="*/ 4946844 h 6858000"/>
              <a:gd name="connsiteX46" fmla="*/ 555980 w 1438889"/>
              <a:gd name="connsiteY46" fmla="*/ 4932692 h 6858000"/>
              <a:gd name="connsiteX47" fmla="*/ 571383 w 1438889"/>
              <a:gd name="connsiteY47" fmla="*/ 4858827 h 6858000"/>
              <a:gd name="connsiteX48" fmla="*/ 577286 w 1438889"/>
              <a:gd name="connsiteY48" fmla="*/ 4821170 h 6858000"/>
              <a:gd name="connsiteX49" fmla="*/ 582019 w 1438889"/>
              <a:gd name="connsiteY49" fmla="*/ 4780965 h 6858000"/>
              <a:gd name="connsiteX50" fmla="*/ 583312 w 1438889"/>
              <a:gd name="connsiteY50" fmla="*/ 4750867 h 6858000"/>
              <a:gd name="connsiteX51" fmla="*/ 581119 w 1438889"/>
              <a:gd name="connsiteY51" fmla="*/ 4690749 h 6858000"/>
              <a:gd name="connsiteX52" fmla="*/ 576599 w 1438889"/>
              <a:gd name="connsiteY52" fmla="*/ 4584173 h 6858000"/>
              <a:gd name="connsiteX53" fmla="*/ 571682 w 1438889"/>
              <a:gd name="connsiteY53" fmla="*/ 4444346 h 6858000"/>
              <a:gd name="connsiteX54" fmla="*/ 568247 w 1438889"/>
              <a:gd name="connsiteY54" fmla="*/ 4375228 h 6858000"/>
              <a:gd name="connsiteX55" fmla="*/ 548900 w 1438889"/>
              <a:gd name="connsiteY55" fmla="*/ 4214165 h 6858000"/>
              <a:gd name="connsiteX56" fmla="*/ 552973 w 1438889"/>
              <a:gd name="connsiteY56" fmla="*/ 4090296 h 6858000"/>
              <a:gd name="connsiteX57" fmla="*/ 538229 w 1438889"/>
              <a:gd name="connsiteY57" fmla="*/ 4033999 h 6858000"/>
              <a:gd name="connsiteX58" fmla="*/ 539378 w 1438889"/>
              <a:gd name="connsiteY58" fmla="*/ 4031933 h 6858000"/>
              <a:gd name="connsiteX59" fmla="*/ 537954 w 1438889"/>
              <a:gd name="connsiteY59" fmla="*/ 4013953 h 6858000"/>
              <a:gd name="connsiteX60" fmla="*/ 524249 w 1438889"/>
              <a:gd name="connsiteY60" fmla="*/ 3974753 h 6858000"/>
              <a:gd name="connsiteX61" fmla="*/ 525847 w 1438889"/>
              <a:gd name="connsiteY61" fmla="*/ 3969950 h 6858000"/>
              <a:gd name="connsiteX62" fmla="*/ 519269 w 1438889"/>
              <a:gd name="connsiteY62" fmla="*/ 3933779 h 6858000"/>
              <a:gd name="connsiteX63" fmla="*/ 520600 w 1438889"/>
              <a:gd name="connsiteY63" fmla="*/ 3933093 h 6858000"/>
              <a:gd name="connsiteX64" fmla="*/ 524954 w 1438889"/>
              <a:gd name="connsiteY64" fmla="*/ 3922082 h 6858000"/>
              <a:gd name="connsiteX65" fmla="*/ 530032 w 1438889"/>
              <a:gd name="connsiteY65" fmla="*/ 3901461 h 6858000"/>
              <a:gd name="connsiteX66" fmla="*/ 552626 w 1438889"/>
              <a:gd name="connsiteY66" fmla="*/ 3813873 h 6858000"/>
              <a:gd name="connsiteX67" fmla="*/ 552051 w 1438889"/>
              <a:gd name="connsiteY67" fmla="*/ 3806161 h 6858000"/>
              <a:gd name="connsiteX68" fmla="*/ 552358 w 1438889"/>
              <a:gd name="connsiteY68" fmla="*/ 3805957 h 6858000"/>
              <a:gd name="connsiteX69" fmla="*/ 552385 w 1438889"/>
              <a:gd name="connsiteY69" fmla="*/ 3797724 h 6858000"/>
              <a:gd name="connsiteX70" fmla="*/ 551000 w 1438889"/>
              <a:gd name="connsiteY70" fmla="*/ 3792098 h 6858000"/>
              <a:gd name="connsiteX71" fmla="*/ 549884 w 1438889"/>
              <a:gd name="connsiteY71" fmla="*/ 3777135 h 6858000"/>
              <a:gd name="connsiteX72" fmla="*/ 551617 w 1438889"/>
              <a:gd name="connsiteY72" fmla="*/ 3771656 h 6858000"/>
              <a:gd name="connsiteX73" fmla="*/ 555360 w 1438889"/>
              <a:gd name="connsiteY73" fmla="*/ 3769007 h 6858000"/>
              <a:gd name="connsiteX74" fmla="*/ 554826 w 1438889"/>
              <a:gd name="connsiteY74" fmla="*/ 3767709 h 6858000"/>
              <a:gd name="connsiteX75" fmla="*/ 563522 w 1438889"/>
              <a:gd name="connsiteY75" fmla="*/ 3738082 h 6858000"/>
              <a:gd name="connsiteX76" fmla="*/ 570868 w 1438889"/>
              <a:gd name="connsiteY76" fmla="*/ 3673397 h 6858000"/>
              <a:gd name="connsiteX77" fmla="*/ 570164 w 1438889"/>
              <a:gd name="connsiteY77" fmla="*/ 3637109 h 6858000"/>
              <a:gd name="connsiteX78" fmla="*/ 573607 w 1438889"/>
              <a:gd name="connsiteY78" fmla="*/ 3536883 h 6858000"/>
              <a:gd name="connsiteX79" fmla="*/ 581145 w 1438889"/>
              <a:gd name="connsiteY79" fmla="*/ 3435652 h 6858000"/>
              <a:gd name="connsiteX80" fmla="*/ 582816 w 1438889"/>
              <a:gd name="connsiteY80" fmla="*/ 3307769 h 6858000"/>
              <a:gd name="connsiteX81" fmla="*/ 600379 w 1438889"/>
              <a:gd name="connsiteY81" fmla="*/ 3250522 h 6858000"/>
              <a:gd name="connsiteX82" fmla="*/ 600804 w 1438889"/>
              <a:gd name="connsiteY82" fmla="*/ 3229163 h 6858000"/>
              <a:gd name="connsiteX83" fmla="*/ 602627 w 1438889"/>
              <a:gd name="connsiteY83" fmla="*/ 3217217 h 6858000"/>
              <a:gd name="connsiteX84" fmla="*/ 589462 w 1438889"/>
              <a:gd name="connsiteY84" fmla="*/ 3183755 h 6858000"/>
              <a:gd name="connsiteX85" fmla="*/ 589963 w 1438889"/>
              <a:gd name="connsiteY85" fmla="*/ 3178642 h 6858000"/>
              <a:gd name="connsiteX86" fmla="*/ 577563 w 1438889"/>
              <a:gd name="connsiteY86" fmla="*/ 3158586 h 6858000"/>
              <a:gd name="connsiteX87" fmla="*/ 562748 w 1438889"/>
              <a:gd name="connsiteY87" fmla="*/ 3129034 h 6858000"/>
              <a:gd name="connsiteX88" fmla="*/ 563413 w 1438889"/>
              <a:gd name="connsiteY88" fmla="*/ 3126682 h 6858000"/>
              <a:gd name="connsiteX89" fmla="*/ 554281 w 1438889"/>
              <a:gd name="connsiteY89" fmla="*/ 3114519 h 6858000"/>
              <a:gd name="connsiteX90" fmla="*/ 540890 w 1438889"/>
              <a:gd name="connsiteY90" fmla="*/ 3106272 h 6858000"/>
              <a:gd name="connsiteX91" fmla="*/ 513620 w 1438889"/>
              <a:gd name="connsiteY91" fmla="*/ 2958185 h 6858000"/>
              <a:gd name="connsiteX92" fmla="*/ 456234 w 1438889"/>
              <a:gd name="connsiteY92" fmla="*/ 2762989 h 6858000"/>
              <a:gd name="connsiteX93" fmla="*/ 405152 w 1438889"/>
              <a:gd name="connsiteY93" fmla="*/ 2554718 h 6858000"/>
              <a:gd name="connsiteX94" fmla="*/ 385246 w 1438889"/>
              <a:gd name="connsiteY94" fmla="*/ 2485734 h 6858000"/>
              <a:gd name="connsiteX95" fmla="*/ 375969 w 1438889"/>
              <a:gd name="connsiteY95" fmla="*/ 2447068 h 6858000"/>
              <a:gd name="connsiteX96" fmla="*/ 362930 w 1438889"/>
              <a:gd name="connsiteY96" fmla="*/ 2425819 h 6858000"/>
              <a:gd name="connsiteX97" fmla="*/ 368929 w 1438889"/>
              <a:gd name="connsiteY97" fmla="*/ 2402874 h 6858000"/>
              <a:gd name="connsiteX98" fmla="*/ 371541 w 1438889"/>
              <a:gd name="connsiteY98" fmla="*/ 2381443 h 6858000"/>
              <a:gd name="connsiteX99" fmla="*/ 347870 w 1438889"/>
              <a:gd name="connsiteY99" fmla="*/ 2261920 h 6858000"/>
              <a:gd name="connsiteX100" fmla="*/ 337757 w 1438889"/>
              <a:gd name="connsiteY100" fmla="*/ 2195378 h 6858000"/>
              <a:gd name="connsiteX101" fmla="*/ 321974 w 1438889"/>
              <a:gd name="connsiteY101" fmla="*/ 2155135 h 6858000"/>
              <a:gd name="connsiteX102" fmla="*/ 319432 w 1438889"/>
              <a:gd name="connsiteY102" fmla="*/ 2118008 h 6858000"/>
              <a:gd name="connsiteX103" fmla="*/ 320425 w 1438889"/>
              <a:gd name="connsiteY103" fmla="*/ 2050531 h 6858000"/>
              <a:gd name="connsiteX104" fmla="*/ 312231 w 1438889"/>
              <a:gd name="connsiteY104" fmla="*/ 1963269 h 6858000"/>
              <a:gd name="connsiteX105" fmla="*/ 293409 w 1438889"/>
              <a:gd name="connsiteY105" fmla="*/ 1906352 h 6858000"/>
              <a:gd name="connsiteX106" fmla="*/ 269966 w 1438889"/>
              <a:gd name="connsiteY106" fmla="*/ 1861531 h 6858000"/>
              <a:gd name="connsiteX107" fmla="*/ 223765 w 1438889"/>
              <a:gd name="connsiteY107" fmla="*/ 1732919 h 6858000"/>
              <a:gd name="connsiteX108" fmla="*/ 196076 w 1438889"/>
              <a:gd name="connsiteY108" fmla="*/ 1663540 h 6858000"/>
              <a:gd name="connsiteX109" fmla="*/ 195202 w 1438889"/>
              <a:gd name="connsiteY109" fmla="*/ 1615777 h 6858000"/>
              <a:gd name="connsiteX110" fmla="*/ 175997 w 1438889"/>
              <a:gd name="connsiteY110" fmla="*/ 1563678 h 6858000"/>
              <a:gd name="connsiteX111" fmla="*/ 189077 w 1438889"/>
              <a:gd name="connsiteY111" fmla="*/ 1519474 h 6858000"/>
              <a:gd name="connsiteX112" fmla="*/ 181819 w 1438889"/>
              <a:gd name="connsiteY112" fmla="*/ 1477995 h 6858000"/>
              <a:gd name="connsiteX113" fmla="*/ 167904 w 1438889"/>
              <a:gd name="connsiteY113" fmla="*/ 1373769 h 6858000"/>
              <a:gd name="connsiteX114" fmla="*/ 176211 w 1438889"/>
              <a:gd name="connsiteY114" fmla="*/ 1307086 h 6858000"/>
              <a:gd name="connsiteX115" fmla="*/ 177399 w 1438889"/>
              <a:gd name="connsiteY115" fmla="*/ 1189033 h 6858000"/>
              <a:gd name="connsiteX116" fmla="*/ 182084 w 1438889"/>
              <a:gd name="connsiteY116" fmla="*/ 1168288 h 6858000"/>
              <a:gd name="connsiteX117" fmla="*/ 174366 w 1438889"/>
              <a:gd name="connsiteY117" fmla="*/ 1142577 h 6858000"/>
              <a:gd name="connsiteX118" fmla="*/ 163672 w 1438889"/>
              <a:gd name="connsiteY118" fmla="*/ 1088484 h 6858000"/>
              <a:gd name="connsiteX119" fmla="*/ 152408 w 1438889"/>
              <a:gd name="connsiteY119" fmla="*/ 1016103 h 6858000"/>
              <a:gd name="connsiteX120" fmla="*/ 153864 w 1438889"/>
              <a:gd name="connsiteY120" fmla="*/ 932283 h 6858000"/>
              <a:gd name="connsiteX121" fmla="*/ 156100 w 1438889"/>
              <a:gd name="connsiteY121" fmla="*/ 915925 h 6858000"/>
              <a:gd name="connsiteX122" fmla="*/ 148729 w 1438889"/>
              <a:gd name="connsiteY122" fmla="*/ 896999 h 6858000"/>
              <a:gd name="connsiteX123" fmla="*/ 118137 w 1438889"/>
              <a:gd name="connsiteY123" fmla="*/ 821517 h 6858000"/>
              <a:gd name="connsiteX124" fmla="*/ 97087 w 1438889"/>
              <a:gd name="connsiteY124" fmla="*/ 751353 h 6858000"/>
              <a:gd name="connsiteX125" fmla="*/ 96645 w 1438889"/>
              <a:gd name="connsiteY125" fmla="*/ 721230 h 6858000"/>
              <a:gd name="connsiteX126" fmla="*/ 82316 w 1438889"/>
              <a:gd name="connsiteY126" fmla="*/ 681659 h 6858000"/>
              <a:gd name="connsiteX127" fmla="*/ 67735 w 1438889"/>
              <a:gd name="connsiteY127" fmla="*/ 635218 h 6858000"/>
              <a:gd name="connsiteX128" fmla="*/ 72746 w 1438889"/>
              <a:gd name="connsiteY128" fmla="*/ 613763 h 6858000"/>
              <a:gd name="connsiteX129" fmla="*/ 58688 w 1438889"/>
              <a:gd name="connsiteY129" fmla="*/ 598582 h 6858000"/>
              <a:gd name="connsiteX130" fmla="*/ 58369 w 1438889"/>
              <a:gd name="connsiteY130" fmla="*/ 576846 h 6858000"/>
              <a:gd name="connsiteX131" fmla="*/ 37995 w 1438889"/>
              <a:gd name="connsiteY131" fmla="*/ 530055 h 6858000"/>
              <a:gd name="connsiteX132" fmla="*/ 37243 w 1438889"/>
              <a:gd name="connsiteY132" fmla="*/ 465389 h 6858000"/>
              <a:gd name="connsiteX133" fmla="*/ 20166 w 1438889"/>
              <a:gd name="connsiteY133" fmla="*/ 424699 h 6858000"/>
              <a:gd name="connsiteX134" fmla="*/ 20541 w 1438889"/>
              <a:gd name="connsiteY134" fmla="*/ 404917 h 6858000"/>
              <a:gd name="connsiteX135" fmla="*/ 498 w 1438889"/>
              <a:gd name="connsiteY135" fmla="*/ 367211 h 6858000"/>
              <a:gd name="connsiteX136" fmla="*/ 148559 w 1438889"/>
              <a:gd name="connsiteY136" fmla="*/ 212860 h 6858000"/>
              <a:gd name="connsiteX137" fmla="*/ 140269 w 1438889"/>
              <a:gd name="connsiteY137" fmla="*/ 144983 h 6858000"/>
              <a:gd name="connsiteX138" fmla="*/ 152553 w 1438889"/>
              <a:gd name="connsiteY138" fmla="*/ 55288 h 6858000"/>
              <a:gd name="connsiteX139" fmla="*/ 112107 w 1438889"/>
              <a:gd name="connsiteY139" fmla="*/ 0 h 6858000"/>
              <a:gd name="connsiteX0" fmla="*/ 92101 w 1418883"/>
              <a:gd name="connsiteY0" fmla="*/ 0 h 6858000"/>
              <a:gd name="connsiteX1" fmla="*/ 1418883 w 1418883"/>
              <a:gd name="connsiteY1" fmla="*/ 0 h 6858000"/>
              <a:gd name="connsiteX2" fmla="*/ 1418883 w 1418883"/>
              <a:gd name="connsiteY2" fmla="*/ 6858000 h 6858000"/>
              <a:gd name="connsiteX3" fmla="*/ 155577 w 1418883"/>
              <a:gd name="connsiteY3" fmla="*/ 6857735 h 6858000"/>
              <a:gd name="connsiteX4" fmla="*/ 192170 w 1418883"/>
              <a:gd name="connsiteY4" fmla="*/ 6776847 h 6858000"/>
              <a:gd name="connsiteX5" fmla="*/ 203670 w 1418883"/>
              <a:gd name="connsiteY5" fmla="*/ 6737706 h 6858000"/>
              <a:gd name="connsiteX6" fmla="*/ 228409 w 1418883"/>
              <a:gd name="connsiteY6" fmla="*/ 6691589 h 6858000"/>
              <a:gd name="connsiteX7" fmla="*/ 205966 w 1418883"/>
              <a:gd name="connsiteY7" fmla="*/ 6659970 h 6858000"/>
              <a:gd name="connsiteX8" fmla="*/ 221057 w 1418883"/>
              <a:gd name="connsiteY8" fmla="*/ 6636211 h 6858000"/>
              <a:gd name="connsiteX9" fmla="*/ 238501 w 1418883"/>
              <a:gd name="connsiteY9" fmla="*/ 6594177 h 6858000"/>
              <a:gd name="connsiteX10" fmla="*/ 252541 w 1418883"/>
              <a:gd name="connsiteY10" fmla="*/ 6557575 h 6858000"/>
              <a:gd name="connsiteX11" fmla="*/ 305498 w 1418883"/>
              <a:gd name="connsiteY11" fmla="*/ 6492130 h 6858000"/>
              <a:gd name="connsiteX12" fmla="*/ 321185 w 1418883"/>
              <a:gd name="connsiteY12" fmla="*/ 6431610 h 6858000"/>
              <a:gd name="connsiteX13" fmla="*/ 364890 w 1418883"/>
              <a:gd name="connsiteY13" fmla="*/ 6379786 h 6858000"/>
              <a:gd name="connsiteX14" fmla="*/ 348113 w 1418883"/>
              <a:gd name="connsiteY14" fmla="*/ 6334727 h 6858000"/>
              <a:gd name="connsiteX15" fmla="*/ 325528 w 1418883"/>
              <a:gd name="connsiteY15" fmla="*/ 6313295 h 6858000"/>
              <a:gd name="connsiteX16" fmla="*/ 332692 w 1418883"/>
              <a:gd name="connsiteY16" fmla="*/ 6280046 h 6858000"/>
              <a:gd name="connsiteX17" fmla="*/ 315437 w 1418883"/>
              <a:gd name="connsiteY17" fmla="*/ 6270265 h 6858000"/>
              <a:gd name="connsiteX18" fmla="*/ 342465 w 1418883"/>
              <a:gd name="connsiteY18" fmla="*/ 6252834 h 6858000"/>
              <a:gd name="connsiteX19" fmla="*/ 320457 w 1418883"/>
              <a:gd name="connsiteY19" fmla="*/ 6202459 h 6858000"/>
              <a:gd name="connsiteX20" fmla="*/ 319255 w 1418883"/>
              <a:gd name="connsiteY20" fmla="*/ 6153037 h 6858000"/>
              <a:gd name="connsiteX21" fmla="*/ 334670 w 1418883"/>
              <a:gd name="connsiteY21" fmla="*/ 6078132 h 6858000"/>
              <a:gd name="connsiteX22" fmla="*/ 322057 w 1418883"/>
              <a:gd name="connsiteY22" fmla="*/ 6028119 h 6858000"/>
              <a:gd name="connsiteX23" fmla="*/ 307286 w 1418883"/>
              <a:gd name="connsiteY23" fmla="*/ 5926735 h 6858000"/>
              <a:gd name="connsiteX24" fmla="*/ 356798 w 1418883"/>
              <a:gd name="connsiteY24" fmla="*/ 5712857 h 6858000"/>
              <a:gd name="connsiteX25" fmla="*/ 335873 w 1418883"/>
              <a:gd name="connsiteY25" fmla="*/ 5676393 h 6858000"/>
              <a:gd name="connsiteX26" fmla="*/ 375465 w 1418883"/>
              <a:gd name="connsiteY26" fmla="*/ 5563435 h 6858000"/>
              <a:gd name="connsiteX27" fmla="*/ 422595 w 1418883"/>
              <a:gd name="connsiteY27" fmla="*/ 5437125 h 6858000"/>
              <a:gd name="connsiteX28" fmla="*/ 436163 w 1418883"/>
              <a:gd name="connsiteY28" fmla="*/ 5396260 h 6858000"/>
              <a:gd name="connsiteX29" fmla="*/ 452144 w 1418883"/>
              <a:gd name="connsiteY29" fmla="*/ 5330009 h 6858000"/>
              <a:gd name="connsiteX30" fmla="*/ 485637 w 1418883"/>
              <a:gd name="connsiteY30" fmla="*/ 5273739 h 6858000"/>
              <a:gd name="connsiteX31" fmla="*/ 495236 w 1418883"/>
              <a:gd name="connsiteY31" fmla="*/ 5241779 h 6858000"/>
              <a:gd name="connsiteX32" fmla="*/ 506462 w 1418883"/>
              <a:gd name="connsiteY32" fmla="*/ 5225268 h 6858000"/>
              <a:gd name="connsiteX33" fmla="*/ 507482 w 1418883"/>
              <a:gd name="connsiteY33" fmla="*/ 5217684 h 6858000"/>
              <a:gd name="connsiteX34" fmla="*/ 514823 w 1418883"/>
              <a:gd name="connsiteY34" fmla="*/ 5193377 h 6858000"/>
              <a:gd name="connsiteX35" fmla="*/ 518126 w 1418883"/>
              <a:gd name="connsiteY35" fmla="*/ 5179288 h 6858000"/>
              <a:gd name="connsiteX36" fmla="*/ 519110 w 1418883"/>
              <a:gd name="connsiteY36" fmla="*/ 5173621 h 6858000"/>
              <a:gd name="connsiteX37" fmla="*/ 514744 w 1418883"/>
              <a:gd name="connsiteY37" fmla="*/ 5159961 h 6858000"/>
              <a:gd name="connsiteX38" fmla="*/ 521421 w 1418883"/>
              <a:gd name="connsiteY38" fmla="*/ 5144295 h 6858000"/>
              <a:gd name="connsiteX39" fmla="*/ 518354 w 1418883"/>
              <a:gd name="connsiteY39" fmla="*/ 5125185 h 6858000"/>
              <a:gd name="connsiteX40" fmla="*/ 525184 w 1418883"/>
              <a:gd name="connsiteY40" fmla="*/ 5121884 h 6858000"/>
              <a:gd name="connsiteX41" fmla="*/ 532220 w 1418883"/>
              <a:gd name="connsiteY41" fmla="*/ 5067850 h 6858000"/>
              <a:gd name="connsiteX42" fmla="*/ 534951 w 1418883"/>
              <a:gd name="connsiteY42" fmla="*/ 5060861 h 6858000"/>
              <a:gd name="connsiteX43" fmla="*/ 531655 w 1418883"/>
              <a:gd name="connsiteY43" fmla="*/ 5034192 h 6858000"/>
              <a:gd name="connsiteX44" fmla="*/ 533209 w 1418883"/>
              <a:gd name="connsiteY44" fmla="*/ 4993030 h 6858000"/>
              <a:gd name="connsiteX45" fmla="*/ 540118 w 1418883"/>
              <a:gd name="connsiteY45" fmla="*/ 4946844 h 6858000"/>
              <a:gd name="connsiteX46" fmla="*/ 535974 w 1418883"/>
              <a:gd name="connsiteY46" fmla="*/ 4932692 h 6858000"/>
              <a:gd name="connsiteX47" fmla="*/ 551377 w 1418883"/>
              <a:gd name="connsiteY47" fmla="*/ 4858827 h 6858000"/>
              <a:gd name="connsiteX48" fmla="*/ 557280 w 1418883"/>
              <a:gd name="connsiteY48" fmla="*/ 4821170 h 6858000"/>
              <a:gd name="connsiteX49" fmla="*/ 562013 w 1418883"/>
              <a:gd name="connsiteY49" fmla="*/ 4780965 h 6858000"/>
              <a:gd name="connsiteX50" fmla="*/ 563306 w 1418883"/>
              <a:gd name="connsiteY50" fmla="*/ 4750867 h 6858000"/>
              <a:gd name="connsiteX51" fmla="*/ 561113 w 1418883"/>
              <a:gd name="connsiteY51" fmla="*/ 4690749 h 6858000"/>
              <a:gd name="connsiteX52" fmla="*/ 556593 w 1418883"/>
              <a:gd name="connsiteY52" fmla="*/ 4584173 h 6858000"/>
              <a:gd name="connsiteX53" fmla="*/ 551676 w 1418883"/>
              <a:gd name="connsiteY53" fmla="*/ 4444346 h 6858000"/>
              <a:gd name="connsiteX54" fmla="*/ 548241 w 1418883"/>
              <a:gd name="connsiteY54" fmla="*/ 4375228 h 6858000"/>
              <a:gd name="connsiteX55" fmla="*/ 528894 w 1418883"/>
              <a:gd name="connsiteY55" fmla="*/ 4214165 h 6858000"/>
              <a:gd name="connsiteX56" fmla="*/ 532967 w 1418883"/>
              <a:gd name="connsiteY56" fmla="*/ 4090296 h 6858000"/>
              <a:gd name="connsiteX57" fmla="*/ 518223 w 1418883"/>
              <a:gd name="connsiteY57" fmla="*/ 4033999 h 6858000"/>
              <a:gd name="connsiteX58" fmla="*/ 519372 w 1418883"/>
              <a:gd name="connsiteY58" fmla="*/ 4031933 h 6858000"/>
              <a:gd name="connsiteX59" fmla="*/ 517948 w 1418883"/>
              <a:gd name="connsiteY59" fmla="*/ 4013953 h 6858000"/>
              <a:gd name="connsiteX60" fmla="*/ 504243 w 1418883"/>
              <a:gd name="connsiteY60" fmla="*/ 3974753 h 6858000"/>
              <a:gd name="connsiteX61" fmla="*/ 505841 w 1418883"/>
              <a:gd name="connsiteY61" fmla="*/ 3969950 h 6858000"/>
              <a:gd name="connsiteX62" fmla="*/ 499263 w 1418883"/>
              <a:gd name="connsiteY62" fmla="*/ 3933779 h 6858000"/>
              <a:gd name="connsiteX63" fmla="*/ 500594 w 1418883"/>
              <a:gd name="connsiteY63" fmla="*/ 3933093 h 6858000"/>
              <a:gd name="connsiteX64" fmla="*/ 504948 w 1418883"/>
              <a:gd name="connsiteY64" fmla="*/ 3922082 h 6858000"/>
              <a:gd name="connsiteX65" fmla="*/ 510026 w 1418883"/>
              <a:gd name="connsiteY65" fmla="*/ 3901461 h 6858000"/>
              <a:gd name="connsiteX66" fmla="*/ 532620 w 1418883"/>
              <a:gd name="connsiteY66" fmla="*/ 3813873 h 6858000"/>
              <a:gd name="connsiteX67" fmla="*/ 532045 w 1418883"/>
              <a:gd name="connsiteY67" fmla="*/ 3806161 h 6858000"/>
              <a:gd name="connsiteX68" fmla="*/ 532352 w 1418883"/>
              <a:gd name="connsiteY68" fmla="*/ 3805957 h 6858000"/>
              <a:gd name="connsiteX69" fmla="*/ 532379 w 1418883"/>
              <a:gd name="connsiteY69" fmla="*/ 3797724 h 6858000"/>
              <a:gd name="connsiteX70" fmla="*/ 530994 w 1418883"/>
              <a:gd name="connsiteY70" fmla="*/ 3792098 h 6858000"/>
              <a:gd name="connsiteX71" fmla="*/ 529878 w 1418883"/>
              <a:gd name="connsiteY71" fmla="*/ 3777135 h 6858000"/>
              <a:gd name="connsiteX72" fmla="*/ 531611 w 1418883"/>
              <a:gd name="connsiteY72" fmla="*/ 3771656 h 6858000"/>
              <a:gd name="connsiteX73" fmla="*/ 535354 w 1418883"/>
              <a:gd name="connsiteY73" fmla="*/ 3769007 h 6858000"/>
              <a:gd name="connsiteX74" fmla="*/ 534820 w 1418883"/>
              <a:gd name="connsiteY74" fmla="*/ 3767709 h 6858000"/>
              <a:gd name="connsiteX75" fmla="*/ 543516 w 1418883"/>
              <a:gd name="connsiteY75" fmla="*/ 3738082 h 6858000"/>
              <a:gd name="connsiteX76" fmla="*/ 550862 w 1418883"/>
              <a:gd name="connsiteY76" fmla="*/ 3673397 h 6858000"/>
              <a:gd name="connsiteX77" fmla="*/ 550158 w 1418883"/>
              <a:gd name="connsiteY77" fmla="*/ 3637109 h 6858000"/>
              <a:gd name="connsiteX78" fmla="*/ 553601 w 1418883"/>
              <a:gd name="connsiteY78" fmla="*/ 3536883 h 6858000"/>
              <a:gd name="connsiteX79" fmla="*/ 561139 w 1418883"/>
              <a:gd name="connsiteY79" fmla="*/ 3435652 h 6858000"/>
              <a:gd name="connsiteX80" fmla="*/ 562810 w 1418883"/>
              <a:gd name="connsiteY80" fmla="*/ 3307769 h 6858000"/>
              <a:gd name="connsiteX81" fmla="*/ 580373 w 1418883"/>
              <a:gd name="connsiteY81" fmla="*/ 3250522 h 6858000"/>
              <a:gd name="connsiteX82" fmla="*/ 580798 w 1418883"/>
              <a:gd name="connsiteY82" fmla="*/ 3229163 h 6858000"/>
              <a:gd name="connsiteX83" fmla="*/ 582621 w 1418883"/>
              <a:gd name="connsiteY83" fmla="*/ 3217217 h 6858000"/>
              <a:gd name="connsiteX84" fmla="*/ 569456 w 1418883"/>
              <a:gd name="connsiteY84" fmla="*/ 3183755 h 6858000"/>
              <a:gd name="connsiteX85" fmla="*/ 569957 w 1418883"/>
              <a:gd name="connsiteY85" fmla="*/ 3178642 h 6858000"/>
              <a:gd name="connsiteX86" fmla="*/ 557557 w 1418883"/>
              <a:gd name="connsiteY86" fmla="*/ 3158586 h 6858000"/>
              <a:gd name="connsiteX87" fmla="*/ 542742 w 1418883"/>
              <a:gd name="connsiteY87" fmla="*/ 3129034 h 6858000"/>
              <a:gd name="connsiteX88" fmla="*/ 543407 w 1418883"/>
              <a:gd name="connsiteY88" fmla="*/ 3126682 h 6858000"/>
              <a:gd name="connsiteX89" fmla="*/ 534275 w 1418883"/>
              <a:gd name="connsiteY89" fmla="*/ 3114519 h 6858000"/>
              <a:gd name="connsiteX90" fmla="*/ 520884 w 1418883"/>
              <a:gd name="connsiteY90" fmla="*/ 3106272 h 6858000"/>
              <a:gd name="connsiteX91" fmla="*/ 493614 w 1418883"/>
              <a:gd name="connsiteY91" fmla="*/ 2958185 h 6858000"/>
              <a:gd name="connsiteX92" fmla="*/ 436228 w 1418883"/>
              <a:gd name="connsiteY92" fmla="*/ 2762989 h 6858000"/>
              <a:gd name="connsiteX93" fmla="*/ 385146 w 1418883"/>
              <a:gd name="connsiteY93" fmla="*/ 2554718 h 6858000"/>
              <a:gd name="connsiteX94" fmla="*/ 365240 w 1418883"/>
              <a:gd name="connsiteY94" fmla="*/ 2485734 h 6858000"/>
              <a:gd name="connsiteX95" fmla="*/ 355963 w 1418883"/>
              <a:gd name="connsiteY95" fmla="*/ 2447068 h 6858000"/>
              <a:gd name="connsiteX96" fmla="*/ 342924 w 1418883"/>
              <a:gd name="connsiteY96" fmla="*/ 2425819 h 6858000"/>
              <a:gd name="connsiteX97" fmla="*/ 348923 w 1418883"/>
              <a:gd name="connsiteY97" fmla="*/ 2402874 h 6858000"/>
              <a:gd name="connsiteX98" fmla="*/ 351535 w 1418883"/>
              <a:gd name="connsiteY98" fmla="*/ 2381443 h 6858000"/>
              <a:gd name="connsiteX99" fmla="*/ 327864 w 1418883"/>
              <a:gd name="connsiteY99" fmla="*/ 2261920 h 6858000"/>
              <a:gd name="connsiteX100" fmla="*/ 317751 w 1418883"/>
              <a:gd name="connsiteY100" fmla="*/ 2195378 h 6858000"/>
              <a:gd name="connsiteX101" fmla="*/ 301968 w 1418883"/>
              <a:gd name="connsiteY101" fmla="*/ 2155135 h 6858000"/>
              <a:gd name="connsiteX102" fmla="*/ 299426 w 1418883"/>
              <a:gd name="connsiteY102" fmla="*/ 2118008 h 6858000"/>
              <a:gd name="connsiteX103" fmla="*/ 300419 w 1418883"/>
              <a:gd name="connsiteY103" fmla="*/ 2050531 h 6858000"/>
              <a:gd name="connsiteX104" fmla="*/ 292225 w 1418883"/>
              <a:gd name="connsiteY104" fmla="*/ 1963269 h 6858000"/>
              <a:gd name="connsiteX105" fmla="*/ 273403 w 1418883"/>
              <a:gd name="connsiteY105" fmla="*/ 1906352 h 6858000"/>
              <a:gd name="connsiteX106" fmla="*/ 249960 w 1418883"/>
              <a:gd name="connsiteY106" fmla="*/ 1861531 h 6858000"/>
              <a:gd name="connsiteX107" fmla="*/ 203759 w 1418883"/>
              <a:gd name="connsiteY107" fmla="*/ 1732919 h 6858000"/>
              <a:gd name="connsiteX108" fmla="*/ 176070 w 1418883"/>
              <a:gd name="connsiteY108" fmla="*/ 1663540 h 6858000"/>
              <a:gd name="connsiteX109" fmla="*/ 175196 w 1418883"/>
              <a:gd name="connsiteY109" fmla="*/ 1615777 h 6858000"/>
              <a:gd name="connsiteX110" fmla="*/ 155991 w 1418883"/>
              <a:gd name="connsiteY110" fmla="*/ 1563678 h 6858000"/>
              <a:gd name="connsiteX111" fmla="*/ 169071 w 1418883"/>
              <a:gd name="connsiteY111" fmla="*/ 1519474 h 6858000"/>
              <a:gd name="connsiteX112" fmla="*/ 161813 w 1418883"/>
              <a:gd name="connsiteY112" fmla="*/ 1477995 h 6858000"/>
              <a:gd name="connsiteX113" fmla="*/ 147898 w 1418883"/>
              <a:gd name="connsiteY113" fmla="*/ 1373769 h 6858000"/>
              <a:gd name="connsiteX114" fmla="*/ 156205 w 1418883"/>
              <a:gd name="connsiteY114" fmla="*/ 1307086 h 6858000"/>
              <a:gd name="connsiteX115" fmla="*/ 157393 w 1418883"/>
              <a:gd name="connsiteY115" fmla="*/ 1189033 h 6858000"/>
              <a:gd name="connsiteX116" fmla="*/ 162078 w 1418883"/>
              <a:gd name="connsiteY116" fmla="*/ 1168288 h 6858000"/>
              <a:gd name="connsiteX117" fmla="*/ 154360 w 1418883"/>
              <a:gd name="connsiteY117" fmla="*/ 1142577 h 6858000"/>
              <a:gd name="connsiteX118" fmla="*/ 143666 w 1418883"/>
              <a:gd name="connsiteY118" fmla="*/ 1088484 h 6858000"/>
              <a:gd name="connsiteX119" fmla="*/ 132402 w 1418883"/>
              <a:gd name="connsiteY119" fmla="*/ 1016103 h 6858000"/>
              <a:gd name="connsiteX120" fmla="*/ 133858 w 1418883"/>
              <a:gd name="connsiteY120" fmla="*/ 932283 h 6858000"/>
              <a:gd name="connsiteX121" fmla="*/ 136094 w 1418883"/>
              <a:gd name="connsiteY121" fmla="*/ 915925 h 6858000"/>
              <a:gd name="connsiteX122" fmla="*/ 128723 w 1418883"/>
              <a:gd name="connsiteY122" fmla="*/ 896999 h 6858000"/>
              <a:gd name="connsiteX123" fmla="*/ 98131 w 1418883"/>
              <a:gd name="connsiteY123" fmla="*/ 821517 h 6858000"/>
              <a:gd name="connsiteX124" fmla="*/ 77081 w 1418883"/>
              <a:gd name="connsiteY124" fmla="*/ 751353 h 6858000"/>
              <a:gd name="connsiteX125" fmla="*/ 76639 w 1418883"/>
              <a:gd name="connsiteY125" fmla="*/ 721230 h 6858000"/>
              <a:gd name="connsiteX126" fmla="*/ 62310 w 1418883"/>
              <a:gd name="connsiteY126" fmla="*/ 681659 h 6858000"/>
              <a:gd name="connsiteX127" fmla="*/ 47729 w 1418883"/>
              <a:gd name="connsiteY127" fmla="*/ 635218 h 6858000"/>
              <a:gd name="connsiteX128" fmla="*/ 52740 w 1418883"/>
              <a:gd name="connsiteY128" fmla="*/ 613763 h 6858000"/>
              <a:gd name="connsiteX129" fmla="*/ 38682 w 1418883"/>
              <a:gd name="connsiteY129" fmla="*/ 598582 h 6858000"/>
              <a:gd name="connsiteX130" fmla="*/ 38363 w 1418883"/>
              <a:gd name="connsiteY130" fmla="*/ 576846 h 6858000"/>
              <a:gd name="connsiteX131" fmla="*/ 17989 w 1418883"/>
              <a:gd name="connsiteY131" fmla="*/ 530055 h 6858000"/>
              <a:gd name="connsiteX132" fmla="*/ 17237 w 1418883"/>
              <a:gd name="connsiteY132" fmla="*/ 465389 h 6858000"/>
              <a:gd name="connsiteX133" fmla="*/ 160 w 1418883"/>
              <a:gd name="connsiteY133" fmla="*/ 424699 h 6858000"/>
              <a:gd name="connsiteX134" fmla="*/ 535 w 1418883"/>
              <a:gd name="connsiteY134" fmla="*/ 404917 h 6858000"/>
              <a:gd name="connsiteX135" fmla="*/ 111526 w 1418883"/>
              <a:gd name="connsiteY135" fmla="*/ 275771 h 6858000"/>
              <a:gd name="connsiteX136" fmla="*/ 128553 w 1418883"/>
              <a:gd name="connsiteY136" fmla="*/ 212860 h 6858000"/>
              <a:gd name="connsiteX137" fmla="*/ 120263 w 1418883"/>
              <a:gd name="connsiteY137" fmla="*/ 144983 h 6858000"/>
              <a:gd name="connsiteX138" fmla="*/ 132547 w 1418883"/>
              <a:gd name="connsiteY138" fmla="*/ 55288 h 6858000"/>
              <a:gd name="connsiteX139" fmla="*/ 92101 w 1418883"/>
              <a:gd name="connsiteY139" fmla="*/ 0 h 6858000"/>
              <a:gd name="connsiteX0" fmla="*/ 91951 w 1418733"/>
              <a:gd name="connsiteY0" fmla="*/ 0 h 6858000"/>
              <a:gd name="connsiteX1" fmla="*/ 1418733 w 1418733"/>
              <a:gd name="connsiteY1" fmla="*/ 0 h 6858000"/>
              <a:gd name="connsiteX2" fmla="*/ 1418733 w 1418733"/>
              <a:gd name="connsiteY2" fmla="*/ 6858000 h 6858000"/>
              <a:gd name="connsiteX3" fmla="*/ 155427 w 1418733"/>
              <a:gd name="connsiteY3" fmla="*/ 6857735 h 6858000"/>
              <a:gd name="connsiteX4" fmla="*/ 192020 w 1418733"/>
              <a:gd name="connsiteY4" fmla="*/ 6776847 h 6858000"/>
              <a:gd name="connsiteX5" fmla="*/ 203520 w 1418733"/>
              <a:gd name="connsiteY5" fmla="*/ 6737706 h 6858000"/>
              <a:gd name="connsiteX6" fmla="*/ 228259 w 1418733"/>
              <a:gd name="connsiteY6" fmla="*/ 6691589 h 6858000"/>
              <a:gd name="connsiteX7" fmla="*/ 205816 w 1418733"/>
              <a:gd name="connsiteY7" fmla="*/ 6659970 h 6858000"/>
              <a:gd name="connsiteX8" fmla="*/ 220907 w 1418733"/>
              <a:gd name="connsiteY8" fmla="*/ 6636211 h 6858000"/>
              <a:gd name="connsiteX9" fmla="*/ 238351 w 1418733"/>
              <a:gd name="connsiteY9" fmla="*/ 6594177 h 6858000"/>
              <a:gd name="connsiteX10" fmla="*/ 252391 w 1418733"/>
              <a:gd name="connsiteY10" fmla="*/ 6557575 h 6858000"/>
              <a:gd name="connsiteX11" fmla="*/ 305348 w 1418733"/>
              <a:gd name="connsiteY11" fmla="*/ 6492130 h 6858000"/>
              <a:gd name="connsiteX12" fmla="*/ 321035 w 1418733"/>
              <a:gd name="connsiteY12" fmla="*/ 6431610 h 6858000"/>
              <a:gd name="connsiteX13" fmla="*/ 364740 w 1418733"/>
              <a:gd name="connsiteY13" fmla="*/ 6379786 h 6858000"/>
              <a:gd name="connsiteX14" fmla="*/ 347963 w 1418733"/>
              <a:gd name="connsiteY14" fmla="*/ 6334727 h 6858000"/>
              <a:gd name="connsiteX15" fmla="*/ 325378 w 1418733"/>
              <a:gd name="connsiteY15" fmla="*/ 6313295 h 6858000"/>
              <a:gd name="connsiteX16" fmla="*/ 332542 w 1418733"/>
              <a:gd name="connsiteY16" fmla="*/ 6280046 h 6858000"/>
              <a:gd name="connsiteX17" fmla="*/ 315287 w 1418733"/>
              <a:gd name="connsiteY17" fmla="*/ 6270265 h 6858000"/>
              <a:gd name="connsiteX18" fmla="*/ 342315 w 1418733"/>
              <a:gd name="connsiteY18" fmla="*/ 6252834 h 6858000"/>
              <a:gd name="connsiteX19" fmla="*/ 320307 w 1418733"/>
              <a:gd name="connsiteY19" fmla="*/ 6202459 h 6858000"/>
              <a:gd name="connsiteX20" fmla="*/ 319105 w 1418733"/>
              <a:gd name="connsiteY20" fmla="*/ 6153037 h 6858000"/>
              <a:gd name="connsiteX21" fmla="*/ 334520 w 1418733"/>
              <a:gd name="connsiteY21" fmla="*/ 6078132 h 6858000"/>
              <a:gd name="connsiteX22" fmla="*/ 321907 w 1418733"/>
              <a:gd name="connsiteY22" fmla="*/ 6028119 h 6858000"/>
              <a:gd name="connsiteX23" fmla="*/ 307136 w 1418733"/>
              <a:gd name="connsiteY23" fmla="*/ 5926735 h 6858000"/>
              <a:gd name="connsiteX24" fmla="*/ 356648 w 1418733"/>
              <a:gd name="connsiteY24" fmla="*/ 5712857 h 6858000"/>
              <a:gd name="connsiteX25" fmla="*/ 335723 w 1418733"/>
              <a:gd name="connsiteY25" fmla="*/ 5676393 h 6858000"/>
              <a:gd name="connsiteX26" fmla="*/ 375315 w 1418733"/>
              <a:gd name="connsiteY26" fmla="*/ 5563435 h 6858000"/>
              <a:gd name="connsiteX27" fmla="*/ 422445 w 1418733"/>
              <a:gd name="connsiteY27" fmla="*/ 5437125 h 6858000"/>
              <a:gd name="connsiteX28" fmla="*/ 436013 w 1418733"/>
              <a:gd name="connsiteY28" fmla="*/ 5396260 h 6858000"/>
              <a:gd name="connsiteX29" fmla="*/ 451994 w 1418733"/>
              <a:gd name="connsiteY29" fmla="*/ 5330009 h 6858000"/>
              <a:gd name="connsiteX30" fmla="*/ 485487 w 1418733"/>
              <a:gd name="connsiteY30" fmla="*/ 5273739 h 6858000"/>
              <a:gd name="connsiteX31" fmla="*/ 495086 w 1418733"/>
              <a:gd name="connsiteY31" fmla="*/ 5241779 h 6858000"/>
              <a:gd name="connsiteX32" fmla="*/ 506312 w 1418733"/>
              <a:gd name="connsiteY32" fmla="*/ 5225268 h 6858000"/>
              <a:gd name="connsiteX33" fmla="*/ 507332 w 1418733"/>
              <a:gd name="connsiteY33" fmla="*/ 5217684 h 6858000"/>
              <a:gd name="connsiteX34" fmla="*/ 514673 w 1418733"/>
              <a:gd name="connsiteY34" fmla="*/ 5193377 h 6858000"/>
              <a:gd name="connsiteX35" fmla="*/ 517976 w 1418733"/>
              <a:gd name="connsiteY35" fmla="*/ 5179288 h 6858000"/>
              <a:gd name="connsiteX36" fmla="*/ 518960 w 1418733"/>
              <a:gd name="connsiteY36" fmla="*/ 5173621 h 6858000"/>
              <a:gd name="connsiteX37" fmla="*/ 514594 w 1418733"/>
              <a:gd name="connsiteY37" fmla="*/ 5159961 h 6858000"/>
              <a:gd name="connsiteX38" fmla="*/ 521271 w 1418733"/>
              <a:gd name="connsiteY38" fmla="*/ 5144295 h 6858000"/>
              <a:gd name="connsiteX39" fmla="*/ 518204 w 1418733"/>
              <a:gd name="connsiteY39" fmla="*/ 5125185 h 6858000"/>
              <a:gd name="connsiteX40" fmla="*/ 525034 w 1418733"/>
              <a:gd name="connsiteY40" fmla="*/ 5121884 h 6858000"/>
              <a:gd name="connsiteX41" fmla="*/ 532070 w 1418733"/>
              <a:gd name="connsiteY41" fmla="*/ 5067850 h 6858000"/>
              <a:gd name="connsiteX42" fmla="*/ 534801 w 1418733"/>
              <a:gd name="connsiteY42" fmla="*/ 5060861 h 6858000"/>
              <a:gd name="connsiteX43" fmla="*/ 531505 w 1418733"/>
              <a:gd name="connsiteY43" fmla="*/ 5034192 h 6858000"/>
              <a:gd name="connsiteX44" fmla="*/ 533059 w 1418733"/>
              <a:gd name="connsiteY44" fmla="*/ 4993030 h 6858000"/>
              <a:gd name="connsiteX45" fmla="*/ 539968 w 1418733"/>
              <a:gd name="connsiteY45" fmla="*/ 4946844 h 6858000"/>
              <a:gd name="connsiteX46" fmla="*/ 535824 w 1418733"/>
              <a:gd name="connsiteY46" fmla="*/ 4932692 h 6858000"/>
              <a:gd name="connsiteX47" fmla="*/ 551227 w 1418733"/>
              <a:gd name="connsiteY47" fmla="*/ 4858827 h 6858000"/>
              <a:gd name="connsiteX48" fmla="*/ 557130 w 1418733"/>
              <a:gd name="connsiteY48" fmla="*/ 4821170 h 6858000"/>
              <a:gd name="connsiteX49" fmla="*/ 561863 w 1418733"/>
              <a:gd name="connsiteY49" fmla="*/ 4780965 h 6858000"/>
              <a:gd name="connsiteX50" fmla="*/ 563156 w 1418733"/>
              <a:gd name="connsiteY50" fmla="*/ 4750867 h 6858000"/>
              <a:gd name="connsiteX51" fmla="*/ 560963 w 1418733"/>
              <a:gd name="connsiteY51" fmla="*/ 4690749 h 6858000"/>
              <a:gd name="connsiteX52" fmla="*/ 556443 w 1418733"/>
              <a:gd name="connsiteY52" fmla="*/ 4584173 h 6858000"/>
              <a:gd name="connsiteX53" fmla="*/ 551526 w 1418733"/>
              <a:gd name="connsiteY53" fmla="*/ 4444346 h 6858000"/>
              <a:gd name="connsiteX54" fmla="*/ 548091 w 1418733"/>
              <a:gd name="connsiteY54" fmla="*/ 4375228 h 6858000"/>
              <a:gd name="connsiteX55" fmla="*/ 528744 w 1418733"/>
              <a:gd name="connsiteY55" fmla="*/ 4214165 h 6858000"/>
              <a:gd name="connsiteX56" fmla="*/ 532817 w 1418733"/>
              <a:gd name="connsiteY56" fmla="*/ 4090296 h 6858000"/>
              <a:gd name="connsiteX57" fmla="*/ 518073 w 1418733"/>
              <a:gd name="connsiteY57" fmla="*/ 4033999 h 6858000"/>
              <a:gd name="connsiteX58" fmla="*/ 519222 w 1418733"/>
              <a:gd name="connsiteY58" fmla="*/ 4031933 h 6858000"/>
              <a:gd name="connsiteX59" fmla="*/ 517798 w 1418733"/>
              <a:gd name="connsiteY59" fmla="*/ 4013953 h 6858000"/>
              <a:gd name="connsiteX60" fmla="*/ 504093 w 1418733"/>
              <a:gd name="connsiteY60" fmla="*/ 3974753 h 6858000"/>
              <a:gd name="connsiteX61" fmla="*/ 505691 w 1418733"/>
              <a:gd name="connsiteY61" fmla="*/ 3969950 h 6858000"/>
              <a:gd name="connsiteX62" fmla="*/ 499113 w 1418733"/>
              <a:gd name="connsiteY62" fmla="*/ 3933779 h 6858000"/>
              <a:gd name="connsiteX63" fmla="*/ 500444 w 1418733"/>
              <a:gd name="connsiteY63" fmla="*/ 3933093 h 6858000"/>
              <a:gd name="connsiteX64" fmla="*/ 504798 w 1418733"/>
              <a:gd name="connsiteY64" fmla="*/ 3922082 h 6858000"/>
              <a:gd name="connsiteX65" fmla="*/ 509876 w 1418733"/>
              <a:gd name="connsiteY65" fmla="*/ 3901461 h 6858000"/>
              <a:gd name="connsiteX66" fmla="*/ 532470 w 1418733"/>
              <a:gd name="connsiteY66" fmla="*/ 3813873 h 6858000"/>
              <a:gd name="connsiteX67" fmla="*/ 531895 w 1418733"/>
              <a:gd name="connsiteY67" fmla="*/ 3806161 h 6858000"/>
              <a:gd name="connsiteX68" fmla="*/ 532202 w 1418733"/>
              <a:gd name="connsiteY68" fmla="*/ 3805957 h 6858000"/>
              <a:gd name="connsiteX69" fmla="*/ 532229 w 1418733"/>
              <a:gd name="connsiteY69" fmla="*/ 3797724 h 6858000"/>
              <a:gd name="connsiteX70" fmla="*/ 530844 w 1418733"/>
              <a:gd name="connsiteY70" fmla="*/ 3792098 h 6858000"/>
              <a:gd name="connsiteX71" fmla="*/ 529728 w 1418733"/>
              <a:gd name="connsiteY71" fmla="*/ 3777135 h 6858000"/>
              <a:gd name="connsiteX72" fmla="*/ 531461 w 1418733"/>
              <a:gd name="connsiteY72" fmla="*/ 3771656 h 6858000"/>
              <a:gd name="connsiteX73" fmla="*/ 535204 w 1418733"/>
              <a:gd name="connsiteY73" fmla="*/ 3769007 h 6858000"/>
              <a:gd name="connsiteX74" fmla="*/ 534670 w 1418733"/>
              <a:gd name="connsiteY74" fmla="*/ 3767709 h 6858000"/>
              <a:gd name="connsiteX75" fmla="*/ 543366 w 1418733"/>
              <a:gd name="connsiteY75" fmla="*/ 3738082 h 6858000"/>
              <a:gd name="connsiteX76" fmla="*/ 550712 w 1418733"/>
              <a:gd name="connsiteY76" fmla="*/ 3673397 h 6858000"/>
              <a:gd name="connsiteX77" fmla="*/ 550008 w 1418733"/>
              <a:gd name="connsiteY77" fmla="*/ 3637109 h 6858000"/>
              <a:gd name="connsiteX78" fmla="*/ 553451 w 1418733"/>
              <a:gd name="connsiteY78" fmla="*/ 3536883 h 6858000"/>
              <a:gd name="connsiteX79" fmla="*/ 560989 w 1418733"/>
              <a:gd name="connsiteY79" fmla="*/ 3435652 h 6858000"/>
              <a:gd name="connsiteX80" fmla="*/ 562660 w 1418733"/>
              <a:gd name="connsiteY80" fmla="*/ 3307769 h 6858000"/>
              <a:gd name="connsiteX81" fmla="*/ 580223 w 1418733"/>
              <a:gd name="connsiteY81" fmla="*/ 3250522 h 6858000"/>
              <a:gd name="connsiteX82" fmla="*/ 580648 w 1418733"/>
              <a:gd name="connsiteY82" fmla="*/ 3229163 h 6858000"/>
              <a:gd name="connsiteX83" fmla="*/ 582471 w 1418733"/>
              <a:gd name="connsiteY83" fmla="*/ 3217217 h 6858000"/>
              <a:gd name="connsiteX84" fmla="*/ 569306 w 1418733"/>
              <a:gd name="connsiteY84" fmla="*/ 3183755 h 6858000"/>
              <a:gd name="connsiteX85" fmla="*/ 569807 w 1418733"/>
              <a:gd name="connsiteY85" fmla="*/ 3178642 h 6858000"/>
              <a:gd name="connsiteX86" fmla="*/ 557407 w 1418733"/>
              <a:gd name="connsiteY86" fmla="*/ 3158586 h 6858000"/>
              <a:gd name="connsiteX87" fmla="*/ 542592 w 1418733"/>
              <a:gd name="connsiteY87" fmla="*/ 3129034 h 6858000"/>
              <a:gd name="connsiteX88" fmla="*/ 543257 w 1418733"/>
              <a:gd name="connsiteY88" fmla="*/ 3126682 h 6858000"/>
              <a:gd name="connsiteX89" fmla="*/ 534125 w 1418733"/>
              <a:gd name="connsiteY89" fmla="*/ 3114519 h 6858000"/>
              <a:gd name="connsiteX90" fmla="*/ 520734 w 1418733"/>
              <a:gd name="connsiteY90" fmla="*/ 3106272 h 6858000"/>
              <a:gd name="connsiteX91" fmla="*/ 493464 w 1418733"/>
              <a:gd name="connsiteY91" fmla="*/ 2958185 h 6858000"/>
              <a:gd name="connsiteX92" fmla="*/ 436078 w 1418733"/>
              <a:gd name="connsiteY92" fmla="*/ 2762989 h 6858000"/>
              <a:gd name="connsiteX93" fmla="*/ 384996 w 1418733"/>
              <a:gd name="connsiteY93" fmla="*/ 2554718 h 6858000"/>
              <a:gd name="connsiteX94" fmla="*/ 365090 w 1418733"/>
              <a:gd name="connsiteY94" fmla="*/ 2485734 h 6858000"/>
              <a:gd name="connsiteX95" fmla="*/ 355813 w 1418733"/>
              <a:gd name="connsiteY95" fmla="*/ 2447068 h 6858000"/>
              <a:gd name="connsiteX96" fmla="*/ 342774 w 1418733"/>
              <a:gd name="connsiteY96" fmla="*/ 2425819 h 6858000"/>
              <a:gd name="connsiteX97" fmla="*/ 348773 w 1418733"/>
              <a:gd name="connsiteY97" fmla="*/ 2402874 h 6858000"/>
              <a:gd name="connsiteX98" fmla="*/ 351385 w 1418733"/>
              <a:gd name="connsiteY98" fmla="*/ 2381443 h 6858000"/>
              <a:gd name="connsiteX99" fmla="*/ 327714 w 1418733"/>
              <a:gd name="connsiteY99" fmla="*/ 2261920 h 6858000"/>
              <a:gd name="connsiteX100" fmla="*/ 317601 w 1418733"/>
              <a:gd name="connsiteY100" fmla="*/ 2195378 h 6858000"/>
              <a:gd name="connsiteX101" fmla="*/ 301818 w 1418733"/>
              <a:gd name="connsiteY101" fmla="*/ 2155135 h 6858000"/>
              <a:gd name="connsiteX102" fmla="*/ 299276 w 1418733"/>
              <a:gd name="connsiteY102" fmla="*/ 2118008 h 6858000"/>
              <a:gd name="connsiteX103" fmla="*/ 300269 w 1418733"/>
              <a:gd name="connsiteY103" fmla="*/ 2050531 h 6858000"/>
              <a:gd name="connsiteX104" fmla="*/ 292075 w 1418733"/>
              <a:gd name="connsiteY104" fmla="*/ 1963269 h 6858000"/>
              <a:gd name="connsiteX105" fmla="*/ 273253 w 1418733"/>
              <a:gd name="connsiteY105" fmla="*/ 1906352 h 6858000"/>
              <a:gd name="connsiteX106" fmla="*/ 249810 w 1418733"/>
              <a:gd name="connsiteY106" fmla="*/ 1861531 h 6858000"/>
              <a:gd name="connsiteX107" fmla="*/ 203609 w 1418733"/>
              <a:gd name="connsiteY107" fmla="*/ 1732919 h 6858000"/>
              <a:gd name="connsiteX108" fmla="*/ 175920 w 1418733"/>
              <a:gd name="connsiteY108" fmla="*/ 1663540 h 6858000"/>
              <a:gd name="connsiteX109" fmla="*/ 175046 w 1418733"/>
              <a:gd name="connsiteY109" fmla="*/ 1615777 h 6858000"/>
              <a:gd name="connsiteX110" fmla="*/ 155841 w 1418733"/>
              <a:gd name="connsiteY110" fmla="*/ 1563678 h 6858000"/>
              <a:gd name="connsiteX111" fmla="*/ 168921 w 1418733"/>
              <a:gd name="connsiteY111" fmla="*/ 1519474 h 6858000"/>
              <a:gd name="connsiteX112" fmla="*/ 161663 w 1418733"/>
              <a:gd name="connsiteY112" fmla="*/ 1477995 h 6858000"/>
              <a:gd name="connsiteX113" fmla="*/ 147748 w 1418733"/>
              <a:gd name="connsiteY113" fmla="*/ 1373769 h 6858000"/>
              <a:gd name="connsiteX114" fmla="*/ 156055 w 1418733"/>
              <a:gd name="connsiteY114" fmla="*/ 1307086 h 6858000"/>
              <a:gd name="connsiteX115" fmla="*/ 157243 w 1418733"/>
              <a:gd name="connsiteY115" fmla="*/ 1189033 h 6858000"/>
              <a:gd name="connsiteX116" fmla="*/ 161928 w 1418733"/>
              <a:gd name="connsiteY116" fmla="*/ 1168288 h 6858000"/>
              <a:gd name="connsiteX117" fmla="*/ 154210 w 1418733"/>
              <a:gd name="connsiteY117" fmla="*/ 1142577 h 6858000"/>
              <a:gd name="connsiteX118" fmla="*/ 143516 w 1418733"/>
              <a:gd name="connsiteY118" fmla="*/ 1088484 h 6858000"/>
              <a:gd name="connsiteX119" fmla="*/ 132252 w 1418733"/>
              <a:gd name="connsiteY119" fmla="*/ 1016103 h 6858000"/>
              <a:gd name="connsiteX120" fmla="*/ 133708 w 1418733"/>
              <a:gd name="connsiteY120" fmla="*/ 932283 h 6858000"/>
              <a:gd name="connsiteX121" fmla="*/ 135944 w 1418733"/>
              <a:gd name="connsiteY121" fmla="*/ 915925 h 6858000"/>
              <a:gd name="connsiteX122" fmla="*/ 128573 w 1418733"/>
              <a:gd name="connsiteY122" fmla="*/ 896999 h 6858000"/>
              <a:gd name="connsiteX123" fmla="*/ 97981 w 1418733"/>
              <a:gd name="connsiteY123" fmla="*/ 821517 h 6858000"/>
              <a:gd name="connsiteX124" fmla="*/ 76931 w 1418733"/>
              <a:gd name="connsiteY124" fmla="*/ 751353 h 6858000"/>
              <a:gd name="connsiteX125" fmla="*/ 76489 w 1418733"/>
              <a:gd name="connsiteY125" fmla="*/ 721230 h 6858000"/>
              <a:gd name="connsiteX126" fmla="*/ 62160 w 1418733"/>
              <a:gd name="connsiteY126" fmla="*/ 681659 h 6858000"/>
              <a:gd name="connsiteX127" fmla="*/ 47579 w 1418733"/>
              <a:gd name="connsiteY127" fmla="*/ 635218 h 6858000"/>
              <a:gd name="connsiteX128" fmla="*/ 52590 w 1418733"/>
              <a:gd name="connsiteY128" fmla="*/ 613763 h 6858000"/>
              <a:gd name="connsiteX129" fmla="*/ 38532 w 1418733"/>
              <a:gd name="connsiteY129" fmla="*/ 598582 h 6858000"/>
              <a:gd name="connsiteX130" fmla="*/ 38213 w 1418733"/>
              <a:gd name="connsiteY130" fmla="*/ 576846 h 6858000"/>
              <a:gd name="connsiteX131" fmla="*/ 17839 w 1418733"/>
              <a:gd name="connsiteY131" fmla="*/ 530055 h 6858000"/>
              <a:gd name="connsiteX132" fmla="*/ 17087 w 1418733"/>
              <a:gd name="connsiteY132" fmla="*/ 465389 h 6858000"/>
              <a:gd name="connsiteX133" fmla="*/ 10 w 1418733"/>
              <a:gd name="connsiteY133" fmla="*/ 424699 h 6858000"/>
              <a:gd name="connsiteX134" fmla="*/ 127193 w 1418733"/>
              <a:gd name="connsiteY134" fmla="*/ 309501 h 6858000"/>
              <a:gd name="connsiteX135" fmla="*/ 111376 w 1418733"/>
              <a:gd name="connsiteY135" fmla="*/ 275771 h 6858000"/>
              <a:gd name="connsiteX136" fmla="*/ 128403 w 1418733"/>
              <a:gd name="connsiteY136" fmla="*/ 212860 h 6858000"/>
              <a:gd name="connsiteX137" fmla="*/ 120113 w 1418733"/>
              <a:gd name="connsiteY137" fmla="*/ 144983 h 6858000"/>
              <a:gd name="connsiteX138" fmla="*/ 132397 w 1418733"/>
              <a:gd name="connsiteY138" fmla="*/ 55288 h 6858000"/>
              <a:gd name="connsiteX139" fmla="*/ 91951 w 1418733"/>
              <a:gd name="connsiteY139" fmla="*/ 0 h 6858000"/>
              <a:gd name="connsiteX0" fmla="*/ 76413 w 1403195"/>
              <a:gd name="connsiteY0" fmla="*/ 0 h 6858000"/>
              <a:gd name="connsiteX1" fmla="*/ 1403195 w 1403195"/>
              <a:gd name="connsiteY1" fmla="*/ 0 h 6858000"/>
              <a:gd name="connsiteX2" fmla="*/ 1403195 w 1403195"/>
              <a:gd name="connsiteY2" fmla="*/ 6858000 h 6858000"/>
              <a:gd name="connsiteX3" fmla="*/ 139889 w 1403195"/>
              <a:gd name="connsiteY3" fmla="*/ 6857735 h 6858000"/>
              <a:gd name="connsiteX4" fmla="*/ 176482 w 1403195"/>
              <a:gd name="connsiteY4" fmla="*/ 6776847 h 6858000"/>
              <a:gd name="connsiteX5" fmla="*/ 187982 w 1403195"/>
              <a:gd name="connsiteY5" fmla="*/ 6737706 h 6858000"/>
              <a:gd name="connsiteX6" fmla="*/ 212721 w 1403195"/>
              <a:gd name="connsiteY6" fmla="*/ 6691589 h 6858000"/>
              <a:gd name="connsiteX7" fmla="*/ 190278 w 1403195"/>
              <a:gd name="connsiteY7" fmla="*/ 6659970 h 6858000"/>
              <a:gd name="connsiteX8" fmla="*/ 205369 w 1403195"/>
              <a:gd name="connsiteY8" fmla="*/ 6636211 h 6858000"/>
              <a:gd name="connsiteX9" fmla="*/ 222813 w 1403195"/>
              <a:gd name="connsiteY9" fmla="*/ 6594177 h 6858000"/>
              <a:gd name="connsiteX10" fmla="*/ 236853 w 1403195"/>
              <a:gd name="connsiteY10" fmla="*/ 6557575 h 6858000"/>
              <a:gd name="connsiteX11" fmla="*/ 289810 w 1403195"/>
              <a:gd name="connsiteY11" fmla="*/ 6492130 h 6858000"/>
              <a:gd name="connsiteX12" fmla="*/ 305497 w 1403195"/>
              <a:gd name="connsiteY12" fmla="*/ 6431610 h 6858000"/>
              <a:gd name="connsiteX13" fmla="*/ 349202 w 1403195"/>
              <a:gd name="connsiteY13" fmla="*/ 6379786 h 6858000"/>
              <a:gd name="connsiteX14" fmla="*/ 332425 w 1403195"/>
              <a:gd name="connsiteY14" fmla="*/ 6334727 h 6858000"/>
              <a:gd name="connsiteX15" fmla="*/ 309840 w 1403195"/>
              <a:gd name="connsiteY15" fmla="*/ 6313295 h 6858000"/>
              <a:gd name="connsiteX16" fmla="*/ 317004 w 1403195"/>
              <a:gd name="connsiteY16" fmla="*/ 6280046 h 6858000"/>
              <a:gd name="connsiteX17" fmla="*/ 299749 w 1403195"/>
              <a:gd name="connsiteY17" fmla="*/ 6270265 h 6858000"/>
              <a:gd name="connsiteX18" fmla="*/ 326777 w 1403195"/>
              <a:gd name="connsiteY18" fmla="*/ 6252834 h 6858000"/>
              <a:gd name="connsiteX19" fmla="*/ 304769 w 1403195"/>
              <a:gd name="connsiteY19" fmla="*/ 6202459 h 6858000"/>
              <a:gd name="connsiteX20" fmla="*/ 303567 w 1403195"/>
              <a:gd name="connsiteY20" fmla="*/ 6153037 h 6858000"/>
              <a:gd name="connsiteX21" fmla="*/ 318982 w 1403195"/>
              <a:gd name="connsiteY21" fmla="*/ 6078132 h 6858000"/>
              <a:gd name="connsiteX22" fmla="*/ 306369 w 1403195"/>
              <a:gd name="connsiteY22" fmla="*/ 6028119 h 6858000"/>
              <a:gd name="connsiteX23" fmla="*/ 291598 w 1403195"/>
              <a:gd name="connsiteY23" fmla="*/ 5926735 h 6858000"/>
              <a:gd name="connsiteX24" fmla="*/ 341110 w 1403195"/>
              <a:gd name="connsiteY24" fmla="*/ 5712857 h 6858000"/>
              <a:gd name="connsiteX25" fmla="*/ 320185 w 1403195"/>
              <a:gd name="connsiteY25" fmla="*/ 5676393 h 6858000"/>
              <a:gd name="connsiteX26" fmla="*/ 359777 w 1403195"/>
              <a:gd name="connsiteY26" fmla="*/ 5563435 h 6858000"/>
              <a:gd name="connsiteX27" fmla="*/ 406907 w 1403195"/>
              <a:gd name="connsiteY27" fmla="*/ 5437125 h 6858000"/>
              <a:gd name="connsiteX28" fmla="*/ 420475 w 1403195"/>
              <a:gd name="connsiteY28" fmla="*/ 5396260 h 6858000"/>
              <a:gd name="connsiteX29" fmla="*/ 436456 w 1403195"/>
              <a:gd name="connsiteY29" fmla="*/ 5330009 h 6858000"/>
              <a:gd name="connsiteX30" fmla="*/ 469949 w 1403195"/>
              <a:gd name="connsiteY30" fmla="*/ 5273739 h 6858000"/>
              <a:gd name="connsiteX31" fmla="*/ 479548 w 1403195"/>
              <a:gd name="connsiteY31" fmla="*/ 5241779 h 6858000"/>
              <a:gd name="connsiteX32" fmla="*/ 490774 w 1403195"/>
              <a:gd name="connsiteY32" fmla="*/ 5225268 h 6858000"/>
              <a:gd name="connsiteX33" fmla="*/ 491794 w 1403195"/>
              <a:gd name="connsiteY33" fmla="*/ 5217684 h 6858000"/>
              <a:gd name="connsiteX34" fmla="*/ 499135 w 1403195"/>
              <a:gd name="connsiteY34" fmla="*/ 5193377 h 6858000"/>
              <a:gd name="connsiteX35" fmla="*/ 502438 w 1403195"/>
              <a:gd name="connsiteY35" fmla="*/ 5179288 h 6858000"/>
              <a:gd name="connsiteX36" fmla="*/ 503422 w 1403195"/>
              <a:gd name="connsiteY36" fmla="*/ 5173621 h 6858000"/>
              <a:gd name="connsiteX37" fmla="*/ 499056 w 1403195"/>
              <a:gd name="connsiteY37" fmla="*/ 5159961 h 6858000"/>
              <a:gd name="connsiteX38" fmla="*/ 505733 w 1403195"/>
              <a:gd name="connsiteY38" fmla="*/ 5144295 h 6858000"/>
              <a:gd name="connsiteX39" fmla="*/ 502666 w 1403195"/>
              <a:gd name="connsiteY39" fmla="*/ 5125185 h 6858000"/>
              <a:gd name="connsiteX40" fmla="*/ 509496 w 1403195"/>
              <a:gd name="connsiteY40" fmla="*/ 5121884 h 6858000"/>
              <a:gd name="connsiteX41" fmla="*/ 516532 w 1403195"/>
              <a:gd name="connsiteY41" fmla="*/ 5067850 h 6858000"/>
              <a:gd name="connsiteX42" fmla="*/ 519263 w 1403195"/>
              <a:gd name="connsiteY42" fmla="*/ 5060861 h 6858000"/>
              <a:gd name="connsiteX43" fmla="*/ 515967 w 1403195"/>
              <a:gd name="connsiteY43" fmla="*/ 5034192 h 6858000"/>
              <a:gd name="connsiteX44" fmla="*/ 517521 w 1403195"/>
              <a:gd name="connsiteY44" fmla="*/ 4993030 h 6858000"/>
              <a:gd name="connsiteX45" fmla="*/ 524430 w 1403195"/>
              <a:gd name="connsiteY45" fmla="*/ 4946844 h 6858000"/>
              <a:gd name="connsiteX46" fmla="*/ 520286 w 1403195"/>
              <a:gd name="connsiteY46" fmla="*/ 4932692 h 6858000"/>
              <a:gd name="connsiteX47" fmla="*/ 535689 w 1403195"/>
              <a:gd name="connsiteY47" fmla="*/ 4858827 h 6858000"/>
              <a:gd name="connsiteX48" fmla="*/ 541592 w 1403195"/>
              <a:gd name="connsiteY48" fmla="*/ 4821170 h 6858000"/>
              <a:gd name="connsiteX49" fmla="*/ 546325 w 1403195"/>
              <a:gd name="connsiteY49" fmla="*/ 4780965 h 6858000"/>
              <a:gd name="connsiteX50" fmla="*/ 547618 w 1403195"/>
              <a:gd name="connsiteY50" fmla="*/ 4750867 h 6858000"/>
              <a:gd name="connsiteX51" fmla="*/ 545425 w 1403195"/>
              <a:gd name="connsiteY51" fmla="*/ 4690749 h 6858000"/>
              <a:gd name="connsiteX52" fmla="*/ 540905 w 1403195"/>
              <a:gd name="connsiteY52" fmla="*/ 4584173 h 6858000"/>
              <a:gd name="connsiteX53" fmla="*/ 535988 w 1403195"/>
              <a:gd name="connsiteY53" fmla="*/ 4444346 h 6858000"/>
              <a:gd name="connsiteX54" fmla="*/ 532553 w 1403195"/>
              <a:gd name="connsiteY54" fmla="*/ 4375228 h 6858000"/>
              <a:gd name="connsiteX55" fmla="*/ 513206 w 1403195"/>
              <a:gd name="connsiteY55" fmla="*/ 4214165 h 6858000"/>
              <a:gd name="connsiteX56" fmla="*/ 517279 w 1403195"/>
              <a:gd name="connsiteY56" fmla="*/ 4090296 h 6858000"/>
              <a:gd name="connsiteX57" fmla="*/ 502535 w 1403195"/>
              <a:gd name="connsiteY57" fmla="*/ 4033999 h 6858000"/>
              <a:gd name="connsiteX58" fmla="*/ 503684 w 1403195"/>
              <a:gd name="connsiteY58" fmla="*/ 4031933 h 6858000"/>
              <a:gd name="connsiteX59" fmla="*/ 502260 w 1403195"/>
              <a:gd name="connsiteY59" fmla="*/ 4013953 h 6858000"/>
              <a:gd name="connsiteX60" fmla="*/ 488555 w 1403195"/>
              <a:gd name="connsiteY60" fmla="*/ 3974753 h 6858000"/>
              <a:gd name="connsiteX61" fmla="*/ 490153 w 1403195"/>
              <a:gd name="connsiteY61" fmla="*/ 3969950 h 6858000"/>
              <a:gd name="connsiteX62" fmla="*/ 483575 w 1403195"/>
              <a:gd name="connsiteY62" fmla="*/ 3933779 h 6858000"/>
              <a:gd name="connsiteX63" fmla="*/ 484906 w 1403195"/>
              <a:gd name="connsiteY63" fmla="*/ 3933093 h 6858000"/>
              <a:gd name="connsiteX64" fmla="*/ 489260 w 1403195"/>
              <a:gd name="connsiteY64" fmla="*/ 3922082 h 6858000"/>
              <a:gd name="connsiteX65" fmla="*/ 494338 w 1403195"/>
              <a:gd name="connsiteY65" fmla="*/ 3901461 h 6858000"/>
              <a:gd name="connsiteX66" fmla="*/ 516932 w 1403195"/>
              <a:gd name="connsiteY66" fmla="*/ 3813873 h 6858000"/>
              <a:gd name="connsiteX67" fmla="*/ 516357 w 1403195"/>
              <a:gd name="connsiteY67" fmla="*/ 3806161 h 6858000"/>
              <a:gd name="connsiteX68" fmla="*/ 516664 w 1403195"/>
              <a:gd name="connsiteY68" fmla="*/ 3805957 h 6858000"/>
              <a:gd name="connsiteX69" fmla="*/ 516691 w 1403195"/>
              <a:gd name="connsiteY69" fmla="*/ 3797724 h 6858000"/>
              <a:gd name="connsiteX70" fmla="*/ 515306 w 1403195"/>
              <a:gd name="connsiteY70" fmla="*/ 3792098 h 6858000"/>
              <a:gd name="connsiteX71" fmla="*/ 514190 w 1403195"/>
              <a:gd name="connsiteY71" fmla="*/ 3777135 h 6858000"/>
              <a:gd name="connsiteX72" fmla="*/ 515923 w 1403195"/>
              <a:gd name="connsiteY72" fmla="*/ 3771656 h 6858000"/>
              <a:gd name="connsiteX73" fmla="*/ 519666 w 1403195"/>
              <a:gd name="connsiteY73" fmla="*/ 3769007 h 6858000"/>
              <a:gd name="connsiteX74" fmla="*/ 519132 w 1403195"/>
              <a:gd name="connsiteY74" fmla="*/ 3767709 h 6858000"/>
              <a:gd name="connsiteX75" fmla="*/ 527828 w 1403195"/>
              <a:gd name="connsiteY75" fmla="*/ 3738082 h 6858000"/>
              <a:gd name="connsiteX76" fmla="*/ 535174 w 1403195"/>
              <a:gd name="connsiteY76" fmla="*/ 3673397 h 6858000"/>
              <a:gd name="connsiteX77" fmla="*/ 534470 w 1403195"/>
              <a:gd name="connsiteY77" fmla="*/ 3637109 h 6858000"/>
              <a:gd name="connsiteX78" fmla="*/ 537913 w 1403195"/>
              <a:gd name="connsiteY78" fmla="*/ 3536883 h 6858000"/>
              <a:gd name="connsiteX79" fmla="*/ 545451 w 1403195"/>
              <a:gd name="connsiteY79" fmla="*/ 3435652 h 6858000"/>
              <a:gd name="connsiteX80" fmla="*/ 547122 w 1403195"/>
              <a:gd name="connsiteY80" fmla="*/ 3307769 h 6858000"/>
              <a:gd name="connsiteX81" fmla="*/ 564685 w 1403195"/>
              <a:gd name="connsiteY81" fmla="*/ 3250522 h 6858000"/>
              <a:gd name="connsiteX82" fmla="*/ 565110 w 1403195"/>
              <a:gd name="connsiteY82" fmla="*/ 3229163 h 6858000"/>
              <a:gd name="connsiteX83" fmla="*/ 566933 w 1403195"/>
              <a:gd name="connsiteY83" fmla="*/ 3217217 h 6858000"/>
              <a:gd name="connsiteX84" fmla="*/ 553768 w 1403195"/>
              <a:gd name="connsiteY84" fmla="*/ 3183755 h 6858000"/>
              <a:gd name="connsiteX85" fmla="*/ 554269 w 1403195"/>
              <a:gd name="connsiteY85" fmla="*/ 3178642 h 6858000"/>
              <a:gd name="connsiteX86" fmla="*/ 541869 w 1403195"/>
              <a:gd name="connsiteY86" fmla="*/ 3158586 h 6858000"/>
              <a:gd name="connsiteX87" fmla="*/ 527054 w 1403195"/>
              <a:gd name="connsiteY87" fmla="*/ 3129034 h 6858000"/>
              <a:gd name="connsiteX88" fmla="*/ 527719 w 1403195"/>
              <a:gd name="connsiteY88" fmla="*/ 3126682 h 6858000"/>
              <a:gd name="connsiteX89" fmla="*/ 518587 w 1403195"/>
              <a:gd name="connsiteY89" fmla="*/ 3114519 h 6858000"/>
              <a:gd name="connsiteX90" fmla="*/ 505196 w 1403195"/>
              <a:gd name="connsiteY90" fmla="*/ 3106272 h 6858000"/>
              <a:gd name="connsiteX91" fmla="*/ 477926 w 1403195"/>
              <a:gd name="connsiteY91" fmla="*/ 2958185 h 6858000"/>
              <a:gd name="connsiteX92" fmla="*/ 420540 w 1403195"/>
              <a:gd name="connsiteY92" fmla="*/ 2762989 h 6858000"/>
              <a:gd name="connsiteX93" fmla="*/ 369458 w 1403195"/>
              <a:gd name="connsiteY93" fmla="*/ 2554718 h 6858000"/>
              <a:gd name="connsiteX94" fmla="*/ 349552 w 1403195"/>
              <a:gd name="connsiteY94" fmla="*/ 2485734 h 6858000"/>
              <a:gd name="connsiteX95" fmla="*/ 340275 w 1403195"/>
              <a:gd name="connsiteY95" fmla="*/ 2447068 h 6858000"/>
              <a:gd name="connsiteX96" fmla="*/ 327236 w 1403195"/>
              <a:gd name="connsiteY96" fmla="*/ 2425819 h 6858000"/>
              <a:gd name="connsiteX97" fmla="*/ 333235 w 1403195"/>
              <a:gd name="connsiteY97" fmla="*/ 2402874 h 6858000"/>
              <a:gd name="connsiteX98" fmla="*/ 335847 w 1403195"/>
              <a:gd name="connsiteY98" fmla="*/ 2381443 h 6858000"/>
              <a:gd name="connsiteX99" fmla="*/ 312176 w 1403195"/>
              <a:gd name="connsiteY99" fmla="*/ 2261920 h 6858000"/>
              <a:gd name="connsiteX100" fmla="*/ 302063 w 1403195"/>
              <a:gd name="connsiteY100" fmla="*/ 2195378 h 6858000"/>
              <a:gd name="connsiteX101" fmla="*/ 286280 w 1403195"/>
              <a:gd name="connsiteY101" fmla="*/ 2155135 h 6858000"/>
              <a:gd name="connsiteX102" fmla="*/ 283738 w 1403195"/>
              <a:gd name="connsiteY102" fmla="*/ 2118008 h 6858000"/>
              <a:gd name="connsiteX103" fmla="*/ 284731 w 1403195"/>
              <a:gd name="connsiteY103" fmla="*/ 2050531 h 6858000"/>
              <a:gd name="connsiteX104" fmla="*/ 276537 w 1403195"/>
              <a:gd name="connsiteY104" fmla="*/ 1963269 h 6858000"/>
              <a:gd name="connsiteX105" fmla="*/ 257715 w 1403195"/>
              <a:gd name="connsiteY105" fmla="*/ 1906352 h 6858000"/>
              <a:gd name="connsiteX106" fmla="*/ 234272 w 1403195"/>
              <a:gd name="connsiteY106" fmla="*/ 1861531 h 6858000"/>
              <a:gd name="connsiteX107" fmla="*/ 188071 w 1403195"/>
              <a:gd name="connsiteY107" fmla="*/ 1732919 h 6858000"/>
              <a:gd name="connsiteX108" fmla="*/ 160382 w 1403195"/>
              <a:gd name="connsiteY108" fmla="*/ 1663540 h 6858000"/>
              <a:gd name="connsiteX109" fmla="*/ 159508 w 1403195"/>
              <a:gd name="connsiteY109" fmla="*/ 1615777 h 6858000"/>
              <a:gd name="connsiteX110" fmla="*/ 140303 w 1403195"/>
              <a:gd name="connsiteY110" fmla="*/ 1563678 h 6858000"/>
              <a:gd name="connsiteX111" fmla="*/ 153383 w 1403195"/>
              <a:gd name="connsiteY111" fmla="*/ 1519474 h 6858000"/>
              <a:gd name="connsiteX112" fmla="*/ 146125 w 1403195"/>
              <a:gd name="connsiteY112" fmla="*/ 1477995 h 6858000"/>
              <a:gd name="connsiteX113" fmla="*/ 132210 w 1403195"/>
              <a:gd name="connsiteY113" fmla="*/ 1373769 h 6858000"/>
              <a:gd name="connsiteX114" fmla="*/ 140517 w 1403195"/>
              <a:gd name="connsiteY114" fmla="*/ 1307086 h 6858000"/>
              <a:gd name="connsiteX115" fmla="*/ 141705 w 1403195"/>
              <a:gd name="connsiteY115" fmla="*/ 1189033 h 6858000"/>
              <a:gd name="connsiteX116" fmla="*/ 146390 w 1403195"/>
              <a:gd name="connsiteY116" fmla="*/ 1168288 h 6858000"/>
              <a:gd name="connsiteX117" fmla="*/ 138672 w 1403195"/>
              <a:gd name="connsiteY117" fmla="*/ 1142577 h 6858000"/>
              <a:gd name="connsiteX118" fmla="*/ 127978 w 1403195"/>
              <a:gd name="connsiteY118" fmla="*/ 1088484 h 6858000"/>
              <a:gd name="connsiteX119" fmla="*/ 116714 w 1403195"/>
              <a:gd name="connsiteY119" fmla="*/ 1016103 h 6858000"/>
              <a:gd name="connsiteX120" fmla="*/ 118170 w 1403195"/>
              <a:gd name="connsiteY120" fmla="*/ 932283 h 6858000"/>
              <a:gd name="connsiteX121" fmla="*/ 120406 w 1403195"/>
              <a:gd name="connsiteY121" fmla="*/ 915925 h 6858000"/>
              <a:gd name="connsiteX122" fmla="*/ 113035 w 1403195"/>
              <a:gd name="connsiteY122" fmla="*/ 896999 h 6858000"/>
              <a:gd name="connsiteX123" fmla="*/ 82443 w 1403195"/>
              <a:gd name="connsiteY123" fmla="*/ 821517 h 6858000"/>
              <a:gd name="connsiteX124" fmla="*/ 61393 w 1403195"/>
              <a:gd name="connsiteY124" fmla="*/ 751353 h 6858000"/>
              <a:gd name="connsiteX125" fmla="*/ 60951 w 1403195"/>
              <a:gd name="connsiteY125" fmla="*/ 721230 h 6858000"/>
              <a:gd name="connsiteX126" fmla="*/ 46622 w 1403195"/>
              <a:gd name="connsiteY126" fmla="*/ 681659 h 6858000"/>
              <a:gd name="connsiteX127" fmla="*/ 32041 w 1403195"/>
              <a:gd name="connsiteY127" fmla="*/ 635218 h 6858000"/>
              <a:gd name="connsiteX128" fmla="*/ 37052 w 1403195"/>
              <a:gd name="connsiteY128" fmla="*/ 613763 h 6858000"/>
              <a:gd name="connsiteX129" fmla="*/ 22994 w 1403195"/>
              <a:gd name="connsiteY129" fmla="*/ 598582 h 6858000"/>
              <a:gd name="connsiteX130" fmla="*/ 22675 w 1403195"/>
              <a:gd name="connsiteY130" fmla="*/ 576846 h 6858000"/>
              <a:gd name="connsiteX131" fmla="*/ 2301 w 1403195"/>
              <a:gd name="connsiteY131" fmla="*/ 530055 h 6858000"/>
              <a:gd name="connsiteX132" fmla="*/ 1549 w 1403195"/>
              <a:gd name="connsiteY132" fmla="*/ 465389 h 6858000"/>
              <a:gd name="connsiteX133" fmla="*/ 90145 w 1403195"/>
              <a:gd name="connsiteY133" fmla="*/ 353137 h 6858000"/>
              <a:gd name="connsiteX134" fmla="*/ 111655 w 1403195"/>
              <a:gd name="connsiteY134" fmla="*/ 309501 h 6858000"/>
              <a:gd name="connsiteX135" fmla="*/ 95838 w 1403195"/>
              <a:gd name="connsiteY135" fmla="*/ 275771 h 6858000"/>
              <a:gd name="connsiteX136" fmla="*/ 112865 w 1403195"/>
              <a:gd name="connsiteY136" fmla="*/ 212860 h 6858000"/>
              <a:gd name="connsiteX137" fmla="*/ 104575 w 1403195"/>
              <a:gd name="connsiteY137" fmla="*/ 144983 h 6858000"/>
              <a:gd name="connsiteX138" fmla="*/ 116859 w 1403195"/>
              <a:gd name="connsiteY138" fmla="*/ 55288 h 6858000"/>
              <a:gd name="connsiteX139" fmla="*/ 76413 w 1403195"/>
              <a:gd name="connsiteY139" fmla="*/ 0 h 6858000"/>
              <a:gd name="connsiteX0" fmla="*/ 74305 w 1401087"/>
              <a:gd name="connsiteY0" fmla="*/ 0 h 6858000"/>
              <a:gd name="connsiteX1" fmla="*/ 1401087 w 1401087"/>
              <a:gd name="connsiteY1" fmla="*/ 0 h 6858000"/>
              <a:gd name="connsiteX2" fmla="*/ 1401087 w 1401087"/>
              <a:gd name="connsiteY2" fmla="*/ 6858000 h 6858000"/>
              <a:gd name="connsiteX3" fmla="*/ 137781 w 1401087"/>
              <a:gd name="connsiteY3" fmla="*/ 6857735 h 6858000"/>
              <a:gd name="connsiteX4" fmla="*/ 174374 w 1401087"/>
              <a:gd name="connsiteY4" fmla="*/ 6776847 h 6858000"/>
              <a:gd name="connsiteX5" fmla="*/ 185874 w 1401087"/>
              <a:gd name="connsiteY5" fmla="*/ 6737706 h 6858000"/>
              <a:gd name="connsiteX6" fmla="*/ 210613 w 1401087"/>
              <a:gd name="connsiteY6" fmla="*/ 6691589 h 6858000"/>
              <a:gd name="connsiteX7" fmla="*/ 188170 w 1401087"/>
              <a:gd name="connsiteY7" fmla="*/ 6659970 h 6858000"/>
              <a:gd name="connsiteX8" fmla="*/ 203261 w 1401087"/>
              <a:gd name="connsiteY8" fmla="*/ 6636211 h 6858000"/>
              <a:gd name="connsiteX9" fmla="*/ 220705 w 1401087"/>
              <a:gd name="connsiteY9" fmla="*/ 6594177 h 6858000"/>
              <a:gd name="connsiteX10" fmla="*/ 234745 w 1401087"/>
              <a:gd name="connsiteY10" fmla="*/ 6557575 h 6858000"/>
              <a:gd name="connsiteX11" fmla="*/ 287702 w 1401087"/>
              <a:gd name="connsiteY11" fmla="*/ 6492130 h 6858000"/>
              <a:gd name="connsiteX12" fmla="*/ 303389 w 1401087"/>
              <a:gd name="connsiteY12" fmla="*/ 6431610 h 6858000"/>
              <a:gd name="connsiteX13" fmla="*/ 347094 w 1401087"/>
              <a:gd name="connsiteY13" fmla="*/ 6379786 h 6858000"/>
              <a:gd name="connsiteX14" fmla="*/ 330317 w 1401087"/>
              <a:gd name="connsiteY14" fmla="*/ 6334727 h 6858000"/>
              <a:gd name="connsiteX15" fmla="*/ 307732 w 1401087"/>
              <a:gd name="connsiteY15" fmla="*/ 6313295 h 6858000"/>
              <a:gd name="connsiteX16" fmla="*/ 314896 w 1401087"/>
              <a:gd name="connsiteY16" fmla="*/ 6280046 h 6858000"/>
              <a:gd name="connsiteX17" fmla="*/ 297641 w 1401087"/>
              <a:gd name="connsiteY17" fmla="*/ 6270265 h 6858000"/>
              <a:gd name="connsiteX18" fmla="*/ 324669 w 1401087"/>
              <a:gd name="connsiteY18" fmla="*/ 6252834 h 6858000"/>
              <a:gd name="connsiteX19" fmla="*/ 302661 w 1401087"/>
              <a:gd name="connsiteY19" fmla="*/ 6202459 h 6858000"/>
              <a:gd name="connsiteX20" fmla="*/ 301459 w 1401087"/>
              <a:gd name="connsiteY20" fmla="*/ 6153037 h 6858000"/>
              <a:gd name="connsiteX21" fmla="*/ 316874 w 1401087"/>
              <a:gd name="connsiteY21" fmla="*/ 6078132 h 6858000"/>
              <a:gd name="connsiteX22" fmla="*/ 304261 w 1401087"/>
              <a:gd name="connsiteY22" fmla="*/ 6028119 h 6858000"/>
              <a:gd name="connsiteX23" fmla="*/ 289490 w 1401087"/>
              <a:gd name="connsiteY23" fmla="*/ 5926735 h 6858000"/>
              <a:gd name="connsiteX24" fmla="*/ 339002 w 1401087"/>
              <a:gd name="connsiteY24" fmla="*/ 5712857 h 6858000"/>
              <a:gd name="connsiteX25" fmla="*/ 318077 w 1401087"/>
              <a:gd name="connsiteY25" fmla="*/ 5676393 h 6858000"/>
              <a:gd name="connsiteX26" fmla="*/ 357669 w 1401087"/>
              <a:gd name="connsiteY26" fmla="*/ 5563435 h 6858000"/>
              <a:gd name="connsiteX27" fmla="*/ 404799 w 1401087"/>
              <a:gd name="connsiteY27" fmla="*/ 5437125 h 6858000"/>
              <a:gd name="connsiteX28" fmla="*/ 418367 w 1401087"/>
              <a:gd name="connsiteY28" fmla="*/ 5396260 h 6858000"/>
              <a:gd name="connsiteX29" fmla="*/ 434348 w 1401087"/>
              <a:gd name="connsiteY29" fmla="*/ 5330009 h 6858000"/>
              <a:gd name="connsiteX30" fmla="*/ 467841 w 1401087"/>
              <a:gd name="connsiteY30" fmla="*/ 5273739 h 6858000"/>
              <a:gd name="connsiteX31" fmla="*/ 477440 w 1401087"/>
              <a:gd name="connsiteY31" fmla="*/ 5241779 h 6858000"/>
              <a:gd name="connsiteX32" fmla="*/ 488666 w 1401087"/>
              <a:gd name="connsiteY32" fmla="*/ 5225268 h 6858000"/>
              <a:gd name="connsiteX33" fmla="*/ 489686 w 1401087"/>
              <a:gd name="connsiteY33" fmla="*/ 5217684 h 6858000"/>
              <a:gd name="connsiteX34" fmla="*/ 497027 w 1401087"/>
              <a:gd name="connsiteY34" fmla="*/ 5193377 h 6858000"/>
              <a:gd name="connsiteX35" fmla="*/ 500330 w 1401087"/>
              <a:gd name="connsiteY35" fmla="*/ 5179288 h 6858000"/>
              <a:gd name="connsiteX36" fmla="*/ 501314 w 1401087"/>
              <a:gd name="connsiteY36" fmla="*/ 5173621 h 6858000"/>
              <a:gd name="connsiteX37" fmla="*/ 496948 w 1401087"/>
              <a:gd name="connsiteY37" fmla="*/ 5159961 h 6858000"/>
              <a:gd name="connsiteX38" fmla="*/ 503625 w 1401087"/>
              <a:gd name="connsiteY38" fmla="*/ 5144295 h 6858000"/>
              <a:gd name="connsiteX39" fmla="*/ 500558 w 1401087"/>
              <a:gd name="connsiteY39" fmla="*/ 5125185 h 6858000"/>
              <a:gd name="connsiteX40" fmla="*/ 507388 w 1401087"/>
              <a:gd name="connsiteY40" fmla="*/ 5121884 h 6858000"/>
              <a:gd name="connsiteX41" fmla="*/ 514424 w 1401087"/>
              <a:gd name="connsiteY41" fmla="*/ 5067850 h 6858000"/>
              <a:gd name="connsiteX42" fmla="*/ 517155 w 1401087"/>
              <a:gd name="connsiteY42" fmla="*/ 5060861 h 6858000"/>
              <a:gd name="connsiteX43" fmla="*/ 513859 w 1401087"/>
              <a:gd name="connsiteY43" fmla="*/ 5034192 h 6858000"/>
              <a:gd name="connsiteX44" fmla="*/ 515413 w 1401087"/>
              <a:gd name="connsiteY44" fmla="*/ 4993030 h 6858000"/>
              <a:gd name="connsiteX45" fmla="*/ 522322 w 1401087"/>
              <a:gd name="connsiteY45" fmla="*/ 4946844 h 6858000"/>
              <a:gd name="connsiteX46" fmla="*/ 518178 w 1401087"/>
              <a:gd name="connsiteY46" fmla="*/ 4932692 h 6858000"/>
              <a:gd name="connsiteX47" fmla="*/ 533581 w 1401087"/>
              <a:gd name="connsiteY47" fmla="*/ 4858827 h 6858000"/>
              <a:gd name="connsiteX48" fmla="*/ 539484 w 1401087"/>
              <a:gd name="connsiteY48" fmla="*/ 4821170 h 6858000"/>
              <a:gd name="connsiteX49" fmla="*/ 544217 w 1401087"/>
              <a:gd name="connsiteY49" fmla="*/ 4780965 h 6858000"/>
              <a:gd name="connsiteX50" fmla="*/ 545510 w 1401087"/>
              <a:gd name="connsiteY50" fmla="*/ 4750867 h 6858000"/>
              <a:gd name="connsiteX51" fmla="*/ 543317 w 1401087"/>
              <a:gd name="connsiteY51" fmla="*/ 4690749 h 6858000"/>
              <a:gd name="connsiteX52" fmla="*/ 538797 w 1401087"/>
              <a:gd name="connsiteY52" fmla="*/ 4584173 h 6858000"/>
              <a:gd name="connsiteX53" fmla="*/ 533880 w 1401087"/>
              <a:gd name="connsiteY53" fmla="*/ 4444346 h 6858000"/>
              <a:gd name="connsiteX54" fmla="*/ 530445 w 1401087"/>
              <a:gd name="connsiteY54" fmla="*/ 4375228 h 6858000"/>
              <a:gd name="connsiteX55" fmla="*/ 511098 w 1401087"/>
              <a:gd name="connsiteY55" fmla="*/ 4214165 h 6858000"/>
              <a:gd name="connsiteX56" fmla="*/ 515171 w 1401087"/>
              <a:gd name="connsiteY56" fmla="*/ 4090296 h 6858000"/>
              <a:gd name="connsiteX57" fmla="*/ 500427 w 1401087"/>
              <a:gd name="connsiteY57" fmla="*/ 4033999 h 6858000"/>
              <a:gd name="connsiteX58" fmla="*/ 501576 w 1401087"/>
              <a:gd name="connsiteY58" fmla="*/ 4031933 h 6858000"/>
              <a:gd name="connsiteX59" fmla="*/ 500152 w 1401087"/>
              <a:gd name="connsiteY59" fmla="*/ 4013953 h 6858000"/>
              <a:gd name="connsiteX60" fmla="*/ 486447 w 1401087"/>
              <a:gd name="connsiteY60" fmla="*/ 3974753 h 6858000"/>
              <a:gd name="connsiteX61" fmla="*/ 488045 w 1401087"/>
              <a:gd name="connsiteY61" fmla="*/ 3969950 h 6858000"/>
              <a:gd name="connsiteX62" fmla="*/ 481467 w 1401087"/>
              <a:gd name="connsiteY62" fmla="*/ 3933779 h 6858000"/>
              <a:gd name="connsiteX63" fmla="*/ 482798 w 1401087"/>
              <a:gd name="connsiteY63" fmla="*/ 3933093 h 6858000"/>
              <a:gd name="connsiteX64" fmla="*/ 487152 w 1401087"/>
              <a:gd name="connsiteY64" fmla="*/ 3922082 h 6858000"/>
              <a:gd name="connsiteX65" fmla="*/ 492230 w 1401087"/>
              <a:gd name="connsiteY65" fmla="*/ 3901461 h 6858000"/>
              <a:gd name="connsiteX66" fmla="*/ 514824 w 1401087"/>
              <a:gd name="connsiteY66" fmla="*/ 3813873 h 6858000"/>
              <a:gd name="connsiteX67" fmla="*/ 514249 w 1401087"/>
              <a:gd name="connsiteY67" fmla="*/ 3806161 h 6858000"/>
              <a:gd name="connsiteX68" fmla="*/ 514556 w 1401087"/>
              <a:gd name="connsiteY68" fmla="*/ 3805957 h 6858000"/>
              <a:gd name="connsiteX69" fmla="*/ 514583 w 1401087"/>
              <a:gd name="connsiteY69" fmla="*/ 3797724 h 6858000"/>
              <a:gd name="connsiteX70" fmla="*/ 513198 w 1401087"/>
              <a:gd name="connsiteY70" fmla="*/ 3792098 h 6858000"/>
              <a:gd name="connsiteX71" fmla="*/ 512082 w 1401087"/>
              <a:gd name="connsiteY71" fmla="*/ 3777135 h 6858000"/>
              <a:gd name="connsiteX72" fmla="*/ 513815 w 1401087"/>
              <a:gd name="connsiteY72" fmla="*/ 3771656 h 6858000"/>
              <a:gd name="connsiteX73" fmla="*/ 517558 w 1401087"/>
              <a:gd name="connsiteY73" fmla="*/ 3769007 h 6858000"/>
              <a:gd name="connsiteX74" fmla="*/ 517024 w 1401087"/>
              <a:gd name="connsiteY74" fmla="*/ 3767709 h 6858000"/>
              <a:gd name="connsiteX75" fmla="*/ 525720 w 1401087"/>
              <a:gd name="connsiteY75" fmla="*/ 3738082 h 6858000"/>
              <a:gd name="connsiteX76" fmla="*/ 533066 w 1401087"/>
              <a:gd name="connsiteY76" fmla="*/ 3673397 h 6858000"/>
              <a:gd name="connsiteX77" fmla="*/ 532362 w 1401087"/>
              <a:gd name="connsiteY77" fmla="*/ 3637109 h 6858000"/>
              <a:gd name="connsiteX78" fmla="*/ 535805 w 1401087"/>
              <a:gd name="connsiteY78" fmla="*/ 3536883 h 6858000"/>
              <a:gd name="connsiteX79" fmla="*/ 543343 w 1401087"/>
              <a:gd name="connsiteY79" fmla="*/ 3435652 h 6858000"/>
              <a:gd name="connsiteX80" fmla="*/ 545014 w 1401087"/>
              <a:gd name="connsiteY80" fmla="*/ 3307769 h 6858000"/>
              <a:gd name="connsiteX81" fmla="*/ 562577 w 1401087"/>
              <a:gd name="connsiteY81" fmla="*/ 3250522 h 6858000"/>
              <a:gd name="connsiteX82" fmla="*/ 563002 w 1401087"/>
              <a:gd name="connsiteY82" fmla="*/ 3229163 h 6858000"/>
              <a:gd name="connsiteX83" fmla="*/ 564825 w 1401087"/>
              <a:gd name="connsiteY83" fmla="*/ 3217217 h 6858000"/>
              <a:gd name="connsiteX84" fmla="*/ 551660 w 1401087"/>
              <a:gd name="connsiteY84" fmla="*/ 3183755 h 6858000"/>
              <a:gd name="connsiteX85" fmla="*/ 552161 w 1401087"/>
              <a:gd name="connsiteY85" fmla="*/ 3178642 h 6858000"/>
              <a:gd name="connsiteX86" fmla="*/ 539761 w 1401087"/>
              <a:gd name="connsiteY86" fmla="*/ 3158586 h 6858000"/>
              <a:gd name="connsiteX87" fmla="*/ 524946 w 1401087"/>
              <a:gd name="connsiteY87" fmla="*/ 3129034 h 6858000"/>
              <a:gd name="connsiteX88" fmla="*/ 525611 w 1401087"/>
              <a:gd name="connsiteY88" fmla="*/ 3126682 h 6858000"/>
              <a:gd name="connsiteX89" fmla="*/ 516479 w 1401087"/>
              <a:gd name="connsiteY89" fmla="*/ 3114519 h 6858000"/>
              <a:gd name="connsiteX90" fmla="*/ 503088 w 1401087"/>
              <a:gd name="connsiteY90" fmla="*/ 3106272 h 6858000"/>
              <a:gd name="connsiteX91" fmla="*/ 475818 w 1401087"/>
              <a:gd name="connsiteY91" fmla="*/ 2958185 h 6858000"/>
              <a:gd name="connsiteX92" fmla="*/ 418432 w 1401087"/>
              <a:gd name="connsiteY92" fmla="*/ 2762989 h 6858000"/>
              <a:gd name="connsiteX93" fmla="*/ 367350 w 1401087"/>
              <a:gd name="connsiteY93" fmla="*/ 2554718 h 6858000"/>
              <a:gd name="connsiteX94" fmla="*/ 347444 w 1401087"/>
              <a:gd name="connsiteY94" fmla="*/ 2485734 h 6858000"/>
              <a:gd name="connsiteX95" fmla="*/ 338167 w 1401087"/>
              <a:gd name="connsiteY95" fmla="*/ 2447068 h 6858000"/>
              <a:gd name="connsiteX96" fmla="*/ 325128 w 1401087"/>
              <a:gd name="connsiteY96" fmla="*/ 2425819 h 6858000"/>
              <a:gd name="connsiteX97" fmla="*/ 331127 w 1401087"/>
              <a:gd name="connsiteY97" fmla="*/ 2402874 h 6858000"/>
              <a:gd name="connsiteX98" fmla="*/ 333739 w 1401087"/>
              <a:gd name="connsiteY98" fmla="*/ 2381443 h 6858000"/>
              <a:gd name="connsiteX99" fmla="*/ 310068 w 1401087"/>
              <a:gd name="connsiteY99" fmla="*/ 2261920 h 6858000"/>
              <a:gd name="connsiteX100" fmla="*/ 299955 w 1401087"/>
              <a:gd name="connsiteY100" fmla="*/ 2195378 h 6858000"/>
              <a:gd name="connsiteX101" fmla="*/ 284172 w 1401087"/>
              <a:gd name="connsiteY101" fmla="*/ 2155135 h 6858000"/>
              <a:gd name="connsiteX102" fmla="*/ 281630 w 1401087"/>
              <a:gd name="connsiteY102" fmla="*/ 2118008 h 6858000"/>
              <a:gd name="connsiteX103" fmla="*/ 282623 w 1401087"/>
              <a:gd name="connsiteY103" fmla="*/ 2050531 h 6858000"/>
              <a:gd name="connsiteX104" fmla="*/ 274429 w 1401087"/>
              <a:gd name="connsiteY104" fmla="*/ 1963269 h 6858000"/>
              <a:gd name="connsiteX105" fmla="*/ 255607 w 1401087"/>
              <a:gd name="connsiteY105" fmla="*/ 1906352 h 6858000"/>
              <a:gd name="connsiteX106" fmla="*/ 232164 w 1401087"/>
              <a:gd name="connsiteY106" fmla="*/ 1861531 h 6858000"/>
              <a:gd name="connsiteX107" fmla="*/ 185963 w 1401087"/>
              <a:gd name="connsiteY107" fmla="*/ 1732919 h 6858000"/>
              <a:gd name="connsiteX108" fmla="*/ 158274 w 1401087"/>
              <a:gd name="connsiteY108" fmla="*/ 1663540 h 6858000"/>
              <a:gd name="connsiteX109" fmla="*/ 157400 w 1401087"/>
              <a:gd name="connsiteY109" fmla="*/ 1615777 h 6858000"/>
              <a:gd name="connsiteX110" fmla="*/ 138195 w 1401087"/>
              <a:gd name="connsiteY110" fmla="*/ 1563678 h 6858000"/>
              <a:gd name="connsiteX111" fmla="*/ 151275 w 1401087"/>
              <a:gd name="connsiteY111" fmla="*/ 1519474 h 6858000"/>
              <a:gd name="connsiteX112" fmla="*/ 144017 w 1401087"/>
              <a:gd name="connsiteY112" fmla="*/ 1477995 h 6858000"/>
              <a:gd name="connsiteX113" fmla="*/ 130102 w 1401087"/>
              <a:gd name="connsiteY113" fmla="*/ 1373769 h 6858000"/>
              <a:gd name="connsiteX114" fmla="*/ 138409 w 1401087"/>
              <a:gd name="connsiteY114" fmla="*/ 1307086 h 6858000"/>
              <a:gd name="connsiteX115" fmla="*/ 139597 w 1401087"/>
              <a:gd name="connsiteY115" fmla="*/ 1189033 h 6858000"/>
              <a:gd name="connsiteX116" fmla="*/ 144282 w 1401087"/>
              <a:gd name="connsiteY116" fmla="*/ 1168288 h 6858000"/>
              <a:gd name="connsiteX117" fmla="*/ 136564 w 1401087"/>
              <a:gd name="connsiteY117" fmla="*/ 1142577 h 6858000"/>
              <a:gd name="connsiteX118" fmla="*/ 125870 w 1401087"/>
              <a:gd name="connsiteY118" fmla="*/ 1088484 h 6858000"/>
              <a:gd name="connsiteX119" fmla="*/ 114606 w 1401087"/>
              <a:gd name="connsiteY119" fmla="*/ 1016103 h 6858000"/>
              <a:gd name="connsiteX120" fmla="*/ 116062 w 1401087"/>
              <a:gd name="connsiteY120" fmla="*/ 932283 h 6858000"/>
              <a:gd name="connsiteX121" fmla="*/ 118298 w 1401087"/>
              <a:gd name="connsiteY121" fmla="*/ 915925 h 6858000"/>
              <a:gd name="connsiteX122" fmla="*/ 110927 w 1401087"/>
              <a:gd name="connsiteY122" fmla="*/ 896999 h 6858000"/>
              <a:gd name="connsiteX123" fmla="*/ 80335 w 1401087"/>
              <a:gd name="connsiteY123" fmla="*/ 821517 h 6858000"/>
              <a:gd name="connsiteX124" fmla="*/ 59285 w 1401087"/>
              <a:gd name="connsiteY124" fmla="*/ 751353 h 6858000"/>
              <a:gd name="connsiteX125" fmla="*/ 58843 w 1401087"/>
              <a:gd name="connsiteY125" fmla="*/ 721230 h 6858000"/>
              <a:gd name="connsiteX126" fmla="*/ 44514 w 1401087"/>
              <a:gd name="connsiteY126" fmla="*/ 681659 h 6858000"/>
              <a:gd name="connsiteX127" fmla="*/ 29933 w 1401087"/>
              <a:gd name="connsiteY127" fmla="*/ 635218 h 6858000"/>
              <a:gd name="connsiteX128" fmla="*/ 34944 w 1401087"/>
              <a:gd name="connsiteY128" fmla="*/ 613763 h 6858000"/>
              <a:gd name="connsiteX129" fmla="*/ 20886 w 1401087"/>
              <a:gd name="connsiteY129" fmla="*/ 598582 h 6858000"/>
              <a:gd name="connsiteX130" fmla="*/ 20567 w 1401087"/>
              <a:gd name="connsiteY130" fmla="*/ 576846 h 6858000"/>
              <a:gd name="connsiteX131" fmla="*/ 193 w 1401087"/>
              <a:gd name="connsiteY131" fmla="*/ 530055 h 6858000"/>
              <a:gd name="connsiteX132" fmla="*/ 88207 w 1401087"/>
              <a:gd name="connsiteY132" fmla="*/ 393828 h 6858000"/>
              <a:gd name="connsiteX133" fmla="*/ 88037 w 1401087"/>
              <a:gd name="connsiteY133" fmla="*/ 353137 h 6858000"/>
              <a:gd name="connsiteX134" fmla="*/ 109547 w 1401087"/>
              <a:gd name="connsiteY134" fmla="*/ 309501 h 6858000"/>
              <a:gd name="connsiteX135" fmla="*/ 93730 w 1401087"/>
              <a:gd name="connsiteY135" fmla="*/ 275771 h 6858000"/>
              <a:gd name="connsiteX136" fmla="*/ 110757 w 1401087"/>
              <a:gd name="connsiteY136" fmla="*/ 212860 h 6858000"/>
              <a:gd name="connsiteX137" fmla="*/ 102467 w 1401087"/>
              <a:gd name="connsiteY137" fmla="*/ 144983 h 6858000"/>
              <a:gd name="connsiteX138" fmla="*/ 114751 w 1401087"/>
              <a:gd name="connsiteY138" fmla="*/ 55288 h 6858000"/>
              <a:gd name="connsiteX139" fmla="*/ 74305 w 1401087"/>
              <a:gd name="connsiteY139" fmla="*/ 0 h 6858000"/>
              <a:gd name="connsiteX0" fmla="*/ 53738 w 1380520"/>
              <a:gd name="connsiteY0" fmla="*/ 0 h 6858000"/>
              <a:gd name="connsiteX1" fmla="*/ 1380520 w 1380520"/>
              <a:gd name="connsiteY1" fmla="*/ 0 h 6858000"/>
              <a:gd name="connsiteX2" fmla="*/ 1380520 w 1380520"/>
              <a:gd name="connsiteY2" fmla="*/ 6858000 h 6858000"/>
              <a:gd name="connsiteX3" fmla="*/ 117214 w 1380520"/>
              <a:gd name="connsiteY3" fmla="*/ 6857735 h 6858000"/>
              <a:gd name="connsiteX4" fmla="*/ 153807 w 1380520"/>
              <a:gd name="connsiteY4" fmla="*/ 6776847 h 6858000"/>
              <a:gd name="connsiteX5" fmla="*/ 165307 w 1380520"/>
              <a:gd name="connsiteY5" fmla="*/ 6737706 h 6858000"/>
              <a:gd name="connsiteX6" fmla="*/ 190046 w 1380520"/>
              <a:gd name="connsiteY6" fmla="*/ 6691589 h 6858000"/>
              <a:gd name="connsiteX7" fmla="*/ 167603 w 1380520"/>
              <a:gd name="connsiteY7" fmla="*/ 6659970 h 6858000"/>
              <a:gd name="connsiteX8" fmla="*/ 182694 w 1380520"/>
              <a:gd name="connsiteY8" fmla="*/ 6636211 h 6858000"/>
              <a:gd name="connsiteX9" fmla="*/ 200138 w 1380520"/>
              <a:gd name="connsiteY9" fmla="*/ 6594177 h 6858000"/>
              <a:gd name="connsiteX10" fmla="*/ 214178 w 1380520"/>
              <a:gd name="connsiteY10" fmla="*/ 6557575 h 6858000"/>
              <a:gd name="connsiteX11" fmla="*/ 267135 w 1380520"/>
              <a:gd name="connsiteY11" fmla="*/ 6492130 h 6858000"/>
              <a:gd name="connsiteX12" fmla="*/ 282822 w 1380520"/>
              <a:gd name="connsiteY12" fmla="*/ 6431610 h 6858000"/>
              <a:gd name="connsiteX13" fmla="*/ 326527 w 1380520"/>
              <a:gd name="connsiteY13" fmla="*/ 6379786 h 6858000"/>
              <a:gd name="connsiteX14" fmla="*/ 309750 w 1380520"/>
              <a:gd name="connsiteY14" fmla="*/ 6334727 h 6858000"/>
              <a:gd name="connsiteX15" fmla="*/ 287165 w 1380520"/>
              <a:gd name="connsiteY15" fmla="*/ 6313295 h 6858000"/>
              <a:gd name="connsiteX16" fmla="*/ 294329 w 1380520"/>
              <a:gd name="connsiteY16" fmla="*/ 6280046 h 6858000"/>
              <a:gd name="connsiteX17" fmla="*/ 277074 w 1380520"/>
              <a:gd name="connsiteY17" fmla="*/ 6270265 h 6858000"/>
              <a:gd name="connsiteX18" fmla="*/ 304102 w 1380520"/>
              <a:gd name="connsiteY18" fmla="*/ 6252834 h 6858000"/>
              <a:gd name="connsiteX19" fmla="*/ 282094 w 1380520"/>
              <a:gd name="connsiteY19" fmla="*/ 6202459 h 6858000"/>
              <a:gd name="connsiteX20" fmla="*/ 280892 w 1380520"/>
              <a:gd name="connsiteY20" fmla="*/ 6153037 h 6858000"/>
              <a:gd name="connsiteX21" fmla="*/ 296307 w 1380520"/>
              <a:gd name="connsiteY21" fmla="*/ 6078132 h 6858000"/>
              <a:gd name="connsiteX22" fmla="*/ 283694 w 1380520"/>
              <a:gd name="connsiteY22" fmla="*/ 6028119 h 6858000"/>
              <a:gd name="connsiteX23" fmla="*/ 268923 w 1380520"/>
              <a:gd name="connsiteY23" fmla="*/ 5926735 h 6858000"/>
              <a:gd name="connsiteX24" fmla="*/ 318435 w 1380520"/>
              <a:gd name="connsiteY24" fmla="*/ 5712857 h 6858000"/>
              <a:gd name="connsiteX25" fmla="*/ 297510 w 1380520"/>
              <a:gd name="connsiteY25" fmla="*/ 5676393 h 6858000"/>
              <a:gd name="connsiteX26" fmla="*/ 337102 w 1380520"/>
              <a:gd name="connsiteY26" fmla="*/ 5563435 h 6858000"/>
              <a:gd name="connsiteX27" fmla="*/ 384232 w 1380520"/>
              <a:gd name="connsiteY27" fmla="*/ 5437125 h 6858000"/>
              <a:gd name="connsiteX28" fmla="*/ 397800 w 1380520"/>
              <a:gd name="connsiteY28" fmla="*/ 5396260 h 6858000"/>
              <a:gd name="connsiteX29" fmla="*/ 413781 w 1380520"/>
              <a:gd name="connsiteY29" fmla="*/ 5330009 h 6858000"/>
              <a:gd name="connsiteX30" fmla="*/ 447274 w 1380520"/>
              <a:gd name="connsiteY30" fmla="*/ 5273739 h 6858000"/>
              <a:gd name="connsiteX31" fmla="*/ 456873 w 1380520"/>
              <a:gd name="connsiteY31" fmla="*/ 5241779 h 6858000"/>
              <a:gd name="connsiteX32" fmla="*/ 468099 w 1380520"/>
              <a:gd name="connsiteY32" fmla="*/ 5225268 h 6858000"/>
              <a:gd name="connsiteX33" fmla="*/ 469119 w 1380520"/>
              <a:gd name="connsiteY33" fmla="*/ 5217684 h 6858000"/>
              <a:gd name="connsiteX34" fmla="*/ 476460 w 1380520"/>
              <a:gd name="connsiteY34" fmla="*/ 5193377 h 6858000"/>
              <a:gd name="connsiteX35" fmla="*/ 479763 w 1380520"/>
              <a:gd name="connsiteY35" fmla="*/ 5179288 h 6858000"/>
              <a:gd name="connsiteX36" fmla="*/ 480747 w 1380520"/>
              <a:gd name="connsiteY36" fmla="*/ 5173621 h 6858000"/>
              <a:gd name="connsiteX37" fmla="*/ 476381 w 1380520"/>
              <a:gd name="connsiteY37" fmla="*/ 5159961 h 6858000"/>
              <a:gd name="connsiteX38" fmla="*/ 483058 w 1380520"/>
              <a:gd name="connsiteY38" fmla="*/ 5144295 h 6858000"/>
              <a:gd name="connsiteX39" fmla="*/ 479991 w 1380520"/>
              <a:gd name="connsiteY39" fmla="*/ 5125185 h 6858000"/>
              <a:gd name="connsiteX40" fmla="*/ 486821 w 1380520"/>
              <a:gd name="connsiteY40" fmla="*/ 5121884 h 6858000"/>
              <a:gd name="connsiteX41" fmla="*/ 493857 w 1380520"/>
              <a:gd name="connsiteY41" fmla="*/ 5067850 h 6858000"/>
              <a:gd name="connsiteX42" fmla="*/ 496588 w 1380520"/>
              <a:gd name="connsiteY42" fmla="*/ 5060861 h 6858000"/>
              <a:gd name="connsiteX43" fmla="*/ 493292 w 1380520"/>
              <a:gd name="connsiteY43" fmla="*/ 5034192 h 6858000"/>
              <a:gd name="connsiteX44" fmla="*/ 494846 w 1380520"/>
              <a:gd name="connsiteY44" fmla="*/ 4993030 h 6858000"/>
              <a:gd name="connsiteX45" fmla="*/ 501755 w 1380520"/>
              <a:gd name="connsiteY45" fmla="*/ 4946844 h 6858000"/>
              <a:gd name="connsiteX46" fmla="*/ 497611 w 1380520"/>
              <a:gd name="connsiteY46" fmla="*/ 4932692 h 6858000"/>
              <a:gd name="connsiteX47" fmla="*/ 513014 w 1380520"/>
              <a:gd name="connsiteY47" fmla="*/ 4858827 h 6858000"/>
              <a:gd name="connsiteX48" fmla="*/ 518917 w 1380520"/>
              <a:gd name="connsiteY48" fmla="*/ 4821170 h 6858000"/>
              <a:gd name="connsiteX49" fmla="*/ 523650 w 1380520"/>
              <a:gd name="connsiteY49" fmla="*/ 4780965 h 6858000"/>
              <a:gd name="connsiteX50" fmla="*/ 524943 w 1380520"/>
              <a:gd name="connsiteY50" fmla="*/ 4750867 h 6858000"/>
              <a:gd name="connsiteX51" fmla="*/ 522750 w 1380520"/>
              <a:gd name="connsiteY51" fmla="*/ 4690749 h 6858000"/>
              <a:gd name="connsiteX52" fmla="*/ 518230 w 1380520"/>
              <a:gd name="connsiteY52" fmla="*/ 4584173 h 6858000"/>
              <a:gd name="connsiteX53" fmla="*/ 513313 w 1380520"/>
              <a:gd name="connsiteY53" fmla="*/ 4444346 h 6858000"/>
              <a:gd name="connsiteX54" fmla="*/ 509878 w 1380520"/>
              <a:gd name="connsiteY54" fmla="*/ 4375228 h 6858000"/>
              <a:gd name="connsiteX55" fmla="*/ 490531 w 1380520"/>
              <a:gd name="connsiteY55" fmla="*/ 4214165 h 6858000"/>
              <a:gd name="connsiteX56" fmla="*/ 494604 w 1380520"/>
              <a:gd name="connsiteY56" fmla="*/ 4090296 h 6858000"/>
              <a:gd name="connsiteX57" fmla="*/ 479860 w 1380520"/>
              <a:gd name="connsiteY57" fmla="*/ 4033999 h 6858000"/>
              <a:gd name="connsiteX58" fmla="*/ 481009 w 1380520"/>
              <a:gd name="connsiteY58" fmla="*/ 4031933 h 6858000"/>
              <a:gd name="connsiteX59" fmla="*/ 479585 w 1380520"/>
              <a:gd name="connsiteY59" fmla="*/ 4013953 h 6858000"/>
              <a:gd name="connsiteX60" fmla="*/ 465880 w 1380520"/>
              <a:gd name="connsiteY60" fmla="*/ 3974753 h 6858000"/>
              <a:gd name="connsiteX61" fmla="*/ 467478 w 1380520"/>
              <a:gd name="connsiteY61" fmla="*/ 3969950 h 6858000"/>
              <a:gd name="connsiteX62" fmla="*/ 460900 w 1380520"/>
              <a:gd name="connsiteY62" fmla="*/ 3933779 h 6858000"/>
              <a:gd name="connsiteX63" fmla="*/ 462231 w 1380520"/>
              <a:gd name="connsiteY63" fmla="*/ 3933093 h 6858000"/>
              <a:gd name="connsiteX64" fmla="*/ 466585 w 1380520"/>
              <a:gd name="connsiteY64" fmla="*/ 3922082 h 6858000"/>
              <a:gd name="connsiteX65" fmla="*/ 471663 w 1380520"/>
              <a:gd name="connsiteY65" fmla="*/ 3901461 h 6858000"/>
              <a:gd name="connsiteX66" fmla="*/ 494257 w 1380520"/>
              <a:gd name="connsiteY66" fmla="*/ 3813873 h 6858000"/>
              <a:gd name="connsiteX67" fmla="*/ 493682 w 1380520"/>
              <a:gd name="connsiteY67" fmla="*/ 3806161 h 6858000"/>
              <a:gd name="connsiteX68" fmla="*/ 493989 w 1380520"/>
              <a:gd name="connsiteY68" fmla="*/ 3805957 h 6858000"/>
              <a:gd name="connsiteX69" fmla="*/ 494016 w 1380520"/>
              <a:gd name="connsiteY69" fmla="*/ 3797724 h 6858000"/>
              <a:gd name="connsiteX70" fmla="*/ 492631 w 1380520"/>
              <a:gd name="connsiteY70" fmla="*/ 3792098 h 6858000"/>
              <a:gd name="connsiteX71" fmla="*/ 491515 w 1380520"/>
              <a:gd name="connsiteY71" fmla="*/ 3777135 h 6858000"/>
              <a:gd name="connsiteX72" fmla="*/ 493248 w 1380520"/>
              <a:gd name="connsiteY72" fmla="*/ 3771656 h 6858000"/>
              <a:gd name="connsiteX73" fmla="*/ 496991 w 1380520"/>
              <a:gd name="connsiteY73" fmla="*/ 3769007 h 6858000"/>
              <a:gd name="connsiteX74" fmla="*/ 496457 w 1380520"/>
              <a:gd name="connsiteY74" fmla="*/ 3767709 h 6858000"/>
              <a:gd name="connsiteX75" fmla="*/ 505153 w 1380520"/>
              <a:gd name="connsiteY75" fmla="*/ 3738082 h 6858000"/>
              <a:gd name="connsiteX76" fmla="*/ 512499 w 1380520"/>
              <a:gd name="connsiteY76" fmla="*/ 3673397 h 6858000"/>
              <a:gd name="connsiteX77" fmla="*/ 511795 w 1380520"/>
              <a:gd name="connsiteY77" fmla="*/ 3637109 h 6858000"/>
              <a:gd name="connsiteX78" fmla="*/ 515238 w 1380520"/>
              <a:gd name="connsiteY78" fmla="*/ 3536883 h 6858000"/>
              <a:gd name="connsiteX79" fmla="*/ 522776 w 1380520"/>
              <a:gd name="connsiteY79" fmla="*/ 3435652 h 6858000"/>
              <a:gd name="connsiteX80" fmla="*/ 524447 w 1380520"/>
              <a:gd name="connsiteY80" fmla="*/ 3307769 h 6858000"/>
              <a:gd name="connsiteX81" fmla="*/ 542010 w 1380520"/>
              <a:gd name="connsiteY81" fmla="*/ 3250522 h 6858000"/>
              <a:gd name="connsiteX82" fmla="*/ 542435 w 1380520"/>
              <a:gd name="connsiteY82" fmla="*/ 3229163 h 6858000"/>
              <a:gd name="connsiteX83" fmla="*/ 544258 w 1380520"/>
              <a:gd name="connsiteY83" fmla="*/ 3217217 h 6858000"/>
              <a:gd name="connsiteX84" fmla="*/ 531093 w 1380520"/>
              <a:gd name="connsiteY84" fmla="*/ 3183755 h 6858000"/>
              <a:gd name="connsiteX85" fmla="*/ 531594 w 1380520"/>
              <a:gd name="connsiteY85" fmla="*/ 3178642 h 6858000"/>
              <a:gd name="connsiteX86" fmla="*/ 519194 w 1380520"/>
              <a:gd name="connsiteY86" fmla="*/ 3158586 h 6858000"/>
              <a:gd name="connsiteX87" fmla="*/ 504379 w 1380520"/>
              <a:gd name="connsiteY87" fmla="*/ 3129034 h 6858000"/>
              <a:gd name="connsiteX88" fmla="*/ 505044 w 1380520"/>
              <a:gd name="connsiteY88" fmla="*/ 3126682 h 6858000"/>
              <a:gd name="connsiteX89" fmla="*/ 495912 w 1380520"/>
              <a:gd name="connsiteY89" fmla="*/ 3114519 h 6858000"/>
              <a:gd name="connsiteX90" fmla="*/ 482521 w 1380520"/>
              <a:gd name="connsiteY90" fmla="*/ 3106272 h 6858000"/>
              <a:gd name="connsiteX91" fmla="*/ 455251 w 1380520"/>
              <a:gd name="connsiteY91" fmla="*/ 2958185 h 6858000"/>
              <a:gd name="connsiteX92" fmla="*/ 397865 w 1380520"/>
              <a:gd name="connsiteY92" fmla="*/ 2762989 h 6858000"/>
              <a:gd name="connsiteX93" fmla="*/ 346783 w 1380520"/>
              <a:gd name="connsiteY93" fmla="*/ 2554718 h 6858000"/>
              <a:gd name="connsiteX94" fmla="*/ 326877 w 1380520"/>
              <a:gd name="connsiteY94" fmla="*/ 2485734 h 6858000"/>
              <a:gd name="connsiteX95" fmla="*/ 317600 w 1380520"/>
              <a:gd name="connsiteY95" fmla="*/ 2447068 h 6858000"/>
              <a:gd name="connsiteX96" fmla="*/ 304561 w 1380520"/>
              <a:gd name="connsiteY96" fmla="*/ 2425819 h 6858000"/>
              <a:gd name="connsiteX97" fmla="*/ 310560 w 1380520"/>
              <a:gd name="connsiteY97" fmla="*/ 2402874 h 6858000"/>
              <a:gd name="connsiteX98" fmla="*/ 313172 w 1380520"/>
              <a:gd name="connsiteY98" fmla="*/ 2381443 h 6858000"/>
              <a:gd name="connsiteX99" fmla="*/ 289501 w 1380520"/>
              <a:gd name="connsiteY99" fmla="*/ 2261920 h 6858000"/>
              <a:gd name="connsiteX100" fmla="*/ 279388 w 1380520"/>
              <a:gd name="connsiteY100" fmla="*/ 2195378 h 6858000"/>
              <a:gd name="connsiteX101" fmla="*/ 263605 w 1380520"/>
              <a:gd name="connsiteY101" fmla="*/ 2155135 h 6858000"/>
              <a:gd name="connsiteX102" fmla="*/ 261063 w 1380520"/>
              <a:gd name="connsiteY102" fmla="*/ 2118008 h 6858000"/>
              <a:gd name="connsiteX103" fmla="*/ 262056 w 1380520"/>
              <a:gd name="connsiteY103" fmla="*/ 2050531 h 6858000"/>
              <a:gd name="connsiteX104" fmla="*/ 253862 w 1380520"/>
              <a:gd name="connsiteY104" fmla="*/ 1963269 h 6858000"/>
              <a:gd name="connsiteX105" fmla="*/ 235040 w 1380520"/>
              <a:gd name="connsiteY105" fmla="*/ 1906352 h 6858000"/>
              <a:gd name="connsiteX106" fmla="*/ 211597 w 1380520"/>
              <a:gd name="connsiteY106" fmla="*/ 1861531 h 6858000"/>
              <a:gd name="connsiteX107" fmla="*/ 165396 w 1380520"/>
              <a:gd name="connsiteY107" fmla="*/ 1732919 h 6858000"/>
              <a:gd name="connsiteX108" fmla="*/ 137707 w 1380520"/>
              <a:gd name="connsiteY108" fmla="*/ 1663540 h 6858000"/>
              <a:gd name="connsiteX109" fmla="*/ 136833 w 1380520"/>
              <a:gd name="connsiteY109" fmla="*/ 1615777 h 6858000"/>
              <a:gd name="connsiteX110" fmla="*/ 117628 w 1380520"/>
              <a:gd name="connsiteY110" fmla="*/ 1563678 h 6858000"/>
              <a:gd name="connsiteX111" fmla="*/ 130708 w 1380520"/>
              <a:gd name="connsiteY111" fmla="*/ 1519474 h 6858000"/>
              <a:gd name="connsiteX112" fmla="*/ 123450 w 1380520"/>
              <a:gd name="connsiteY112" fmla="*/ 1477995 h 6858000"/>
              <a:gd name="connsiteX113" fmla="*/ 109535 w 1380520"/>
              <a:gd name="connsiteY113" fmla="*/ 1373769 h 6858000"/>
              <a:gd name="connsiteX114" fmla="*/ 117842 w 1380520"/>
              <a:gd name="connsiteY114" fmla="*/ 1307086 h 6858000"/>
              <a:gd name="connsiteX115" fmla="*/ 119030 w 1380520"/>
              <a:gd name="connsiteY115" fmla="*/ 1189033 h 6858000"/>
              <a:gd name="connsiteX116" fmla="*/ 123715 w 1380520"/>
              <a:gd name="connsiteY116" fmla="*/ 1168288 h 6858000"/>
              <a:gd name="connsiteX117" fmla="*/ 115997 w 1380520"/>
              <a:gd name="connsiteY117" fmla="*/ 1142577 h 6858000"/>
              <a:gd name="connsiteX118" fmla="*/ 105303 w 1380520"/>
              <a:gd name="connsiteY118" fmla="*/ 1088484 h 6858000"/>
              <a:gd name="connsiteX119" fmla="*/ 94039 w 1380520"/>
              <a:gd name="connsiteY119" fmla="*/ 1016103 h 6858000"/>
              <a:gd name="connsiteX120" fmla="*/ 95495 w 1380520"/>
              <a:gd name="connsiteY120" fmla="*/ 932283 h 6858000"/>
              <a:gd name="connsiteX121" fmla="*/ 97731 w 1380520"/>
              <a:gd name="connsiteY121" fmla="*/ 915925 h 6858000"/>
              <a:gd name="connsiteX122" fmla="*/ 90360 w 1380520"/>
              <a:gd name="connsiteY122" fmla="*/ 896999 h 6858000"/>
              <a:gd name="connsiteX123" fmla="*/ 59768 w 1380520"/>
              <a:gd name="connsiteY123" fmla="*/ 821517 h 6858000"/>
              <a:gd name="connsiteX124" fmla="*/ 38718 w 1380520"/>
              <a:gd name="connsiteY124" fmla="*/ 751353 h 6858000"/>
              <a:gd name="connsiteX125" fmla="*/ 38276 w 1380520"/>
              <a:gd name="connsiteY125" fmla="*/ 721230 h 6858000"/>
              <a:gd name="connsiteX126" fmla="*/ 23947 w 1380520"/>
              <a:gd name="connsiteY126" fmla="*/ 681659 h 6858000"/>
              <a:gd name="connsiteX127" fmla="*/ 9366 w 1380520"/>
              <a:gd name="connsiteY127" fmla="*/ 635218 h 6858000"/>
              <a:gd name="connsiteX128" fmla="*/ 14377 w 1380520"/>
              <a:gd name="connsiteY128" fmla="*/ 613763 h 6858000"/>
              <a:gd name="connsiteX129" fmla="*/ 319 w 1380520"/>
              <a:gd name="connsiteY129" fmla="*/ 598582 h 6858000"/>
              <a:gd name="connsiteX130" fmla="*/ 0 w 1380520"/>
              <a:gd name="connsiteY130" fmla="*/ 576846 h 6858000"/>
              <a:gd name="connsiteX131" fmla="*/ 68392 w 1380520"/>
              <a:gd name="connsiteY131" fmla="*/ 446567 h 6858000"/>
              <a:gd name="connsiteX132" fmla="*/ 67640 w 1380520"/>
              <a:gd name="connsiteY132" fmla="*/ 393828 h 6858000"/>
              <a:gd name="connsiteX133" fmla="*/ 67470 w 1380520"/>
              <a:gd name="connsiteY133" fmla="*/ 353137 h 6858000"/>
              <a:gd name="connsiteX134" fmla="*/ 88980 w 1380520"/>
              <a:gd name="connsiteY134" fmla="*/ 309501 h 6858000"/>
              <a:gd name="connsiteX135" fmla="*/ 73163 w 1380520"/>
              <a:gd name="connsiteY135" fmla="*/ 275771 h 6858000"/>
              <a:gd name="connsiteX136" fmla="*/ 90190 w 1380520"/>
              <a:gd name="connsiteY136" fmla="*/ 212860 h 6858000"/>
              <a:gd name="connsiteX137" fmla="*/ 81900 w 1380520"/>
              <a:gd name="connsiteY137" fmla="*/ 144983 h 6858000"/>
              <a:gd name="connsiteX138" fmla="*/ 94184 w 1380520"/>
              <a:gd name="connsiteY138" fmla="*/ 55288 h 6858000"/>
              <a:gd name="connsiteX139" fmla="*/ 53738 w 1380520"/>
              <a:gd name="connsiteY139" fmla="*/ 0 h 6858000"/>
              <a:gd name="connsiteX0" fmla="*/ 53420 w 1380202"/>
              <a:gd name="connsiteY0" fmla="*/ 0 h 6858000"/>
              <a:gd name="connsiteX1" fmla="*/ 1380202 w 1380202"/>
              <a:gd name="connsiteY1" fmla="*/ 0 h 6858000"/>
              <a:gd name="connsiteX2" fmla="*/ 1380202 w 1380202"/>
              <a:gd name="connsiteY2" fmla="*/ 6858000 h 6858000"/>
              <a:gd name="connsiteX3" fmla="*/ 116896 w 1380202"/>
              <a:gd name="connsiteY3" fmla="*/ 6857735 h 6858000"/>
              <a:gd name="connsiteX4" fmla="*/ 153489 w 1380202"/>
              <a:gd name="connsiteY4" fmla="*/ 6776847 h 6858000"/>
              <a:gd name="connsiteX5" fmla="*/ 164989 w 1380202"/>
              <a:gd name="connsiteY5" fmla="*/ 6737706 h 6858000"/>
              <a:gd name="connsiteX6" fmla="*/ 189728 w 1380202"/>
              <a:gd name="connsiteY6" fmla="*/ 6691589 h 6858000"/>
              <a:gd name="connsiteX7" fmla="*/ 167285 w 1380202"/>
              <a:gd name="connsiteY7" fmla="*/ 6659970 h 6858000"/>
              <a:gd name="connsiteX8" fmla="*/ 182376 w 1380202"/>
              <a:gd name="connsiteY8" fmla="*/ 6636211 h 6858000"/>
              <a:gd name="connsiteX9" fmla="*/ 199820 w 1380202"/>
              <a:gd name="connsiteY9" fmla="*/ 6594177 h 6858000"/>
              <a:gd name="connsiteX10" fmla="*/ 213860 w 1380202"/>
              <a:gd name="connsiteY10" fmla="*/ 6557575 h 6858000"/>
              <a:gd name="connsiteX11" fmla="*/ 266817 w 1380202"/>
              <a:gd name="connsiteY11" fmla="*/ 6492130 h 6858000"/>
              <a:gd name="connsiteX12" fmla="*/ 282504 w 1380202"/>
              <a:gd name="connsiteY12" fmla="*/ 6431610 h 6858000"/>
              <a:gd name="connsiteX13" fmla="*/ 326209 w 1380202"/>
              <a:gd name="connsiteY13" fmla="*/ 6379786 h 6858000"/>
              <a:gd name="connsiteX14" fmla="*/ 309432 w 1380202"/>
              <a:gd name="connsiteY14" fmla="*/ 6334727 h 6858000"/>
              <a:gd name="connsiteX15" fmla="*/ 286847 w 1380202"/>
              <a:gd name="connsiteY15" fmla="*/ 6313295 h 6858000"/>
              <a:gd name="connsiteX16" fmla="*/ 294011 w 1380202"/>
              <a:gd name="connsiteY16" fmla="*/ 6280046 h 6858000"/>
              <a:gd name="connsiteX17" fmla="*/ 276756 w 1380202"/>
              <a:gd name="connsiteY17" fmla="*/ 6270265 h 6858000"/>
              <a:gd name="connsiteX18" fmla="*/ 303784 w 1380202"/>
              <a:gd name="connsiteY18" fmla="*/ 6252834 h 6858000"/>
              <a:gd name="connsiteX19" fmla="*/ 281776 w 1380202"/>
              <a:gd name="connsiteY19" fmla="*/ 6202459 h 6858000"/>
              <a:gd name="connsiteX20" fmla="*/ 280574 w 1380202"/>
              <a:gd name="connsiteY20" fmla="*/ 6153037 h 6858000"/>
              <a:gd name="connsiteX21" fmla="*/ 295989 w 1380202"/>
              <a:gd name="connsiteY21" fmla="*/ 6078132 h 6858000"/>
              <a:gd name="connsiteX22" fmla="*/ 283376 w 1380202"/>
              <a:gd name="connsiteY22" fmla="*/ 6028119 h 6858000"/>
              <a:gd name="connsiteX23" fmla="*/ 268605 w 1380202"/>
              <a:gd name="connsiteY23" fmla="*/ 5926735 h 6858000"/>
              <a:gd name="connsiteX24" fmla="*/ 318117 w 1380202"/>
              <a:gd name="connsiteY24" fmla="*/ 5712857 h 6858000"/>
              <a:gd name="connsiteX25" fmla="*/ 297192 w 1380202"/>
              <a:gd name="connsiteY25" fmla="*/ 5676393 h 6858000"/>
              <a:gd name="connsiteX26" fmla="*/ 336784 w 1380202"/>
              <a:gd name="connsiteY26" fmla="*/ 5563435 h 6858000"/>
              <a:gd name="connsiteX27" fmla="*/ 383914 w 1380202"/>
              <a:gd name="connsiteY27" fmla="*/ 5437125 h 6858000"/>
              <a:gd name="connsiteX28" fmla="*/ 397482 w 1380202"/>
              <a:gd name="connsiteY28" fmla="*/ 5396260 h 6858000"/>
              <a:gd name="connsiteX29" fmla="*/ 413463 w 1380202"/>
              <a:gd name="connsiteY29" fmla="*/ 5330009 h 6858000"/>
              <a:gd name="connsiteX30" fmla="*/ 446956 w 1380202"/>
              <a:gd name="connsiteY30" fmla="*/ 5273739 h 6858000"/>
              <a:gd name="connsiteX31" fmla="*/ 456555 w 1380202"/>
              <a:gd name="connsiteY31" fmla="*/ 5241779 h 6858000"/>
              <a:gd name="connsiteX32" fmla="*/ 467781 w 1380202"/>
              <a:gd name="connsiteY32" fmla="*/ 5225268 h 6858000"/>
              <a:gd name="connsiteX33" fmla="*/ 468801 w 1380202"/>
              <a:gd name="connsiteY33" fmla="*/ 5217684 h 6858000"/>
              <a:gd name="connsiteX34" fmla="*/ 476142 w 1380202"/>
              <a:gd name="connsiteY34" fmla="*/ 5193377 h 6858000"/>
              <a:gd name="connsiteX35" fmla="*/ 479445 w 1380202"/>
              <a:gd name="connsiteY35" fmla="*/ 5179288 h 6858000"/>
              <a:gd name="connsiteX36" fmla="*/ 480429 w 1380202"/>
              <a:gd name="connsiteY36" fmla="*/ 5173621 h 6858000"/>
              <a:gd name="connsiteX37" fmla="*/ 476063 w 1380202"/>
              <a:gd name="connsiteY37" fmla="*/ 5159961 h 6858000"/>
              <a:gd name="connsiteX38" fmla="*/ 482740 w 1380202"/>
              <a:gd name="connsiteY38" fmla="*/ 5144295 h 6858000"/>
              <a:gd name="connsiteX39" fmla="*/ 479673 w 1380202"/>
              <a:gd name="connsiteY39" fmla="*/ 5125185 h 6858000"/>
              <a:gd name="connsiteX40" fmla="*/ 486503 w 1380202"/>
              <a:gd name="connsiteY40" fmla="*/ 5121884 h 6858000"/>
              <a:gd name="connsiteX41" fmla="*/ 493539 w 1380202"/>
              <a:gd name="connsiteY41" fmla="*/ 5067850 h 6858000"/>
              <a:gd name="connsiteX42" fmla="*/ 496270 w 1380202"/>
              <a:gd name="connsiteY42" fmla="*/ 5060861 h 6858000"/>
              <a:gd name="connsiteX43" fmla="*/ 492974 w 1380202"/>
              <a:gd name="connsiteY43" fmla="*/ 5034192 h 6858000"/>
              <a:gd name="connsiteX44" fmla="*/ 494528 w 1380202"/>
              <a:gd name="connsiteY44" fmla="*/ 4993030 h 6858000"/>
              <a:gd name="connsiteX45" fmla="*/ 501437 w 1380202"/>
              <a:gd name="connsiteY45" fmla="*/ 4946844 h 6858000"/>
              <a:gd name="connsiteX46" fmla="*/ 497293 w 1380202"/>
              <a:gd name="connsiteY46" fmla="*/ 4932692 h 6858000"/>
              <a:gd name="connsiteX47" fmla="*/ 512696 w 1380202"/>
              <a:gd name="connsiteY47" fmla="*/ 4858827 h 6858000"/>
              <a:gd name="connsiteX48" fmla="*/ 518599 w 1380202"/>
              <a:gd name="connsiteY48" fmla="*/ 4821170 h 6858000"/>
              <a:gd name="connsiteX49" fmla="*/ 523332 w 1380202"/>
              <a:gd name="connsiteY49" fmla="*/ 4780965 h 6858000"/>
              <a:gd name="connsiteX50" fmla="*/ 524625 w 1380202"/>
              <a:gd name="connsiteY50" fmla="*/ 4750867 h 6858000"/>
              <a:gd name="connsiteX51" fmla="*/ 522432 w 1380202"/>
              <a:gd name="connsiteY51" fmla="*/ 4690749 h 6858000"/>
              <a:gd name="connsiteX52" fmla="*/ 517912 w 1380202"/>
              <a:gd name="connsiteY52" fmla="*/ 4584173 h 6858000"/>
              <a:gd name="connsiteX53" fmla="*/ 512995 w 1380202"/>
              <a:gd name="connsiteY53" fmla="*/ 4444346 h 6858000"/>
              <a:gd name="connsiteX54" fmla="*/ 509560 w 1380202"/>
              <a:gd name="connsiteY54" fmla="*/ 4375228 h 6858000"/>
              <a:gd name="connsiteX55" fmla="*/ 490213 w 1380202"/>
              <a:gd name="connsiteY55" fmla="*/ 4214165 h 6858000"/>
              <a:gd name="connsiteX56" fmla="*/ 494286 w 1380202"/>
              <a:gd name="connsiteY56" fmla="*/ 4090296 h 6858000"/>
              <a:gd name="connsiteX57" fmla="*/ 479542 w 1380202"/>
              <a:gd name="connsiteY57" fmla="*/ 4033999 h 6858000"/>
              <a:gd name="connsiteX58" fmla="*/ 480691 w 1380202"/>
              <a:gd name="connsiteY58" fmla="*/ 4031933 h 6858000"/>
              <a:gd name="connsiteX59" fmla="*/ 479267 w 1380202"/>
              <a:gd name="connsiteY59" fmla="*/ 4013953 h 6858000"/>
              <a:gd name="connsiteX60" fmla="*/ 465562 w 1380202"/>
              <a:gd name="connsiteY60" fmla="*/ 3974753 h 6858000"/>
              <a:gd name="connsiteX61" fmla="*/ 467160 w 1380202"/>
              <a:gd name="connsiteY61" fmla="*/ 3969950 h 6858000"/>
              <a:gd name="connsiteX62" fmla="*/ 460582 w 1380202"/>
              <a:gd name="connsiteY62" fmla="*/ 3933779 h 6858000"/>
              <a:gd name="connsiteX63" fmla="*/ 461913 w 1380202"/>
              <a:gd name="connsiteY63" fmla="*/ 3933093 h 6858000"/>
              <a:gd name="connsiteX64" fmla="*/ 466267 w 1380202"/>
              <a:gd name="connsiteY64" fmla="*/ 3922082 h 6858000"/>
              <a:gd name="connsiteX65" fmla="*/ 471345 w 1380202"/>
              <a:gd name="connsiteY65" fmla="*/ 3901461 h 6858000"/>
              <a:gd name="connsiteX66" fmla="*/ 493939 w 1380202"/>
              <a:gd name="connsiteY66" fmla="*/ 3813873 h 6858000"/>
              <a:gd name="connsiteX67" fmla="*/ 493364 w 1380202"/>
              <a:gd name="connsiteY67" fmla="*/ 3806161 h 6858000"/>
              <a:gd name="connsiteX68" fmla="*/ 493671 w 1380202"/>
              <a:gd name="connsiteY68" fmla="*/ 3805957 h 6858000"/>
              <a:gd name="connsiteX69" fmla="*/ 493698 w 1380202"/>
              <a:gd name="connsiteY69" fmla="*/ 3797724 h 6858000"/>
              <a:gd name="connsiteX70" fmla="*/ 492313 w 1380202"/>
              <a:gd name="connsiteY70" fmla="*/ 3792098 h 6858000"/>
              <a:gd name="connsiteX71" fmla="*/ 491197 w 1380202"/>
              <a:gd name="connsiteY71" fmla="*/ 3777135 h 6858000"/>
              <a:gd name="connsiteX72" fmla="*/ 492930 w 1380202"/>
              <a:gd name="connsiteY72" fmla="*/ 3771656 h 6858000"/>
              <a:gd name="connsiteX73" fmla="*/ 496673 w 1380202"/>
              <a:gd name="connsiteY73" fmla="*/ 3769007 h 6858000"/>
              <a:gd name="connsiteX74" fmla="*/ 496139 w 1380202"/>
              <a:gd name="connsiteY74" fmla="*/ 3767709 h 6858000"/>
              <a:gd name="connsiteX75" fmla="*/ 504835 w 1380202"/>
              <a:gd name="connsiteY75" fmla="*/ 3738082 h 6858000"/>
              <a:gd name="connsiteX76" fmla="*/ 512181 w 1380202"/>
              <a:gd name="connsiteY76" fmla="*/ 3673397 h 6858000"/>
              <a:gd name="connsiteX77" fmla="*/ 511477 w 1380202"/>
              <a:gd name="connsiteY77" fmla="*/ 3637109 h 6858000"/>
              <a:gd name="connsiteX78" fmla="*/ 514920 w 1380202"/>
              <a:gd name="connsiteY78" fmla="*/ 3536883 h 6858000"/>
              <a:gd name="connsiteX79" fmla="*/ 522458 w 1380202"/>
              <a:gd name="connsiteY79" fmla="*/ 3435652 h 6858000"/>
              <a:gd name="connsiteX80" fmla="*/ 524129 w 1380202"/>
              <a:gd name="connsiteY80" fmla="*/ 3307769 h 6858000"/>
              <a:gd name="connsiteX81" fmla="*/ 541692 w 1380202"/>
              <a:gd name="connsiteY81" fmla="*/ 3250522 h 6858000"/>
              <a:gd name="connsiteX82" fmla="*/ 542117 w 1380202"/>
              <a:gd name="connsiteY82" fmla="*/ 3229163 h 6858000"/>
              <a:gd name="connsiteX83" fmla="*/ 543940 w 1380202"/>
              <a:gd name="connsiteY83" fmla="*/ 3217217 h 6858000"/>
              <a:gd name="connsiteX84" fmla="*/ 530775 w 1380202"/>
              <a:gd name="connsiteY84" fmla="*/ 3183755 h 6858000"/>
              <a:gd name="connsiteX85" fmla="*/ 531276 w 1380202"/>
              <a:gd name="connsiteY85" fmla="*/ 3178642 h 6858000"/>
              <a:gd name="connsiteX86" fmla="*/ 518876 w 1380202"/>
              <a:gd name="connsiteY86" fmla="*/ 3158586 h 6858000"/>
              <a:gd name="connsiteX87" fmla="*/ 504061 w 1380202"/>
              <a:gd name="connsiteY87" fmla="*/ 3129034 h 6858000"/>
              <a:gd name="connsiteX88" fmla="*/ 504726 w 1380202"/>
              <a:gd name="connsiteY88" fmla="*/ 3126682 h 6858000"/>
              <a:gd name="connsiteX89" fmla="*/ 495594 w 1380202"/>
              <a:gd name="connsiteY89" fmla="*/ 3114519 h 6858000"/>
              <a:gd name="connsiteX90" fmla="*/ 482203 w 1380202"/>
              <a:gd name="connsiteY90" fmla="*/ 3106272 h 6858000"/>
              <a:gd name="connsiteX91" fmla="*/ 454933 w 1380202"/>
              <a:gd name="connsiteY91" fmla="*/ 2958185 h 6858000"/>
              <a:gd name="connsiteX92" fmla="*/ 397547 w 1380202"/>
              <a:gd name="connsiteY92" fmla="*/ 2762989 h 6858000"/>
              <a:gd name="connsiteX93" fmla="*/ 346465 w 1380202"/>
              <a:gd name="connsiteY93" fmla="*/ 2554718 h 6858000"/>
              <a:gd name="connsiteX94" fmla="*/ 326559 w 1380202"/>
              <a:gd name="connsiteY94" fmla="*/ 2485734 h 6858000"/>
              <a:gd name="connsiteX95" fmla="*/ 317282 w 1380202"/>
              <a:gd name="connsiteY95" fmla="*/ 2447068 h 6858000"/>
              <a:gd name="connsiteX96" fmla="*/ 304243 w 1380202"/>
              <a:gd name="connsiteY96" fmla="*/ 2425819 h 6858000"/>
              <a:gd name="connsiteX97" fmla="*/ 310242 w 1380202"/>
              <a:gd name="connsiteY97" fmla="*/ 2402874 h 6858000"/>
              <a:gd name="connsiteX98" fmla="*/ 312854 w 1380202"/>
              <a:gd name="connsiteY98" fmla="*/ 2381443 h 6858000"/>
              <a:gd name="connsiteX99" fmla="*/ 289183 w 1380202"/>
              <a:gd name="connsiteY99" fmla="*/ 2261920 h 6858000"/>
              <a:gd name="connsiteX100" fmla="*/ 279070 w 1380202"/>
              <a:gd name="connsiteY100" fmla="*/ 2195378 h 6858000"/>
              <a:gd name="connsiteX101" fmla="*/ 263287 w 1380202"/>
              <a:gd name="connsiteY101" fmla="*/ 2155135 h 6858000"/>
              <a:gd name="connsiteX102" fmla="*/ 260745 w 1380202"/>
              <a:gd name="connsiteY102" fmla="*/ 2118008 h 6858000"/>
              <a:gd name="connsiteX103" fmla="*/ 261738 w 1380202"/>
              <a:gd name="connsiteY103" fmla="*/ 2050531 h 6858000"/>
              <a:gd name="connsiteX104" fmla="*/ 253544 w 1380202"/>
              <a:gd name="connsiteY104" fmla="*/ 1963269 h 6858000"/>
              <a:gd name="connsiteX105" fmla="*/ 234722 w 1380202"/>
              <a:gd name="connsiteY105" fmla="*/ 1906352 h 6858000"/>
              <a:gd name="connsiteX106" fmla="*/ 211279 w 1380202"/>
              <a:gd name="connsiteY106" fmla="*/ 1861531 h 6858000"/>
              <a:gd name="connsiteX107" fmla="*/ 165078 w 1380202"/>
              <a:gd name="connsiteY107" fmla="*/ 1732919 h 6858000"/>
              <a:gd name="connsiteX108" fmla="*/ 137389 w 1380202"/>
              <a:gd name="connsiteY108" fmla="*/ 1663540 h 6858000"/>
              <a:gd name="connsiteX109" fmla="*/ 136515 w 1380202"/>
              <a:gd name="connsiteY109" fmla="*/ 1615777 h 6858000"/>
              <a:gd name="connsiteX110" fmla="*/ 117310 w 1380202"/>
              <a:gd name="connsiteY110" fmla="*/ 1563678 h 6858000"/>
              <a:gd name="connsiteX111" fmla="*/ 130390 w 1380202"/>
              <a:gd name="connsiteY111" fmla="*/ 1519474 h 6858000"/>
              <a:gd name="connsiteX112" fmla="*/ 123132 w 1380202"/>
              <a:gd name="connsiteY112" fmla="*/ 1477995 h 6858000"/>
              <a:gd name="connsiteX113" fmla="*/ 109217 w 1380202"/>
              <a:gd name="connsiteY113" fmla="*/ 1373769 h 6858000"/>
              <a:gd name="connsiteX114" fmla="*/ 117524 w 1380202"/>
              <a:gd name="connsiteY114" fmla="*/ 1307086 h 6858000"/>
              <a:gd name="connsiteX115" fmla="*/ 118712 w 1380202"/>
              <a:gd name="connsiteY115" fmla="*/ 1189033 h 6858000"/>
              <a:gd name="connsiteX116" fmla="*/ 123397 w 1380202"/>
              <a:gd name="connsiteY116" fmla="*/ 1168288 h 6858000"/>
              <a:gd name="connsiteX117" fmla="*/ 115679 w 1380202"/>
              <a:gd name="connsiteY117" fmla="*/ 1142577 h 6858000"/>
              <a:gd name="connsiteX118" fmla="*/ 104985 w 1380202"/>
              <a:gd name="connsiteY118" fmla="*/ 1088484 h 6858000"/>
              <a:gd name="connsiteX119" fmla="*/ 93721 w 1380202"/>
              <a:gd name="connsiteY119" fmla="*/ 1016103 h 6858000"/>
              <a:gd name="connsiteX120" fmla="*/ 95177 w 1380202"/>
              <a:gd name="connsiteY120" fmla="*/ 932283 h 6858000"/>
              <a:gd name="connsiteX121" fmla="*/ 97413 w 1380202"/>
              <a:gd name="connsiteY121" fmla="*/ 915925 h 6858000"/>
              <a:gd name="connsiteX122" fmla="*/ 90042 w 1380202"/>
              <a:gd name="connsiteY122" fmla="*/ 896999 h 6858000"/>
              <a:gd name="connsiteX123" fmla="*/ 59450 w 1380202"/>
              <a:gd name="connsiteY123" fmla="*/ 821517 h 6858000"/>
              <a:gd name="connsiteX124" fmla="*/ 38400 w 1380202"/>
              <a:gd name="connsiteY124" fmla="*/ 751353 h 6858000"/>
              <a:gd name="connsiteX125" fmla="*/ 37958 w 1380202"/>
              <a:gd name="connsiteY125" fmla="*/ 721230 h 6858000"/>
              <a:gd name="connsiteX126" fmla="*/ 23629 w 1380202"/>
              <a:gd name="connsiteY126" fmla="*/ 681659 h 6858000"/>
              <a:gd name="connsiteX127" fmla="*/ 9048 w 1380202"/>
              <a:gd name="connsiteY127" fmla="*/ 635218 h 6858000"/>
              <a:gd name="connsiteX128" fmla="*/ 14059 w 1380202"/>
              <a:gd name="connsiteY128" fmla="*/ 613763 h 6858000"/>
              <a:gd name="connsiteX129" fmla="*/ 1 w 1380202"/>
              <a:gd name="connsiteY129" fmla="*/ 598582 h 6858000"/>
              <a:gd name="connsiteX130" fmla="*/ 79993 w 1380202"/>
              <a:gd name="connsiteY130" fmla="*/ 473479 h 6858000"/>
              <a:gd name="connsiteX131" fmla="*/ 68074 w 1380202"/>
              <a:gd name="connsiteY131" fmla="*/ 446567 h 6858000"/>
              <a:gd name="connsiteX132" fmla="*/ 67322 w 1380202"/>
              <a:gd name="connsiteY132" fmla="*/ 393828 h 6858000"/>
              <a:gd name="connsiteX133" fmla="*/ 67152 w 1380202"/>
              <a:gd name="connsiteY133" fmla="*/ 353137 h 6858000"/>
              <a:gd name="connsiteX134" fmla="*/ 88662 w 1380202"/>
              <a:gd name="connsiteY134" fmla="*/ 309501 h 6858000"/>
              <a:gd name="connsiteX135" fmla="*/ 72845 w 1380202"/>
              <a:gd name="connsiteY135" fmla="*/ 275771 h 6858000"/>
              <a:gd name="connsiteX136" fmla="*/ 89872 w 1380202"/>
              <a:gd name="connsiteY136" fmla="*/ 212860 h 6858000"/>
              <a:gd name="connsiteX137" fmla="*/ 81582 w 1380202"/>
              <a:gd name="connsiteY137" fmla="*/ 144983 h 6858000"/>
              <a:gd name="connsiteX138" fmla="*/ 93866 w 1380202"/>
              <a:gd name="connsiteY138" fmla="*/ 55288 h 6858000"/>
              <a:gd name="connsiteX139" fmla="*/ 53420 w 138020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5239 w 1371382"/>
              <a:gd name="connsiteY128" fmla="*/ 613763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22148 w 1371382"/>
              <a:gd name="connsiteY128" fmla="*/ 585934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13805 w 1364418"/>
              <a:gd name="connsiteY129" fmla="*/ 542923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90309 w 1364418"/>
              <a:gd name="connsiteY121" fmla="*/ 921368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251033 w 1364418"/>
              <a:gd name="connsiteY10" fmla="*/ 6492130 h 6858000"/>
              <a:gd name="connsiteX11" fmla="*/ 266720 w 1364418"/>
              <a:gd name="connsiteY11" fmla="*/ 6431610 h 6858000"/>
              <a:gd name="connsiteX12" fmla="*/ 310425 w 1364418"/>
              <a:gd name="connsiteY12" fmla="*/ 6379786 h 6858000"/>
              <a:gd name="connsiteX13" fmla="*/ 293648 w 1364418"/>
              <a:gd name="connsiteY13" fmla="*/ 6334727 h 6858000"/>
              <a:gd name="connsiteX14" fmla="*/ 271063 w 1364418"/>
              <a:gd name="connsiteY14" fmla="*/ 6313295 h 6858000"/>
              <a:gd name="connsiteX15" fmla="*/ 278227 w 1364418"/>
              <a:gd name="connsiteY15" fmla="*/ 6280046 h 6858000"/>
              <a:gd name="connsiteX16" fmla="*/ 281226 w 1364418"/>
              <a:gd name="connsiteY16" fmla="*/ 6272987 h 6858000"/>
              <a:gd name="connsiteX17" fmla="*/ 288000 w 1364418"/>
              <a:gd name="connsiteY17" fmla="*/ 6252834 h 6858000"/>
              <a:gd name="connsiteX18" fmla="*/ 265992 w 1364418"/>
              <a:gd name="connsiteY18" fmla="*/ 6202459 h 6858000"/>
              <a:gd name="connsiteX19" fmla="*/ 264790 w 1364418"/>
              <a:gd name="connsiteY19" fmla="*/ 6153037 h 6858000"/>
              <a:gd name="connsiteX20" fmla="*/ 280205 w 1364418"/>
              <a:gd name="connsiteY20" fmla="*/ 6078132 h 6858000"/>
              <a:gd name="connsiteX21" fmla="*/ 267592 w 1364418"/>
              <a:gd name="connsiteY21" fmla="*/ 6028119 h 6858000"/>
              <a:gd name="connsiteX22" fmla="*/ 252821 w 1364418"/>
              <a:gd name="connsiteY22" fmla="*/ 5926735 h 6858000"/>
              <a:gd name="connsiteX23" fmla="*/ 302333 w 1364418"/>
              <a:gd name="connsiteY23" fmla="*/ 5712857 h 6858000"/>
              <a:gd name="connsiteX24" fmla="*/ 332131 w 1364418"/>
              <a:gd name="connsiteY24" fmla="*/ 5660491 h 6858000"/>
              <a:gd name="connsiteX25" fmla="*/ 341254 w 1364418"/>
              <a:gd name="connsiteY25" fmla="*/ 5563435 h 6858000"/>
              <a:gd name="connsiteX26" fmla="*/ 368130 w 1364418"/>
              <a:gd name="connsiteY26" fmla="*/ 5437125 h 6858000"/>
              <a:gd name="connsiteX27" fmla="*/ 381698 w 1364418"/>
              <a:gd name="connsiteY27" fmla="*/ 5396260 h 6858000"/>
              <a:gd name="connsiteX28" fmla="*/ 397679 w 1364418"/>
              <a:gd name="connsiteY28" fmla="*/ 5330009 h 6858000"/>
              <a:gd name="connsiteX29" fmla="*/ 431172 w 1364418"/>
              <a:gd name="connsiteY29" fmla="*/ 5273739 h 6858000"/>
              <a:gd name="connsiteX30" fmla="*/ 440771 w 1364418"/>
              <a:gd name="connsiteY30" fmla="*/ 5241779 h 6858000"/>
              <a:gd name="connsiteX31" fmla="*/ 451997 w 1364418"/>
              <a:gd name="connsiteY31" fmla="*/ 5225268 h 6858000"/>
              <a:gd name="connsiteX32" fmla="*/ 453017 w 1364418"/>
              <a:gd name="connsiteY32" fmla="*/ 5217684 h 6858000"/>
              <a:gd name="connsiteX33" fmla="*/ 460358 w 1364418"/>
              <a:gd name="connsiteY33" fmla="*/ 5193377 h 6858000"/>
              <a:gd name="connsiteX34" fmla="*/ 463661 w 1364418"/>
              <a:gd name="connsiteY34" fmla="*/ 5179288 h 6858000"/>
              <a:gd name="connsiteX35" fmla="*/ 464645 w 1364418"/>
              <a:gd name="connsiteY35" fmla="*/ 5173621 h 6858000"/>
              <a:gd name="connsiteX36" fmla="*/ 460279 w 1364418"/>
              <a:gd name="connsiteY36" fmla="*/ 5159961 h 6858000"/>
              <a:gd name="connsiteX37" fmla="*/ 466956 w 1364418"/>
              <a:gd name="connsiteY37" fmla="*/ 5144295 h 6858000"/>
              <a:gd name="connsiteX38" fmla="*/ 463889 w 1364418"/>
              <a:gd name="connsiteY38" fmla="*/ 5125185 h 6858000"/>
              <a:gd name="connsiteX39" fmla="*/ 470719 w 1364418"/>
              <a:gd name="connsiteY39" fmla="*/ 5121884 h 6858000"/>
              <a:gd name="connsiteX40" fmla="*/ 477755 w 1364418"/>
              <a:gd name="connsiteY40" fmla="*/ 5067850 h 6858000"/>
              <a:gd name="connsiteX41" fmla="*/ 480486 w 1364418"/>
              <a:gd name="connsiteY41" fmla="*/ 5060861 h 6858000"/>
              <a:gd name="connsiteX42" fmla="*/ 477190 w 1364418"/>
              <a:gd name="connsiteY42" fmla="*/ 5034192 h 6858000"/>
              <a:gd name="connsiteX43" fmla="*/ 478744 w 1364418"/>
              <a:gd name="connsiteY43" fmla="*/ 4993030 h 6858000"/>
              <a:gd name="connsiteX44" fmla="*/ 485653 w 1364418"/>
              <a:gd name="connsiteY44" fmla="*/ 4946844 h 6858000"/>
              <a:gd name="connsiteX45" fmla="*/ 481509 w 1364418"/>
              <a:gd name="connsiteY45" fmla="*/ 4932692 h 6858000"/>
              <a:gd name="connsiteX46" fmla="*/ 496912 w 1364418"/>
              <a:gd name="connsiteY46" fmla="*/ 4858827 h 6858000"/>
              <a:gd name="connsiteX47" fmla="*/ 502815 w 1364418"/>
              <a:gd name="connsiteY47" fmla="*/ 4821170 h 6858000"/>
              <a:gd name="connsiteX48" fmla="*/ 507548 w 1364418"/>
              <a:gd name="connsiteY48" fmla="*/ 4780965 h 6858000"/>
              <a:gd name="connsiteX49" fmla="*/ 508841 w 1364418"/>
              <a:gd name="connsiteY49" fmla="*/ 4750867 h 6858000"/>
              <a:gd name="connsiteX50" fmla="*/ 506648 w 1364418"/>
              <a:gd name="connsiteY50" fmla="*/ 4690749 h 6858000"/>
              <a:gd name="connsiteX51" fmla="*/ 502128 w 1364418"/>
              <a:gd name="connsiteY51" fmla="*/ 4584173 h 6858000"/>
              <a:gd name="connsiteX52" fmla="*/ 497211 w 1364418"/>
              <a:gd name="connsiteY52" fmla="*/ 4444346 h 6858000"/>
              <a:gd name="connsiteX53" fmla="*/ 493776 w 1364418"/>
              <a:gd name="connsiteY53" fmla="*/ 4375228 h 6858000"/>
              <a:gd name="connsiteX54" fmla="*/ 474429 w 1364418"/>
              <a:gd name="connsiteY54" fmla="*/ 4214165 h 6858000"/>
              <a:gd name="connsiteX55" fmla="*/ 478502 w 1364418"/>
              <a:gd name="connsiteY55" fmla="*/ 4090296 h 6858000"/>
              <a:gd name="connsiteX56" fmla="*/ 463758 w 1364418"/>
              <a:gd name="connsiteY56" fmla="*/ 4033999 h 6858000"/>
              <a:gd name="connsiteX57" fmla="*/ 464907 w 1364418"/>
              <a:gd name="connsiteY57" fmla="*/ 4031933 h 6858000"/>
              <a:gd name="connsiteX58" fmla="*/ 463483 w 1364418"/>
              <a:gd name="connsiteY58" fmla="*/ 4013953 h 6858000"/>
              <a:gd name="connsiteX59" fmla="*/ 449778 w 1364418"/>
              <a:gd name="connsiteY59" fmla="*/ 3974753 h 6858000"/>
              <a:gd name="connsiteX60" fmla="*/ 451376 w 1364418"/>
              <a:gd name="connsiteY60" fmla="*/ 3969950 h 6858000"/>
              <a:gd name="connsiteX61" fmla="*/ 444798 w 1364418"/>
              <a:gd name="connsiteY61" fmla="*/ 3933779 h 6858000"/>
              <a:gd name="connsiteX62" fmla="*/ 446129 w 1364418"/>
              <a:gd name="connsiteY62" fmla="*/ 3933093 h 6858000"/>
              <a:gd name="connsiteX63" fmla="*/ 450483 w 1364418"/>
              <a:gd name="connsiteY63" fmla="*/ 3922082 h 6858000"/>
              <a:gd name="connsiteX64" fmla="*/ 455561 w 1364418"/>
              <a:gd name="connsiteY64" fmla="*/ 3901461 h 6858000"/>
              <a:gd name="connsiteX65" fmla="*/ 478155 w 1364418"/>
              <a:gd name="connsiteY65" fmla="*/ 3813873 h 6858000"/>
              <a:gd name="connsiteX66" fmla="*/ 477580 w 1364418"/>
              <a:gd name="connsiteY66" fmla="*/ 3806161 h 6858000"/>
              <a:gd name="connsiteX67" fmla="*/ 477887 w 1364418"/>
              <a:gd name="connsiteY67" fmla="*/ 3805957 h 6858000"/>
              <a:gd name="connsiteX68" fmla="*/ 477914 w 1364418"/>
              <a:gd name="connsiteY68" fmla="*/ 3797724 h 6858000"/>
              <a:gd name="connsiteX69" fmla="*/ 476529 w 1364418"/>
              <a:gd name="connsiteY69" fmla="*/ 3792098 h 6858000"/>
              <a:gd name="connsiteX70" fmla="*/ 475413 w 1364418"/>
              <a:gd name="connsiteY70" fmla="*/ 3777135 h 6858000"/>
              <a:gd name="connsiteX71" fmla="*/ 477146 w 1364418"/>
              <a:gd name="connsiteY71" fmla="*/ 3771656 h 6858000"/>
              <a:gd name="connsiteX72" fmla="*/ 480889 w 1364418"/>
              <a:gd name="connsiteY72" fmla="*/ 3769007 h 6858000"/>
              <a:gd name="connsiteX73" fmla="*/ 480355 w 1364418"/>
              <a:gd name="connsiteY73" fmla="*/ 3767709 h 6858000"/>
              <a:gd name="connsiteX74" fmla="*/ 489051 w 1364418"/>
              <a:gd name="connsiteY74" fmla="*/ 3738082 h 6858000"/>
              <a:gd name="connsiteX75" fmla="*/ 496397 w 1364418"/>
              <a:gd name="connsiteY75" fmla="*/ 3673397 h 6858000"/>
              <a:gd name="connsiteX76" fmla="*/ 495693 w 1364418"/>
              <a:gd name="connsiteY76" fmla="*/ 3637109 h 6858000"/>
              <a:gd name="connsiteX77" fmla="*/ 499136 w 1364418"/>
              <a:gd name="connsiteY77" fmla="*/ 3536883 h 6858000"/>
              <a:gd name="connsiteX78" fmla="*/ 506674 w 1364418"/>
              <a:gd name="connsiteY78" fmla="*/ 3435652 h 6858000"/>
              <a:gd name="connsiteX79" fmla="*/ 508345 w 1364418"/>
              <a:gd name="connsiteY79" fmla="*/ 3307769 h 6858000"/>
              <a:gd name="connsiteX80" fmla="*/ 525908 w 1364418"/>
              <a:gd name="connsiteY80" fmla="*/ 3250522 h 6858000"/>
              <a:gd name="connsiteX81" fmla="*/ 526333 w 1364418"/>
              <a:gd name="connsiteY81" fmla="*/ 3229163 h 6858000"/>
              <a:gd name="connsiteX82" fmla="*/ 528156 w 1364418"/>
              <a:gd name="connsiteY82" fmla="*/ 3217217 h 6858000"/>
              <a:gd name="connsiteX83" fmla="*/ 514991 w 1364418"/>
              <a:gd name="connsiteY83" fmla="*/ 3183755 h 6858000"/>
              <a:gd name="connsiteX84" fmla="*/ 515492 w 1364418"/>
              <a:gd name="connsiteY84" fmla="*/ 3178642 h 6858000"/>
              <a:gd name="connsiteX85" fmla="*/ 503092 w 1364418"/>
              <a:gd name="connsiteY85" fmla="*/ 3158586 h 6858000"/>
              <a:gd name="connsiteX86" fmla="*/ 488277 w 1364418"/>
              <a:gd name="connsiteY86" fmla="*/ 3129034 h 6858000"/>
              <a:gd name="connsiteX87" fmla="*/ 488942 w 1364418"/>
              <a:gd name="connsiteY87" fmla="*/ 3126682 h 6858000"/>
              <a:gd name="connsiteX88" fmla="*/ 479810 w 1364418"/>
              <a:gd name="connsiteY88" fmla="*/ 3114519 h 6858000"/>
              <a:gd name="connsiteX89" fmla="*/ 466419 w 1364418"/>
              <a:gd name="connsiteY89" fmla="*/ 3106272 h 6858000"/>
              <a:gd name="connsiteX90" fmla="*/ 439149 w 1364418"/>
              <a:gd name="connsiteY90" fmla="*/ 2958185 h 6858000"/>
              <a:gd name="connsiteX91" fmla="*/ 381763 w 1364418"/>
              <a:gd name="connsiteY91" fmla="*/ 2762989 h 6858000"/>
              <a:gd name="connsiteX92" fmla="*/ 330681 w 1364418"/>
              <a:gd name="connsiteY92" fmla="*/ 2554718 h 6858000"/>
              <a:gd name="connsiteX93" fmla="*/ 310775 w 1364418"/>
              <a:gd name="connsiteY93" fmla="*/ 2485734 h 6858000"/>
              <a:gd name="connsiteX94" fmla="*/ 301498 w 1364418"/>
              <a:gd name="connsiteY94" fmla="*/ 2447068 h 6858000"/>
              <a:gd name="connsiteX95" fmla="*/ 288459 w 1364418"/>
              <a:gd name="connsiteY95" fmla="*/ 2425819 h 6858000"/>
              <a:gd name="connsiteX96" fmla="*/ 294458 w 1364418"/>
              <a:gd name="connsiteY96" fmla="*/ 2402874 h 6858000"/>
              <a:gd name="connsiteX97" fmla="*/ 297070 w 1364418"/>
              <a:gd name="connsiteY97" fmla="*/ 2381443 h 6858000"/>
              <a:gd name="connsiteX98" fmla="*/ 273399 w 1364418"/>
              <a:gd name="connsiteY98" fmla="*/ 2261920 h 6858000"/>
              <a:gd name="connsiteX99" fmla="*/ 263286 w 1364418"/>
              <a:gd name="connsiteY99" fmla="*/ 2195378 h 6858000"/>
              <a:gd name="connsiteX100" fmla="*/ 247503 w 1364418"/>
              <a:gd name="connsiteY100" fmla="*/ 2155135 h 6858000"/>
              <a:gd name="connsiteX101" fmla="*/ 244961 w 1364418"/>
              <a:gd name="connsiteY101" fmla="*/ 2118008 h 6858000"/>
              <a:gd name="connsiteX102" fmla="*/ 245954 w 1364418"/>
              <a:gd name="connsiteY102" fmla="*/ 2050531 h 6858000"/>
              <a:gd name="connsiteX103" fmla="*/ 237760 w 1364418"/>
              <a:gd name="connsiteY103" fmla="*/ 1963269 h 6858000"/>
              <a:gd name="connsiteX104" fmla="*/ 218938 w 1364418"/>
              <a:gd name="connsiteY104" fmla="*/ 1906352 h 6858000"/>
              <a:gd name="connsiteX105" fmla="*/ 195495 w 1364418"/>
              <a:gd name="connsiteY105" fmla="*/ 1861531 h 6858000"/>
              <a:gd name="connsiteX106" fmla="*/ 149294 w 1364418"/>
              <a:gd name="connsiteY106" fmla="*/ 1732919 h 6858000"/>
              <a:gd name="connsiteX107" fmla="*/ 121605 w 1364418"/>
              <a:gd name="connsiteY107" fmla="*/ 1663540 h 6858000"/>
              <a:gd name="connsiteX108" fmla="*/ 120731 w 1364418"/>
              <a:gd name="connsiteY108" fmla="*/ 1615777 h 6858000"/>
              <a:gd name="connsiteX109" fmla="*/ 101526 w 1364418"/>
              <a:gd name="connsiteY109" fmla="*/ 1563678 h 6858000"/>
              <a:gd name="connsiteX110" fmla="*/ 114606 w 1364418"/>
              <a:gd name="connsiteY110" fmla="*/ 1519474 h 6858000"/>
              <a:gd name="connsiteX111" fmla="*/ 107348 w 1364418"/>
              <a:gd name="connsiteY111" fmla="*/ 1477995 h 6858000"/>
              <a:gd name="connsiteX112" fmla="*/ 93433 w 1364418"/>
              <a:gd name="connsiteY112" fmla="*/ 1373769 h 6858000"/>
              <a:gd name="connsiteX113" fmla="*/ 101740 w 1364418"/>
              <a:gd name="connsiteY113" fmla="*/ 1307086 h 6858000"/>
              <a:gd name="connsiteX114" fmla="*/ 102928 w 1364418"/>
              <a:gd name="connsiteY114" fmla="*/ 1189033 h 6858000"/>
              <a:gd name="connsiteX115" fmla="*/ 107613 w 1364418"/>
              <a:gd name="connsiteY115" fmla="*/ 1168288 h 6858000"/>
              <a:gd name="connsiteX116" fmla="*/ 99895 w 1364418"/>
              <a:gd name="connsiteY116" fmla="*/ 1142577 h 6858000"/>
              <a:gd name="connsiteX117" fmla="*/ 89201 w 1364418"/>
              <a:gd name="connsiteY117" fmla="*/ 1088484 h 6858000"/>
              <a:gd name="connsiteX118" fmla="*/ 77937 w 1364418"/>
              <a:gd name="connsiteY118" fmla="*/ 1016103 h 6858000"/>
              <a:gd name="connsiteX119" fmla="*/ 79393 w 1364418"/>
              <a:gd name="connsiteY119" fmla="*/ 954054 h 6858000"/>
              <a:gd name="connsiteX120" fmla="*/ 90309 w 1364418"/>
              <a:gd name="connsiteY120" fmla="*/ 921368 h 6858000"/>
              <a:gd name="connsiteX121" fmla="*/ 74258 w 1364418"/>
              <a:gd name="connsiteY121" fmla="*/ 896999 h 6858000"/>
              <a:gd name="connsiteX122" fmla="*/ 43666 w 1364418"/>
              <a:gd name="connsiteY122" fmla="*/ 821517 h 6858000"/>
              <a:gd name="connsiteX123" fmla="*/ 22616 w 1364418"/>
              <a:gd name="connsiteY123" fmla="*/ 751353 h 6858000"/>
              <a:gd name="connsiteX124" fmla="*/ 22174 w 1364418"/>
              <a:gd name="connsiteY124" fmla="*/ 721230 h 6858000"/>
              <a:gd name="connsiteX125" fmla="*/ 7845 w 1364418"/>
              <a:gd name="connsiteY125" fmla="*/ 681659 h 6858000"/>
              <a:gd name="connsiteX126" fmla="*/ 31306 w 1364418"/>
              <a:gd name="connsiteY126" fmla="*/ 619315 h 6858000"/>
              <a:gd name="connsiteX127" fmla="*/ 15184 w 1364418"/>
              <a:gd name="connsiteY127" fmla="*/ 585934 h 6858000"/>
              <a:gd name="connsiteX128" fmla="*/ 22258 w 1364418"/>
              <a:gd name="connsiteY128" fmla="*/ 538948 h 6858000"/>
              <a:gd name="connsiteX129" fmla="*/ 26166 w 1364418"/>
              <a:gd name="connsiteY129" fmla="*/ 525163 h 6858000"/>
              <a:gd name="connsiteX130" fmla="*/ 52290 w 1364418"/>
              <a:gd name="connsiteY130" fmla="*/ 446567 h 6858000"/>
              <a:gd name="connsiteX131" fmla="*/ 51538 w 1364418"/>
              <a:gd name="connsiteY131" fmla="*/ 393828 h 6858000"/>
              <a:gd name="connsiteX132" fmla="*/ 51368 w 1364418"/>
              <a:gd name="connsiteY132" fmla="*/ 353137 h 6858000"/>
              <a:gd name="connsiteX133" fmla="*/ 55970 w 1364418"/>
              <a:gd name="connsiteY133" fmla="*/ 321428 h 6858000"/>
              <a:gd name="connsiteX134" fmla="*/ 57061 w 1364418"/>
              <a:gd name="connsiteY134" fmla="*/ 275771 h 6858000"/>
              <a:gd name="connsiteX135" fmla="*/ 74088 w 1364418"/>
              <a:gd name="connsiteY135" fmla="*/ 212860 h 6858000"/>
              <a:gd name="connsiteX136" fmla="*/ 65798 w 1364418"/>
              <a:gd name="connsiteY136" fmla="*/ 144983 h 6858000"/>
              <a:gd name="connsiteX137" fmla="*/ 78082 w 1364418"/>
              <a:gd name="connsiteY137" fmla="*/ 55288 h 6858000"/>
              <a:gd name="connsiteX138" fmla="*/ 37636 w 1364418"/>
              <a:gd name="connsiteY138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251033 w 1364418"/>
              <a:gd name="connsiteY9" fmla="*/ 6492130 h 6858000"/>
              <a:gd name="connsiteX10" fmla="*/ 266720 w 1364418"/>
              <a:gd name="connsiteY10" fmla="*/ 6431610 h 6858000"/>
              <a:gd name="connsiteX11" fmla="*/ 310425 w 1364418"/>
              <a:gd name="connsiteY11" fmla="*/ 6379786 h 6858000"/>
              <a:gd name="connsiteX12" fmla="*/ 293648 w 1364418"/>
              <a:gd name="connsiteY12" fmla="*/ 6334727 h 6858000"/>
              <a:gd name="connsiteX13" fmla="*/ 271063 w 1364418"/>
              <a:gd name="connsiteY13" fmla="*/ 6313295 h 6858000"/>
              <a:gd name="connsiteX14" fmla="*/ 278227 w 1364418"/>
              <a:gd name="connsiteY14" fmla="*/ 6280046 h 6858000"/>
              <a:gd name="connsiteX15" fmla="*/ 281226 w 1364418"/>
              <a:gd name="connsiteY15" fmla="*/ 6272987 h 6858000"/>
              <a:gd name="connsiteX16" fmla="*/ 288000 w 1364418"/>
              <a:gd name="connsiteY16" fmla="*/ 6252834 h 6858000"/>
              <a:gd name="connsiteX17" fmla="*/ 265992 w 1364418"/>
              <a:gd name="connsiteY17" fmla="*/ 6202459 h 6858000"/>
              <a:gd name="connsiteX18" fmla="*/ 264790 w 1364418"/>
              <a:gd name="connsiteY18" fmla="*/ 6153037 h 6858000"/>
              <a:gd name="connsiteX19" fmla="*/ 280205 w 1364418"/>
              <a:gd name="connsiteY19" fmla="*/ 6078132 h 6858000"/>
              <a:gd name="connsiteX20" fmla="*/ 267592 w 1364418"/>
              <a:gd name="connsiteY20" fmla="*/ 6028119 h 6858000"/>
              <a:gd name="connsiteX21" fmla="*/ 252821 w 1364418"/>
              <a:gd name="connsiteY21" fmla="*/ 5926735 h 6858000"/>
              <a:gd name="connsiteX22" fmla="*/ 302333 w 1364418"/>
              <a:gd name="connsiteY22" fmla="*/ 5712857 h 6858000"/>
              <a:gd name="connsiteX23" fmla="*/ 332131 w 1364418"/>
              <a:gd name="connsiteY23" fmla="*/ 5660491 h 6858000"/>
              <a:gd name="connsiteX24" fmla="*/ 341254 w 1364418"/>
              <a:gd name="connsiteY24" fmla="*/ 5563435 h 6858000"/>
              <a:gd name="connsiteX25" fmla="*/ 368130 w 1364418"/>
              <a:gd name="connsiteY25" fmla="*/ 5437125 h 6858000"/>
              <a:gd name="connsiteX26" fmla="*/ 381698 w 1364418"/>
              <a:gd name="connsiteY26" fmla="*/ 5396260 h 6858000"/>
              <a:gd name="connsiteX27" fmla="*/ 397679 w 1364418"/>
              <a:gd name="connsiteY27" fmla="*/ 5330009 h 6858000"/>
              <a:gd name="connsiteX28" fmla="*/ 431172 w 1364418"/>
              <a:gd name="connsiteY28" fmla="*/ 5273739 h 6858000"/>
              <a:gd name="connsiteX29" fmla="*/ 440771 w 1364418"/>
              <a:gd name="connsiteY29" fmla="*/ 5241779 h 6858000"/>
              <a:gd name="connsiteX30" fmla="*/ 451997 w 1364418"/>
              <a:gd name="connsiteY30" fmla="*/ 5225268 h 6858000"/>
              <a:gd name="connsiteX31" fmla="*/ 453017 w 1364418"/>
              <a:gd name="connsiteY31" fmla="*/ 5217684 h 6858000"/>
              <a:gd name="connsiteX32" fmla="*/ 460358 w 1364418"/>
              <a:gd name="connsiteY32" fmla="*/ 5193377 h 6858000"/>
              <a:gd name="connsiteX33" fmla="*/ 463661 w 1364418"/>
              <a:gd name="connsiteY33" fmla="*/ 5179288 h 6858000"/>
              <a:gd name="connsiteX34" fmla="*/ 464645 w 1364418"/>
              <a:gd name="connsiteY34" fmla="*/ 5173621 h 6858000"/>
              <a:gd name="connsiteX35" fmla="*/ 460279 w 1364418"/>
              <a:gd name="connsiteY35" fmla="*/ 5159961 h 6858000"/>
              <a:gd name="connsiteX36" fmla="*/ 466956 w 1364418"/>
              <a:gd name="connsiteY36" fmla="*/ 5144295 h 6858000"/>
              <a:gd name="connsiteX37" fmla="*/ 463889 w 1364418"/>
              <a:gd name="connsiteY37" fmla="*/ 5125185 h 6858000"/>
              <a:gd name="connsiteX38" fmla="*/ 470719 w 1364418"/>
              <a:gd name="connsiteY38" fmla="*/ 5121884 h 6858000"/>
              <a:gd name="connsiteX39" fmla="*/ 477755 w 1364418"/>
              <a:gd name="connsiteY39" fmla="*/ 5067850 h 6858000"/>
              <a:gd name="connsiteX40" fmla="*/ 480486 w 1364418"/>
              <a:gd name="connsiteY40" fmla="*/ 5060861 h 6858000"/>
              <a:gd name="connsiteX41" fmla="*/ 477190 w 1364418"/>
              <a:gd name="connsiteY41" fmla="*/ 5034192 h 6858000"/>
              <a:gd name="connsiteX42" fmla="*/ 478744 w 1364418"/>
              <a:gd name="connsiteY42" fmla="*/ 4993030 h 6858000"/>
              <a:gd name="connsiteX43" fmla="*/ 485653 w 1364418"/>
              <a:gd name="connsiteY43" fmla="*/ 4946844 h 6858000"/>
              <a:gd name="connsiteX44" fmla="*/ 481509 w 1364418"/>
              <a:gd name="connsiteY44" fmla="*/ 4932692 h 6858000"/>
              <a:gd name="connsiteX45" fmla="*/ 496912 w 1364418"/>
              <a:gd name="connsiteY45" fmla="*/ 4858827 h 6858000"/>
              <a:gd name="connsiteX46" fmla="*/ 502815 w 1364418"/>
              <a:gd name="connsiteY46" fmla="*/ 4821170 h 6858000"/>
              <a:gd name="connsiteX47" fmla="*/ 507548 w 1364418"/>
              <a:gd name="connsiteY47" fmla="*/ 4780965 h 6858000"/>
              <a:gd name="connsiteX48" fmla="*/ 508841 w 1364418"/>
              <a:gd name="connsiteY48" fmla="*/ 4750867 h 6858000"/>
              <a:gd name="connsiteX49" fmla="*/ 506648 w 1364418"/>
              <a:gd name="connsiteY49" fmla="*/ 4690749 h 6858000"/>
              <a:gd name="connsiteX50" fmla="*/ 502128 w 1364418"/>
              <a:gd name="connsiteY50" fmla="*/ 4584173 h 6858000"/>
              <a:gd name="connsiteX51" fmla="*/ 497211 w 1364418"/>
              <a:gd name="connsiteY51" fmla="*/ 4444346 h 6858000"/>
              <a:gd name="connsiteX52" fmla="*/ 493776 w 1364418"/>
              <a:gd name="connsiteY52" fmla="*/ 4375228 h 6858000"/>
              <a:gd name="connsiteX53" fmla="*/ 474429 w 1364418"/>
              <a:gd name="connsiteY53" fmla="*/ 4214165 h 6858000"/>
              <a:gd name="connsiteX54" fmla="*/ 478502 w 1364418"/>
              <a:gd name="connsiteY54" fmla="*/ 4090296 h 6858000"/>
              <a:gd name="connsiteX55" fmla="*/ 463758 w 1364418"/>
              <a:gd name="connsiteY55" fmla="*/ 4033999 h 6858000"/>
              <a:gd name="connsiteX56" fmla="*/ 464907 w 1364418"/>
              <a:gd name="connsiteY56" fmla="*/ 4031933 h 6858000"/>
              <a:gd name="connsiteX57" fmla="*/ 463483 w 1364418"/>
              <a:gd name="connsiteY57" fmla="*/ 4013953 h 6858000"/>
              <a:gd name="connsiteX58" fmla="*/ 449778 w 1364418"/>
              <a:gd name="connsiteY58" fmla="*/ 3974753 h 6858000"/>
              <a:gd name="connsiteX59" fmla="*/ 451376 w 1364418"/>
              <a:gd name="connsiteY59" fmla="*/ 3969950 h 6858000"/>
              <a:gd name="connsiteX60" fmla="*/ 444798 w 1364418"/>
              <a:gd name="connsiteY60" fmla="*/ 3933779 h 6858000"/>
              <a:gd name="connsiteX61" fmla="*/ 446129 w 1364418"/>
              <a:gd name="connsiteY61" fmla="*/ 3933093 h 6858000"/>
              <a:gd name="connsiteX62" fmla="*/ 450483 w 1364418"/>
              <a:gd name="connsiteY62" fmla="*/ 3922082 h 6858000"/>
              <a:gd name="connsiteX63" fmla="*/ 455561 w 1364418"/>
              <a:gd name="connsiteY63" fmla="*/ 3901461 h 6858000"/>
              <a:gd name="connsiteX64" fmla="*/ 478155 w 1364418"/>
              <a:gd name="connsiteY64" fmla="*/ 3813873 h 6858000"/>
              <a:gd name="connsiteX65" fmla="*/ 477580 w 1364418"/>
              <a:gd name="connsiteY65" fmla="*/ 3806161 h 6858000"/>
              <a:gd name="connsiteX66" fmla="*/ 477887 w 1364418"/>
              <a:gd name="connsiteY66" fmla="*/ 3805957 h 6858000"/>
              <a:gd name="connsiteX67" fmla="*/ 477914 w 1364418"/>
              <a:gd name="connsiteY67" fmla="*/ 3797724 h 6858000"/>
              <a:gd name="connsiteX68" fmla="*/ 476529 w 1364418"/>
              <a:gd name="connsiteY68" fmla="*/ 3792098 h 6858000"/>
              <a:gd name="connsiteX69" fmla="*/ 475413 w 1364418"/>
              <a:gd name="connsiteY69" fmla="*/ 3777135 h 6858000"/>
              <a:gd name="connsiteX70" fmla="*/ 477146 w 1364418"/>
              <a:gd name="connsiteY70" fmla="*/ 3771656 h 6858000"/>
              <a:gd name="connsiteX71" fmla="*/ 480889 w 1364418"/>
              <a:gd name="connsiteY71" fmla="*/ 3769007 h 6858000"/>
              <a:gd name="connsiteX72" fmla="*/ 480355 w 1364418"/>
              <a:gd name="connsiteY72" fmla="*/ 3767709 h 6858000"/>
              <a:gd name="connsiteX73" fmla="*/ 489051 w 1364418"/>
              <a:gd name="connsiteY73" fmla="*/ 3738082 h 6858000"/>
              <a:gd name="connsiteX74" fmla="*/ 496397 w 1364418"/>
              <a:gd name="connsiteY74" fmla="*/ 3673397 h 6858000"/>
              <a:gd name="connsiteX75" fmla="*/ 495693 w 1364418"/>
              <a:gd name="connsiteY75" fmla="*/ 3637109 h 6858000"/>
              <a:gd name="connsiteX76" fmla="*/ 499136 w 1364418"/>
              <a:gd name="connsiteY76" fmla="*/ 3536883 h 6858000"/>
              <a:gd name="connsiteX77" fmla="*/ 506674 w 1364418"/>
              <a:gd name="connsiteY77" fmla="*/ 3435652 h 6858000"/>
              <a:gd name="connsiteX78" fmla="*/ 508345 w 1364418"/>
              <a:gd name="connsiteY78" fmla="*/ 3307769 h 6858000"/>
              <a:gd name="connsiteX79" fmla="*/ 525908 w 1364418"/>
              <a:gd name="connsiteY79" fmla="*/ 3250522 h 6858000"/>
              <a:gd name="connsiteX80" fmla="*/ 526333 w 1364418"/>
              <a:gd name="connsiteY80" fmla="*/ 3229163 h 6858000"/>
              <a:gd name="connsiteX81" fmla="*/ 528156 w 1364418"/>
              <a:gd name="connsiteY81" fmla="*/ 3217217 h 6858000"/>
              <a:gd name="connsiteX82" fmla="*/ 514991 w 1364418"/>
              <a:gd name="connsiteY82" fmla="*/ 3183755 h 6858000"/>
              <a:gd name="connsiteX83" fmla="*/ 515492 w 1364418"/>
              <a:gd name="connsiteY83" fmla="*/ 3178642 h 6858000"/>
              <a:gd name="connsiteX84" fmla="*/ 503092 w 1364418"/>
              <a:gd name="connsiteY84" fmla="*/ 3158586 h 6858000"/>
              <a:gd name="connsiteX85" fmla="*/ 488277 w 1364418"/>
              <a:gd name="connsiteY85" fmla="*/ 3129034 h 6858000"/>
              <a:gd name="connsiteX86" fmla="*/ 488942 w 1364418"/>
              <a:gd name="connsiteY86" fmla="*/ 3126682 h 6858000"/>
              <a:gd name="connsiteX87" fmla="*/ 479810 w 1364418"/>
              <a:gd name="connsiteY87" fmla="*/ 3114519 h 6858000"/>
              <a:gd name="connsiteX88" fmla="*/ 466419 w 1364418"/>
              <a:gd name="connsiteY88" fmla="*/ 3106272 h 6858000"/>
              <a:gd name="connsiteX89" fmla="*/ 439149 w 1364418"/>
              <a:gd name="connsiteY89" fmla="*/ 2958185 h 6858000"/>
              <a:gd name="connsiteX90" fmla="*/ 381763 w 1364418"/>
              <a:gd name="connsiteY90" fmla="*/ 2762989 h 6858000"/>
              <a:gd name="connsiteX91" fmla="*/ 330681 w 1364418"/>
              <a:gd name="connsiteY91" fmla="*/ 2554718 h 6858000"/>
              <a:gd name="connsiteX92" fmla="*/ 310775 w 1364418"/>
              <a:gd name="connsiteY92" fmla="*/ 2485734 h 6858000"/>
              <a:gd name="connsiteX93" fmla="*/ 301498 w 1364418"/>
              <a:gd name="connsiteY93" fmla="*/ 2447068 h 6858000"/>
              <a:gd name="connsiteX94" fmla="*/ 288459 w 1364418"/>
              <a:gd name="connsiteY94" fmla="*/ 2425819 h 6858000"/>
              <a:gd name="connsiteX95" fmla="*/ 294458 w 1364418"/>
              <a:gd name="connsiteY95" fmla="*/ 2402874 h 6858000"/>
              <a:gd name="connsiteX96" fmla="*/ 297070 w 1364418"/>
              <a:gd name="connsiteY96" fmla="*/ 2381443 h 6858000"/>
              <a:gd name="connsiteX97" fmla="*/ 273399 w 1364418"/>
              <a:gd name="connsiteY97" fmla="*/ 2261920 h 6858000"/>
              <a:gd name="connsiteX98" fmla="*/ 263286 w 1364418"/>
              <a:gd name="connsiteY98" fmla="*/ 2195378 h 6858000"/>
              <a:gd name="connsiteX99" fmla="*/ 247503 w 1364418"/>
              <a:gd name="connsiteY99" fmla="*/ 2155135 h 6858000"/>
              <a:gd name="connsiteX100" fmla="*/ 244961 w 1364418"/>
              <a:gd name="connsiteY100" fmla="*/ 2118008 h 6858000"/>
              <a:gd name="connsiteX101" fmla="*/ 245954 w 1364418"/>
              <a:gd name="connsiteY101" fmla="*/ 2050531 h 6858000"/>
              <a:gd name="connsiteX102" fmla="*/ 237760 w 1364418"/>
              <a:gd name="connsiteY102" fmla="*/ 1963269 h 6858000"/>
              <a:gd name="connsiteX103" fmla="*/ 218938 w 1364418"/>
              <a:gd name="connsiteY103" fmla="*/ 1906352 h 6858000"/>
              <a:gd name="connsiteX104" fmla="*/ 195495 w 1364418"/>
              <a:gd name="connsiteY104" fmla="*/ 1861531 h 6858000"/>
              <a:gd name="connsiteX105" fmla="*/ 149294 w 1364418"/>
              <a:gd name="connsiteY105" fmla="*/ 1732919 h 6858000"/>
              <a:gd name="connsiteX106" fmla="*/ 121605 w 1364418"/>
              <a:gd name="connsiteY106" fmla="*/ 1663540 h 6858000"/>
              <a:gd name="connsiteX107" fmla="*/ 120731 w 1364418"/>
              <a:gd name="connsiteY107" fmla="*/ 1615777 h 6858000"/>
              <a:gd name="connsiteX108" fmla="*/ 101526 w 1364418"/>
              <a:gd name="connsiteY108" fmla="*/ 1563678 h 6858000"/>
              <a:gd name="connsiteX109" fmla="*/ 114606 w 1364418"/>
              <a:gd name="connsiteY109" fmla="*/ 1519474 h 6858000"/>
              <a:gd name="connsiteX110" fmla="*/ 107348 w 1364418"/>
              <a:gd name="connsiteY110" fmla="*/ 1477995 h 6858000"/>
              <a:gd name="connsiteX111" fmla="*/ 93433 w 1364418"/>
              <a:gd name="connsiteY111" fmla="*/ 1373769 h 6858000"/>
              <a:gd name="connsiteX112" fmla="*/ 101740 w 1364418"/>
              <a:gd name="connsiteY112" fmla="*/ 1307086 h 6858000"/>
              <a:gd name="connsiteX113" fmla="*/ 102928 w 1364418"/>
              <a:gd name="connsiteY113" fmla="*/ 1189033 h 6858000"/>
              <a:gd name="connsiteX114" fmla="*/ 107613 w 1364418"/>
              <a:gd name="connsiteY114" fmla="*/ 1168288 h 6858000"/>
              <a:gd name="connsiteX115" fmla="*/ 99895 w 1364418"/>
              <a:gd name="connsiteY115" fmla="*/ 1142577 h 6858000"/>
              <a:gd name="connsiteX116" fmla="*/ 89201 w 1364418"/>
              <a:gd name="connsiteY116" fmla="*/ 1088484 h 6858000"/>
              <a:gd name="connsiteX117" fmla="*/ 77937 w 1364418"/>
              <a:gd name="connsiteY117" fmla="*/ 1016103 h 6858000"/>
              <a:gd name="connsiteX118" fmla="*/ 79393 w 1364418"/>
              <a:gd name="connsiteY118" fmla="*/ 954054 h 6858000"/>
              <a:gd name="connsiteX119" fmla="*/ 90309 w 1364418"/>
              <a:gd name="connsiteY119" fmla="*/ 921368 h 6858000"/>
              <a:gd name="connsiteX120" fmla="*/ 74258 w 1364418"/>
              <a:gd name="connsiteY120" fmla="*/ 896999 h 6858000"/>
              <a:gd name="connsiteX121" fmla="*/ 43666 w 1364418"/>
              <a:gd name="connsiteY121" fmla="*/ 821517 h 6858000"/>
              <a:gd name="connsiteX122" fmla="*/ 22616 w 1364418"/>
              <a:gd name="connsiteY122" fmla="*/ 751353 h 6858000"/>
              <a:gd name="connsiteX123" fmla="*/ 22174 w 1364418"/>
              <a:gd name="connsiteY123" fmla="*/ 721230 h 6858000"/>
              <a:gd name="connsiteX124" fmla="*/ 7845 w 1364418"/>
              <a:gd name="connsiteY124" fmla="*/ 681659 h 6858000"/>
              <a:gd name="connsiteX125" fmla="*/ 31306 w 1364418"/>
              <a:gd name="connsiteY125" fmla="*/ 619315 h 6858000"/>
              <a:gd name="connsiteX126" fmla="*/ 15184 w 1364418"/>
              <a:gd name="connsiteY126" fmla="*/ 585934 h 6858000"/>
              <a:gd name="connsiteX127" fmla="*/ 22258 w 1364418"/>
              <a:gd name="connsiteY127" fmla="*/ 538948 h 6858000"/>
              <a:gd name="connsiteX128" fmla="*/ 26166 w 1364418"/>
              <a:gd name="connsiteY128" fmla="*/ 525163 h 6858000"/>
              <a:gd name="connsiteX129" fmla="*/ 52290 w 1364418"/>
              <a:gd name="connsiteY129" fmla="*/ 446567 h 6858000"/>
              <a:gd name="connsiteX130" fmla="*/ 51538 w 1364418"/>
              <a:gd name="connsiteY130" fmla="*/ 393828 h 6858000"/>
              <a:gd name="connsiteX131" fmla="*/ 51368 w 1364418"/>
              <a:gd name="connsiteY131" fmla="*/ 353137 h 6858000"/>
              <a:gd name="connsiteX132" fmla="*/ 55970 w 1364418"/>
              <a:gd name="connsiteY132" fmla="*/ 321428 h 6858000"/>
              <a:gd name="connsiteX133" fmla="*/ 57061 w 1364418"/>
              <a:gd name="connsiteY133" fmla="*/ 275771 h 6858000"/>
              <a:gd name="connsiteX134" fmla="*/ 74088 w 1364418"/>
              <a:gd name="connsiteY134" fmla="*/ 212860 h 6858000"/>
              <a:gd name="connsiteX135" fmla="*/ 65798 w 1364418"/>
              <a:gd name="connsiteY135" fmla="*/ 144983 h 6858000"/>
              <a:gd name="connsiteX136" fmla="*/ 78082 w 1364418"/>
              <a:gd name="connsiteY136" fmla="*/ 55288 h 6858000"/>
              <a:gd name="connsiteX137" fmla="*/ 37636 w 1364418"/>
              <a:gd name="connsiteY137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251033 w 1364418"/>
              <a:gd name="connsiteY8" fmla="*/ 6492130 h 6858000"/>
              <a:gd name="connsiteX9" fmla="*/ 266720 w 1364418"/>
              <a:gd name="connsiteY9" fmla="*/ 6431610 h 6858000"/>
              <a:gd name="connsiteX10" fmla="*/ 310425 w 1364418"/>
              <a:gd name="connsiteY10" fmla="*/ 6379786 h 6858000"/>
              <a:gd name="connsiteX11" fmla="*/ 293648 w 1364418"/>
              <a:gd name="connsiteY11" fmla="*/ 6334727 h 6858000"/>
              <a:gd name="connsiteX12" fmla="*/ 271063 w 1364418"/>
              <a:gd name="connsiteY12" fmla="*/ 6313295 h 6858000"/>
              <a:gd name="connsiteX13" fmla="*/ 278227 w 1364418"/>
              <a:gd name="connsiteY13" fmla="*/ 6280046 h 6858000"/>
              <a:gd name="connsiteX14" fmla="*/ 281226 w 1364418"/>
              <a:gd name="connsiteY14" fmla="*/ 6272987 h 6858000"/>
              <a:gd name="connsiteX15" fmla="*/ 288000 w 1364418"/>
              <a:gd name="connsiteY15" fmla="*/ 6252834 h 6858000"/>
              <a:gd name="connsiteX16" fmla="*/ 265992 w 1364418"/>
              <a:gd name="connsiteY16" fmla="*/ 6202459 h 6858000"/>
              <a:gd name="connsiteX17" fmla="*/ 264790 w 1364418"/>
              <a:gd name="connsiteY17" fmla="*/ 6153037 h 6858000"/>
              <a:gd name="connsiteX18" fmla="*/ 280205 w 1364418"/>
              <a:gd name="connsiteY18" fmla="*/ 6078132 h 6858000"/>
              <a:gd name="connsiteX19" fmla="*/ 267592 w 1364418"/>
              <a:gd name="connsiteY19" fmla="*/ 6028119 h 6858000"/>
              <a:gd name="connsiteX20" fmla="*/ 252821 w 1364418"/>
              <a:gd name="connsiteY20" fmla="*/ 5926735 h 6858000"/>
              <a:gd name="connsiteX21" fmla="*/ 302333 w 1364418"/>
              <a:gd name="connsiteY21" fmla="*/ 5712857 h 6858000"/>
              <a:gd name="connsiteX22" fmla="*/ 332131 w 1364418"/>
              <a:gd name="connsiteY22" fmla="*/ 5660491 h 6858000"/>
              <a:gd name="connsiteX23" fmla="*/ 341254 w 1364418"/>
              <a:gd name="connsiteY23" fmla="*/ 5563435 h 6858000"/>
              <a:gd name="connsiteX24" fmla="*/ 368130 w 1364418"/>
              <a:gd name="connsiteY24" fmla="*/ 5437125 h 6858000"/>
              <a:gd name="connsiteX25" fmla="*/ 381698 w 1364418"/>
              <a:gd name="connsiteY25" fmla="*/ 5396260 h 6858000"/>
              <a:gd name="connsiteX26" fmla="*/ 397679 w 1364418"/>
              <a:gd name="connsiteY26" fmla="*/ 5330009 h 6858000"/>
              <a:gd name="connsiteX27" fmla="*/ 431172 w 1364418"/>
              <a:gd name="connsiteY27" fmla="*/ 5273739 h 6858000"/>
              <a:gd name="connsiteX28" fmla="*/ 440771 w 1364418"/>
              <a:gd name="connsiteY28" fmla="*/ 5241779 h 6858000"/>
              <a:gd name="connsiteX29" fmla="*/ 451997 w 1364418"/>
              <a:gd name="connsiteY29" fmla="*/ 5225268 h 6858000"/>
              <a:gd name="connsiteX30" fmla="*/ 453017 w 1364418"/>
              <a:gd name="connsiteY30" fmla="*/ 5217684 h 6858000"/>
              <a:gd name="connsiteX31" fmla="*/ 460358 w 1364418"/>
              <a:gd name="connsiteY31" fmla="*/ 5193377 h 6858000"/>
              <a:gd name="connsiteX32" fmla="*/ 463661 w 1364418"/>
              <a:gd name="connsiteY32" fmla="*/ 5179288 h 6858000"/>
              <a:gd name="connsiteX33" fmla="*/ 464645 w 1364418"/>
              <a:gd name="connsiteY33" fmla="*/ 5173621 h 6858000"/>
              <a:gd name="connsiteX34" fmla="*/ 460279 w 1364418"/>
              <a:gd name="connsiteY34" fmla="*/ 5159961 h 6858000"/>
              <a:gd name="connsiteX35" fmla="*/ 466956 w 1364418"/>
              <a:gd name="connsiteY35" fmla="*/ 5144295 h 6858000"/>
              <a:gd name="connsiteX36" fmla="*/ 463889 w 1364418"/>
              <a:gd name="connsiteY36" fmla="*/ 5125185 h 6858000"/>
              <a:gd name="connsiteX37" fmla="*/ 470719 w 1364418"/>
              <a:gd name="connsiteY37" fmla="*/ 5121884 h 6858000"/>
              <a:gd name="connsiteX38" fmla="*/ 477755 w 1364418"/>
              <a:gd name="connsiteY38" fmla="*/ 5067850 h 6858000"/>
              <a:gd name="connsiteX39" fmla="*/ 480486 w 1364418"/>
              <a:gd name="connsiteY39" fmla="*/ 5060861 h 6858000"/>
              <a:gd name="connsiteX40" fmla="*/ 477190 w 1364418"/>
              <a:gd name="connsiteY40" fmla="*/ 5034192 h 6858000"/>
              <a:gd name="connsiteX41" fmla="*/ 478744 w 1364418"/>
              <a:gd name="connsiteY41" fmla="*/ 4993030 h 6858000"/>
              <a:gd name="connsiteX42" fmla="*/ 485653 w 1364418"/>
              <a:gd name="connsiteY42" fmla="*/ 4946844 h 6858000"/>
              <a:gd name="connsiteX43" fmla="*/ 481509 w 1364418"/>
              <a:gd name="connsiteY43" fmla="*/ 4932692 h 6858000"/>
              <a:gd name="connsiteX44" fmla="*/ 496912 w 1364418"/>
              <a:gd name="connsiteY44" fmla="*/ 4858827 h 6858000"/>
              <a:gd name="connsiteX45" fmla="*/ 502815 w 1364418"/>
              <a:gd name="connsiteY45" fmla="*/ 4821170 h 6858000"/>
              <a:gd name="connsiteX46" fmla="*/ 507548 w 1364418"/>
              <a:gd name="connsiteY46" fmla="*/ 4780965 h 6858000"/>
              <a:gd name="connsiteX47" fmla="*/ 508841 w 1364418"/>
              <a:gd name="connsiteY47" fmla="*/ 4750867 h 6858000"/>
              <a:gd name="connsiteX48" fmla="*/ 506648 w 1364418"/>
              <a:gd name="connsiteY48" fmla="*/ 4690749 h 6858000"/>
              <a:gd name="connsiteX49" fmla="*/ 502128 w 1364418"/>
              <a:gd name="connsiteY49" fmla="*/ 4584173 h 6858000"/>
              <a:gd name="connsiteX50" fmla="*/ 497211 w 1364418"/>
              <a:gd name="connsiteY50" fmla="*/ 4444346 h 6858000"/>
              <a:gd name="connsiteX51" fmla="*/ 493776 w 1364418"/>
              <a:gd name="connsiteY51" fmla="*/ 4375228 h 6858000"/>
              <a:gd name="connsiteX52" fmla="*/ 474429 w 1364418"/>
              <a:gd name="connsiteY52" fmla="*/ 4214165 h 6858000"/>
              <a:gd name="connsiteX53" fmla="*/ 478502 w 1364418"/>
              <a:gd name="connsiteY53" fmla="*/ 4090296 h 6858000"/>
              <a:gd name="connsiteX54" fmla="*/ 463758 w 1364418"/>
              <a:gd name="connsiteY54" fmla="*/ 4033999 h 6858000"/>
              <a:gd name="connsiteX55" fmla="*/ 464907 w 1364418"/>
              <a:gd name="connsiteY55" fmla="*/ 4031933 h 6858000"/>
              <a:gd name="connsiteX56" fmla="*/ 463483 w 1364418"/>
              <a:gd name="connsiteY56" fmla="*/ 4013953 h 6858000"/>
              <a:gd name="connsiteX57" fmla="*/ 449778 w 1364418"/>
              <a:gd name="connsiteY57" fmla="*/ 3974753 h 6858000"/>
              <a:gd name="connsiteX58" fmla="*/ 451376 w 1364418"/>
              <a:gd name="connsiteY58" fmla="*/ 3969950 h 6858000"/>
              <a:gd name="connsiteX59" fmla="*/ 444798 w 1364418"/>
              <a:gd name="connsiteY59" fmla="*/ 3933779 h 6858000"/>
              <a:gd name="connsiteX60" fmla="*/ 446129 w 1364418"/>
              <a:gd name="connsiteY60" fmla="*/ 3933093 h 6858000"/>
              <a:gd name="connsiteX61" fmla="*/ 450483 w 1364418"/>
              <a:gd name="connsiteY61" fmla="*/ 3922082 h 6858000"/>
              <a:gd name="connsiteX62" fmla="*/ 455561 w 1364418"/>
              <a:gd name="connsiteY62" fmla="*/ 3901461 h 6858000"/>
              <a:gd name="connsiteX63" fmla="*/ 478155 w 1364418"/>
              <a:gd name="connsiteY63" fmla="*/ 3813873 h 6858000"/>
              <a:gd name="connsiteX64" fmla="*/ 477580 w 1364418"/>
              <a:gd name="connsiteY64" fmla="*/ 3806161 h 6858000"/>
              <a:gd name="connsiteX65" fmla="*/ 477887 w 1364418"/>
              <a:gd name="connsiteY65" fmla="*/ 3805957 h 6858000"/>
              <a:gd name="connsiteX66" fmla="*/ 477914 w 1364418"/>
              <a:gd name="connsiteY66" fmla="*/ 3797724 h 6858000"/>
              <a:gd name="connsiteX67" fmla="*/ 476529 w 1364418"/>
              <a:gd name="connsiteY67" fmla="*/ 3792098 h 6858000"/>
              <a:gd name="connsiteX68" fmla="*/ 475413 w 1364418"/>
              <a:gd name="connsiteY68" fmla="*/ 3777135 h 6858000"/>
              <a:gd name="connsiteX69" fmla="*/ 477146 w 1364418"/>
              <a:gd name="connsiteY69" fmla="*/ 3771656 h 6858000"/>
              <a:gd name="connsiteX70" fmla="*/ 480889 w 1364418"/>
              <a:gd name="connsiteY70" fmla="*/ 3769007 h 6858000"/>
              <a:gd name="connsiteX71" fmla="*/ 480355 w 1364418"/>
              <a:gd name="connsiteY71" fmla="*/ 3767709 h 6858000"/>
              <a:gd name="connsiteX72" fmla="*/ 489051 w 1364418"/>
              <a:gd name="connsiteY72" fmla="*/ 3738082 h 6858000"/>
              <a:gd name="connsiteX73" fmla="*/ 496397 w 1364418"/>
              <a:gd name="connsiteY73" fmla="*/ 3673397 h 6858000"/>
              <a:gd name="connsiteX74" fmla="*/ 495693 w 1364418"/>
              <a:gd name="connsiteY74" fmla="*/ 3637109 h 6858000"/>
              <a:gd name="connsiteX75" fmla="*/ 499136 w 1364418"/>
              <a:gd name="connsiteY75" fmla="*/ 3536883 h 6858000"/>
              <a:gd name="connsiteX76" fmla="*/ 506674 w 1364418"/>
              <a:gd name="connsiteY76" fmla="*/ 3435652 h 6858000"/>
              <a:gd name="connsiteX77" fmla="*/ 508345 w 1364418"/>
              <a:gd name="connsiteY77" fmla="*/ 3307769 h 6858000"/>
              <a:gd name="connsiteX78" fmla="*/ 525908 w 1364418"/>
              <a:gd name="connsiteY78" fmla="*/ 3250522 h 6858000"/>
              <a:gd name="connsiteX79" fmla="*/ 526333 w 1364418"/>
              <a:gd name="connsiteY79" fmla="*/ 3229163 h 6858000"/>
              <a:gd name="connsiteX80" fmla="*/ 528156 w 1364418"/>
              <a:gd name="connsiteY80" fmla="*/ 3217217 h 6858000"/>
              <a:gd name="connsiteX81" fmla="*/ 514991 w 1364418"/>
              <a:gd name="connsiteY81" fmla="*/ 3183755 h 6858000"/>
              <a:gd name="connsiteX82" fmla="*/ 515492 w 1364418"/>
              <a:gd name="connsiteY82" fmla="*/ 3178642 h 6858000"/>
              <a:gd name="connsiteX83" fmla="*/ 503092 w 1364418"/>
              <a:gd name="connsiteY83" fmla="*/ 3158586 h 6858000"/>
              <a:gd name="connsiteX84" fmla="*/ 488277 w 1364418"/>
              <a:gd name="connsiteY84" fmla="*/ 3129034 h 6858000"/>
              <a:gd name="connsiteX85" fmla="*/ 488942 w 1364418"/>
              <a:gd name="connsiteY85" fmla="*/ 3126682 h 6858000"/>
              <a:gd name="connsiteX86" fmla="*/ 479810 w 1364418"/>
              <a:gd name="connsiteY86" fmla="*/ 3114519 h 6858000"/>
              <a:gd name="connsiteX87" fmla="*/ 466419 w 1364418"/>
              <a:gd name="connsiteY87" fmla="*/ 3106272 h 6858000"/>
              <a:gd name="connsiteX88" fmla="*/ 439149 w 1364418"/>
              <a:gd name="connsiteY88" fmla="*/ 2958185 h 6858000"/>
              <a:gd name="connsiteX89" fmla="*/ 381763 w 1364418"/>
              <a:gd name="connsiteY89" fmla="*/ 2762989 h 6858000"/>
              <a:gd name="connsiteX90" fmla="*/ 330681 w 1364418"/>
              <a:gd name="connsiteY90" fmla="*/ 2554718 h 6858000"/>
              <a:gd name="connsiteX91" fmla="*/ 310775 w 1364418"/>
              <a:gd name="connsiteY91" fmla="*/ 2485734 h 6858000"/>
              <a:gd name="connsiteX92" fmla="*/ 301498 w 1364418"/>
              <a:gd name="connsiteY92" fmla="*/ 2447068 h 6858000"/>
              <a:gd name="connsiteX93" fmla="*/ 288459 w 1364418"/>
              <a:gd name="connsiteY93" fmla="*/ 2425819 h 6858000"/>
              <a:gd name="connsiteX94" fmla="*/ 294458 w 1364418"/>
              <a:gd name="connsiteY94" fmla="*/ 2402874 h 6858000"/>
              <a:gd name="connsiteX95" fmla="*/ 297070 w 1364418"/>
              <a:gd name="connsiteY95" fmla="*/ 2381443 h 6858000"/>
              <a:gd name="connsiteX96" fmla="*/ 273399 w 1364418"/>
              <a:gd name="connsiteY96" fmla="*/ 2261920 h 6858000"/>
              <a:gd name="connsiteX97" fmla="*/ 263286 w 1364418"/>
              <a:gd name="connsiteY97" fmla="*/ 2195378 h 6858000"/>
              <a:gd name="connsiteX98" fmla="*/ 247503 w 1364418"/>
              <a:gd name="connsiteY98" fmla="*/ 2155135 h 6858000"/>
              <a:gd name="connsiteX99" fmla="*/ 244961 w 1364418"/>
              <a:gd name="connsiteY99" fmla="*/ 2118008 h 6858000"/>
              <a:gd name="connsiteX100" fmla="*/ 245954 w 1364418"/>
              <a:gd name="connsiteY100" fmla="*/ 2050531 h 6858000"/>
              <a:gd name="connsiteX101" fmla="*/ 237760 w 1364418"/>
              <a:gd name="connsiteY101" fmla="*/ 1963269 h 6858000"/>
              <a:gd name="connsiteX102" fmla="*/ 218938 w 1364418"/>
              <a:gd name="connsiteY102" fmla="*/ 1906352 h 6858000"/>
              <a:gd name="connsiteX103" fmla="*/ 195495 w 1364418"/>
              <a:gd name="connsiteY103" fmla="*/ 1861531 h 6858000"/>
              <a:gd name="connsiteX104" fmla="*/ 149294 w 1364418"/>
              <a:gd name="connsiteY104" fmla="*/ 1732919 h 6858000"/>
              <a:gd name="connsiteX105" fmla="*/ 121605 w 1364418"/>
              <a:gd name="connsiteY105" fmla="*/ 1663540 h 6858000"/>
              <a:gd name="connsiteX106" fmla="*/ 120731 w 1364418"/>
              <a:gd name="connsiteY106" fmla="*/ 1615777 h 6858000"/>
              <a:gd name="connsiteX107" fmla="*/ 101526 w 1364418"/>
              <a:gd name="connsiteY107" fmla="*/ 1563678 h 6858000"/>
              <a:gd name="connsiteX108" fmla="*/ 114606 w 1364418"/>
              <a:gd name="connsiteY108" fmla="*/ 1519474 h 6858000"/>
              <a:gd name="connsiteX109" fmla="*/ 107348 w 1364418"/>
              <a:gd name="connsiteY109" fmla="*/ 1477995 h 6858000"/>
              <a:gd name="connsiteX110" fmla="*/ 93433 w 1364418"/>
              <a:gd name="connsiteY110" fmla="*/ 1373769 h 6858000"/>
              <a:gd name="connsiteX111" fmla="*/ 101740 w 1364418"/>
              <a:gd name="connsiteY111" fmla="*/ 1307086 h 6858000"/>
              <a:gd name="connsiteX112" fmla="*/ 102928 w 1364418"/>
              <a:gd name="connsiteY112" fmla="*/ 1189033 h 6858000"/>
              <a:gd name="connsiteX113" fmla="*/ 107613 w 1364418"/>
              <a:gd name="connsiteY113" fmla="*/ 1168288 h 6858000"/>
              <a:gd name="connsiteX114" fmla="*/ 99895 w 1364418"/>
              <a:gd name="connsiteY114" fmla="*/ 1142577 h 6858000"/>
              <a:gd name="connsiteX115" fmla="*/ 89201 w 1364418"/>
              <a:gd name="connsiteY115" fmla="*/ 1088484 h 6858000"/>
              <a:gd name="connsiteX116" fmla="*/ 77937 w 1364418"/>
              <a:gd name="connsiteY116" fmla="*/ 1016103 h 6858000"/>
              <a:gd name="connsiteX117" fmla="*/ 79393 w 1364418"/>
              <a:gd name="connsiteY117" fmla="*/ 954054 h 6858000"/>
              <a:gd name="connsiteX118" fmla="*/ 90309 w 1364418"/>
              <a:gd name="connsiteY118" fmla="*/ 921368 h 6858000"/>
              <a:gd name="connsiteX119" fmla="*/ 74258 w 1364418"/>
              <a:gd name="connsiteY119" fmla="*/ 896999 h 6858000"/>
              <a:gd name="connsiteX120" fmla="*/ 43666 w 1364418"/>
              <a:gd name="connsiteY120" fmla="*/ 821517 h 6858000"/>
              <a:gd name="connsiteX121" fmla="*/ 22616 w 1364418"/>
              <a:gd name="connsiteY121" fmla="*/ 751353 h 6858000"/>
              <a:gd name="connsiteX122" fmla="*/ 22174 w 1364418"/>
              <a:gd name="connsiteY122" fmla="*/ 721230 h 6858000"/>
              <a:gd name="connsiteX123" fmla="*/ 7845 w 1364418"/>
              <a:gd name="connsiteY123" fmla="*/ 681659 h 6858000"/>
              <a:gd name="connsiteX124" fmla="*/ 31306 w 1364418"/>
              <a:gd name="connsiteY124" fmla="*/ 619315 h 6858000"/>
              <a:gd name="connsiteX125" fmla="*/ 15184 w 1364418"/>
              <a:gd name="connsiteY125" fmla="*/ 585934 h 6858000"/>
              <a:gd name="connsiteX126" fmla="*/ 22258 w 1364418"/>
              <a:gd name="connsiteY126" fmla="*/ 538948 h 6858000"/>
              <a:gd name="connsiteX127" fmla="*/ 26166 w 1364418"/>
              <a:gd name="connsiteY127" fmla="*/ 525163 h 6858000"/>
              <a:gd name="connsiteX128" fmla="*/ 52290 w 1364418"/>
              <a:gd name="connsiteY128" fmla="*/ 446567 h 6858000"/>
              <a:gd name="connsiteX129" fmla="*/ 51538 w 1364418"/>
              <a:gd name="connsiteY129" fmla="*/ 393828 h 6858000"/>
              <a:gd name="connsiteX130" fmla="*/ 51368 w 1364418"/>
              <a:gd name="connsiteY130" fmla="*/ 353137 h 6858000"/>
              <a:gd name="connsiteX131" fmla="*/ 55970 w 1364418"/>
              <a:gd name="connsiteY131" fmla="*/ 321428 h 6858000"/>
              <a:gd name="connsiteX132" fmla="*/ 57061 w 1364418"/>
              <a:gd name="connsiteY132" fmla="*/ 275771 h 6858000"/>
              <a:gd name="connsiteX133" fmla="*/ 74088 w 1364418"/>
              <a:gd name="connsiteY133" fmla="*/ 212860 h 6858000"/>
              <a:gd name="connsiteX134" fmla="*/ 65798 w 1364418"/>
              <a:gd name="connsiteY134" fmla="*/ 144983 h 6858000"/>
              <a:gd name="connsiteX135" fmla="*/ 78082 w 1364418"/>
              <a:gd name="connsiteY135" fmla="*/ 55288 h 6858000"/>
              <a:gd name="connsiteX136" fmla="*/ 37636 w 1364418"/>
              <a:gd name="connsiteY136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251033 w 1364418"/>
              <a:gd name="connsiteY8" fmla="*/ 6492130 h 6858000"/>
              <a:gd name="connsiteX9" fmla="*/ 266720 w 1364418"/>
              <a:gd name="connsiteY9" fmla="*/ 6431610 h 6858000"/>
              <a:gd name="connsiteX10" fmla="*/ 310425 w 1364418"/>
              <a:gd name="connsiteY10" fmla="*/ 6379786 h 6858000"/>
              <a:gd name="connsiteX11" fmla="*/ 293648 w 1364418"/>
              <a:gd name="connsiteY11" fmla="*/ 6334727 h 6858000"/>
              <a:gd name="connsiteX12" fmla="*/ 271063 w 1364418"/>
              <a:gd name="connsiteY12" fmla="*/ 6313295 h 6858000"/>
              <a:gd name="connsiteX13" fmla="*/ 278227 w 1364418"/>
              <a:gd name="connsiteY13" fmla="*/ 6280046 h 6858000"/>
              <a:gd name="connsiteX14" fmla="*/ 281226 w 1364418"/>
              <a:gd name="connsiteY14" fmla="*/ 6272987 h 6858000"/>
              <a:gd name="connsiteX15" fmla="*/ 288000 w 1364418"/>
              <a:gd name="connsiteY15" fmla="*/ 6252834 h 6858000"/>
              <a:gd name="connsiteX16" fmla="*/ 265992 w 1364418"/>
              <a:gd name="connsiteY16" fmla="*/ 6202459 h 6858000"/>
              <a:gd name="connsiteX17" fmla="*/ 264790 w 1364418"/>
              <a:gd name="connsiteY17" fmla="*/ 6153037 h 6858000"/>
              <a:gd name="connsiteX18" fmla="*/ 280205 w 1364418"/>
              <a:gd name="connsiteY18" fmla="*/ 6078132 h 6858000"/>
              <a:gd name="connsiteX19" fmla="*/ 267592 w 1364418"/>
              <a:gd name="connsiteY19" fmla="*/ 6028119 h 6858000"/>
              <a:gd name="connsiteX20" fmla="*/ 252821 w 1364418"/>
              <a:gd name="connsiteY20" fmla="*/ 5926735 h 6858000"/>
              <a:gd name="connsiteX21" fmla="*/ 302333 w 1364418"/>
              <a:gd name="connsiteY21" fmla="*/ 5712857 h 6858000"/>
              <a:gd name="connsiteX22" fmla="*/ 332131 w 1364418"/>
              <a:gd name="connsiteY22" fmla="*/ 5660491 h 6858000"/>
              <a:gd name="connsiteX23" fmla="*/ 341254 w 1364418"/>
              <a:gd name="connsiteY23" fmla="*/ 5563435 h 6858000"/>
              <a:gd name="connsiteX24" fmla="*/ 368130 w 1364418"/>
              <a:gd name="connsiteY24" fmla="*/ 5437125 h 6858000"/>
              <a:gd name="connsiteX25" fmla="*/ 381698 w 1364418"/>
              <a:gd name="connsiteY25" fmla="*/ 5396260 h 6858000"/>
              <a:gd name="connsiteX26" fmla="*/ 397679 w 1364418"/>
              <a:gd name="connsiteY26" fmla="*/ 5330009 h 6858000"/>
              <a:gd name="connsiteX27" fmla="*/ 431172 w 1364418"/>
              <a:gd name="connsiteY27" fmla="*/ 5273739 h 6858000"/>
              <a:gd name="connsiteX28" fmla="*/ 440771 w 1364418"/>
              <a:gd name="connsiteY28" fmla="*/ 5241779 h 6858000"/>
              <a:gd name="connsiteX29" fmla="*/ 451997 w 1364418"/>
              <a:gd name="connsiteY29" fmla="*/ 5225268 h 6858000"/>
              <a:gd name="connsiteX30" fmla="*/ 453017 w 1364418"/>
              <a:gd name="connsiteY30" fmla="*/ 5217684 h 6858000"/>
              <a:gd name="connsiteX31" fmla="*/ 460358 w 1364418"/>
              <a:gd name="connsiteY31" fmla="*/ 5193377 h 6858000"/>
              <a:gd name="connsiteX32" fmla="*/ 463661 w 1364418"/>
              <a:gd name="connsiteY32" fmla="*/ 5179288 h 6858000"/>
              <a:gd name="connsiteX33" fmla="*/ 464645 w 1364418"/>
              <a:gd name="connsiteY33" fmla="*/ 5173621 h 6858000"/>
              <a:gd name="connsiteX34" fmla="*/ 460279 w 1364418"/>
              <a:gd name="connsiteY34" fmla="*/ 5159961 h 6858000"/>
              <a:gd name="connsiteX35" fmla="*/ 466956 w 1364418"/>
              <a:gd name="connsiteY35" fmla="*/ 5144295 h 6858000"/>
              <a:gd name="connsiteX36" fmla="*/ 463889 w 1364418"/>
              <a:gd name="connsiteY36" fmla="*/ 5125185 h 6858000"/>
              <a:gd name="connsiteX37" fmla="*/ 470719 w 1364418"/>
              <a:gd name="connsiteY37" fmla="*/ 5121884 h 6858000"/>
              <a:gd name="connsiteX38" fmla="*/ 477755 w 1364418"/>
              <a:gd name="connsiteY38" fmla="*/ 5067850 h 6858000"/>
              <a:gd name="connsiteX39" fmla="*/ 480486 w 1364418"/>
              <a:gd name="connsiteY39" fmla="*/ 5060861 h 6858000"/>
              <a:gd name="connsiteX40" fmla="*/ 477190 w 1364418"/>
              <a:gd name="connsiteY40" fmla="*/ 5034192 h 6858000"/>
              <a:gd name="connsiteX41" fmla="*/ 478744 w 1364418"/>
              <a:gd name="connsiteY41" fmla="*/ 4993030 h 6858000"/>
              <a:gd name="connsiteX42" fmla="*/ 485653 w 1364418"/>
              <a:gd name="connsiteY42" fmla="*/ 4946844 h 6858000"/>
              <a:gd name="connsiteX43" fmla="*/ 481509 w 1364418"/>
              <a:gd name="connsiteY43" fmla="*/ 4932692 h 6858000"/>
              <a:gd name="connsiteX44" fmla="*/ 496912 w 1364418"/>
              <a:gd name="connsiteY44" fmla="*/ 4858827 h 6858000"/>
              <a:gd name="connsiteX45" fmla="*/ 502815 w 1364418"/>
              <a:gd name="connsiteY45" fmla="*/ 4821170 h 6858000"/>
              <a:gd name="connsiteX46" fmla="*/ 507548 w 1364418"/>
              <a:gd name="connsiteY46" fmla="*/ 4780965 h 6858000"/>
              <a:gd name="connsiteX47" fmla="*/ 508841 w 1364418"/>
              <a:gd name="connsiteY47" fmla="*/ 4750867 h 6858000"/>
              <a:gd name="connsiteX48" fmla="*/ 506648 w 1364418"/>
              <a:gd name="connsiteY48" fmla="*/ 4690749 h 6858000"/>
              <a:gd name="connsiteX49" fmla="*/ 502128 w 1364418"/>
              <a:gd name="connsiteY49" fmla="*/ 4584173 h 6858000"/>
              <a:gd name="connsiteX50" fmla="*/ 497211 w 1364418"/>
              <a:gd name="connsiteY50" fmla="*/ 4444346 h 6858000"/>
              <a:gd name="connsiteX51" fmla="*/ 493776 w 1364418"/>
              <a:gd name="connsiteY51" fmla="*/ 4375228 h 6858000"/>
              <a:gd name="connsiteX52" fmla="*/ 474429 w 1364418"/>
              <a:gd name="connsiteY52" fmla="*/ 4214165 h 6858000"/>
              <a:gd name="connsiteX53" fmla="*/ 478502 w 1364418"/>
              <a:gd name="connsiteY53" fmla="*/ 4090296 h 6858000"/>
              <a:gd name="connsiteX54" fmla="*/ 463758 w 1364418"/>
              <a:gd name="connsiteY54" fmla="*/ 4033999 h 6858000"/>
              <a:gd name="connsiteX55" fmla="*/ 464907 w 1364418"/>
              <a:gd name="connsiteY55" fmla="*/ 4031933 h 6858000"/>
              <a:gd name="connsiteX56" fmla="*/ 463483 w 1364418"/>
              <a:gd name="connsiteY56" fmla="*/ 4013953 h 6858000"/>
              <a:gd name="connsiteX57" fmla="*/ 449778 w 1364418"/>
              <a:gd name="connsiteY57" fmla="*/ 3974753 h 6858000"/>
              <a:gd name="connsiteX58" fmla="*/ 451376 w 1364418"/>
              <a:gd name="connsiteY58" fmla="*/ 3969950 h 6858000"/>
              <a:gd name="connsiteX59" fmla="*/ 444798 w 1364418"/>
              <a:gd name="connsiteY59" fmla="*/ 3933779 h 6858000"/>
              <a:gd name="connsiteX60" fmla="*/ 446129 w 1364418"/>
              <a:gd name="connsiteY60" fmla="*/ 3933093 h 6858000"/>
              <a:gd name="connsiteX61" fmla="*/ 450483 w 1364418"/>
              <a:gd name="connsiteY61" fmla="*/ 3922082 h 6858000"/>
              <a:gd name="connsiteX62" fmla="*/ 455561 w 1364418"/>
              <a:gd name="connsiteY62" fmla="*/ 3901461 h 6858000"/>
              <a:gd name="connsiteX63" fmla="*/ 478155 w 1364418"/>
              <a:gd name="connsiteY63" fmla="*/ 3813873 h 6858000"/>
              <a:gd name="connsiteX64" fmla="*/ 477580 w 1364418"/>
              <a:gd name="connsiteY64" fmla="*/ 3806161 h 6858000"/>
              <a:gd name="connsiteX65" fmla="*/ 477887 w 1364418"/>
              <a:gd name="connsiteY65" fmla="*/ 3805957 h 6858000"/>
              <a:gd name="connsiteX66" fmla="*/ 477914 w 1364418"/>
              <a:gd name="connsiteY66" fmla="*/ 3797724 h 6858000"/>
              <a:gd name="connsiteX67" fmla="*/ 476529 w 1364418"/>
              <a:gd name="connsiteY67" fmla="*/ 3792098 h 6858000"/>
              <a:gd name="connsiteX68" fmla="*/ 475413 w 1364418"/>
              <a:gd name="connsiteY68" fmla="*/ 3777135 h 6858000"/>
              <a:gd name="connsiteX69" fmla="*/ 477146 w 1364418"/>
              <a:gd name="connsiteY69" fmla="*/ 3771656 h 6858000"/>
              <a:gd name="connsiteX70" fmla="*/ 480889 w 1364418"/>
              <a:gd name="connsiteY70" fmla="*/ 3769007 h 6858000"/>
              <a:gd name="connsiteX71" fmla="*/ 480355 w 1364418"/>
              <a:gd name="connsiteY71" fmla="*/ 3767709 h 6858000"/>
              <a:gd name="connsiteX72" fmla="*/ 489051 w 1364418"/>
              <a:gd name="connsiteY72" fmla="*/ 3738082 h 6858000"/>
              <a:gd name="connsiteX73" fmla="*/ 496397 w 1364418"/>
              <a:gd name="connsiteY73" fmla="*/ 3673397 h 6858000"/>
              <a:gd name="connsiteX74" fmla="*/ 495693 w 1364418"/>
              <a:gd name="connsiteY74" fmla="*/ 3637109 h 6858000"/>
              <a:gd name="connsiteX75" fmla="*/ 499136 w 1364418"/>
              <a:gd name="connsiteY75" fmla="*/ 3536883 h 6858000"/>
              <a:gd name="connsiteX76" fmla="*/ 506674 w 1364418"/>
              <a:gd name="connsiteY76" fmla="*/ 3435652 h 6858000"/>
              <a:gd name="connsiteX77" fmla="*/ 508345 w 1364418"/>
              <a:gd name="connsiteY77" fmla="*/ 3307769 h 6858000"/>
              <a:gd name="connsiteX78" fmla="*/ 525908 w 1364418"/>
              <a:gd name="connsiteY78" fmla="*/ 3250522 h 6858000"/>
              <a:gd name="connsiteX79" fmla="*/ 526333 w 1364418"/>
              <a:gd name="connsiteY79" fmla="*/ 3229163 h 6858000"/>
              <a:gd name="connsiteX80" fmla="*/ 528156 w 1364418"/>
              <a:gd name="connsiteY80" fmla="*/ 3217217 h 6858000"/>
              <a:gd name="connsiteX81" fmla="*/ 514991 w 1364418"/>
              <a:gd name="connsiteY81" fmla="*/ 3183755 h 6858000"/>
              <a:gd name="connsiteX82" fmla="*/ 515492 w 1364418"/>
              <a:gd name="connsiteY82" fmla="*/ 3178642 h 6858000"/>
              <a:gd name="connsiteX83" fmla="*/ 503092 w 1364418"/>
              <a:gd name="connsiteY83" fmla="*/ 3158586 h 6858000"/>
              <a:gd name="connsiteX84" fmla="*/ 488277 w 1364418"/>
              <a:gd name="connsiteY84" fmla="*/ 3129034 h 6858000"/>
              <a:gd name="connsiteX85" fmla="*/ 488942 w 1364418"/>
              <a:gd name="connsiteY85" fmla="*/ 3126682 h 6858000"/>
              <a:gd name="connsiteX86" fmla="*/ 479810 w 1364418"/>
              <a:gd name="connsiteY86" fmla="*/ 3114519 h 6858000"/>
              <a:gd name="connsiteX87" fmla="*/ 466419 w 1364418"/>
              <a:gd name="connsiteY87" fmla="*/ 3106272 h 6858000"/>
              <a:gd name="connsiteX88" fmla="*/ 439149 w 1364418"/>
              <a:gd name="connsiteY88" fmla="*/ 2958185 h 6858000"/>
              <a:gd name="connsiteX89" fmla="*/ 381763 w 1364418"/>
              <a:gd name="connsiteY89" fmla="*/ 2762989 h 6858000"/>
              <a:gd name="connsiteX90" fmla="*/ 330681 w 1364418"/>
              <a:gd name="connsiteY90" fmla="*/ 2554718 h 6858000"/>
              <a:gd name="connsiteX91" fmla="*/ 310775 w 1364418"/>
              <a:gd name="connsiteY91" fmla="*/ 2485734 h 6858000"/>
              <a:gd name="connsiteX92" fmla="*/ 301498 w 1364418"/>
              <a:gd name="connsiteY92" fmla="*/ 2447068 h 6858000"/>
              <a:gd name="connsiteX93" fmla="*/ 288459 w 1364418"/>
              <a:gd name="connsiteY93" fmla="*/ 2425819 h 6858000"/>
              <a:gd name="connsiteX94" fmla="*/ 294458 w 1364418"/>
              <a:gd name="connsiteY94" fmla="*/ 2402874 h 6858000"/>
              <a:gd name="connsiteX95" fmla="*/ 297070 w 1364418"/>
              <a:gd name="connsiteY95" fmla="*/ 2381443 h 6858000"/>
              <a:gd name="connsiteX96" fmla="*/ 273399 w 1364418"/>
              <a:gd name="connsiteY96" fmla="*/ 2261920 h 6858000"/>
              <a:gd name="connsiteX97" fmla="*/ 263286 w 1364418"/>
              <a:gd name="connsiteY97" fmla="*/ 2195378 h 6858000"/>
              <a:gd name="connsiteX98" fmla="*/ 247503 w 1364418"/>
              <a:gd name="connsiteY98" fmla="*/ 2155135 h 6858000"/>
              <a:gd name="connsiteX99" fmla="*/ 244961 w 1364418"/>
              <a:gd name="connsiteY99" fmla="*/ 2118008 h 6858000"/>
              <a:gd name="connsiteX100" fmla="*/ 245954 w 1364418"/>
              <a:gd name="connsiteY100" fmla="*/ 2050531 h 6858000"/>
              <a:gd name="connsiteX101" fmla="*/ 237760 w 1364418"/>
              <a:gd name="connsiteY101" fmla="*/ 1963269 h 6858000"/>
              <a:gd name="connsiteX102" fmla="*/ 218938 w 1364418"/>
              <a:gd name="connsiteY102" fmla="*/ 1906352 h 6858000"/>
              <a:gd name="connsiteX103" fmla="*/ 195495 w 1364418"/>
              <a:gd name="connsiteY103" fmla="*/ 1861531 h 6858000"/>
              <a:gd name="connsiteX104" fmla="*/ 149294 w 1364418"/>
              <a:gd name="connsiteY104" fmla="*/ 1732919 h 6858000"/>
              <a:gd name="connsiteX105" fmla="*/ 121605 w 1364418"/>
              <a:gd name="connsiteY105" fmla="*/ 1663540 h 6858000"/>
              <a:gd name="connsiteX106" fmla="*/ 120731 w 1364418"/>
              <a:gd name="connsiteY106" fmla="*/ 1615777 h 6858000"/>
              <a:gd name="connsiteX107" fmla="*/ 101526 w 1364418"/>
              <a:gd name="connsiteY107" fmla="*/ 1563678 h 6858000"/>
              <a:gd name="connsiteX108" fmla="*/ 114606 w 1364418"/>
              <a:gd name="connsiteY108" fmla="*/ 1519474 h 6858000"/>
              <a:gd name="connsiteX109" fmla="*/ 107348 w 1364418"/>
              <a:gd name="connsiteY109" fmla="*/ 1477995 h 6858000"/>
              <a:gd name="connsiteX110" fmla="*/ 93433 w 1364418"/>
              <a:gd name="connsiteY110" fmla="*/ 1373769 h 6858000"/>
              <a:gd name="connsiteX111" fmla="*/ 101740 w 1364418"/>
              <a:gd name="connsiteY111" fmla="*/ 1307086 h 6858000"/>
              <a:gd name="connsiteX112" fmla="*/ 102928 w 1364418"/>
              <a:gd name="connsiteY112" fmla="*/ 1189033 h 6858000"/>
              <a:gd name="connsiteX113" fmla="*/ 107613 w 1364418"/>
              <a:gd name="connsiteY113" fmla="*/ 1168288 h 6858000"/>
              <a:gd name="connsiteX114" fmla="*/ 99895 w 1364418"/>
              <a:gd name="connsiteY114" fmla="*/ 1142577 h 6858000"/>
              <a:gd name="connsiteX115" fmla="*/ 89201 w 1364418"/>
              <a:gd name="connsiteY115" fmla="*/ 1088484 h 6858000"/>
              <a:gd name="connsiteX116" fmla="*/ 77937 w 1364418"/>
              <a:gd name="connsiteY116" fmla="*/ 1016103 h 6858000"/>
              <a:gd name="connsiteX117" fmla="*/ 79393 w 1364418"/>
              <a:gd name="connsiteY117" fmla="*/ 954054 h 6858000"/>
              <a:gd name="connsiteX118" fmla="*/ 90309 w 1364418"/>
              <a:gd name="connsiteY118" fmla="*/ 921368 h 6858000"/>
              <a:gd name="connsiteX119" fmla="*/ 74258 w 1364418"/>
              <a:gd name="connsiteY119" fmla="*/ 896999 h 6858000"/>
              <a:gd name="connsiteX120" fmla="*/ 43666 w 1364418"/>
              <a:gd name="connsiteY120" fmla="*/ 821517 h 6858000"/>
              <a:gd name="connsiteX121" fmla="*/ 22616 w 1364418"/>
              <a:gd name="connsiteY121" fmla="*/ 751353 h 6858000"/>
              <a:gd name="connsiteX122" fmla="*/ 22174 w 1364418"/>
              <a:gd name="connsiteY122" fmla="*/ 721230 h 6858000"/>
              <a:gd name="connsiteX123" fmla="*/ 7845 w 1364418"/>
              <a:gd name="connsiteY123" fmla="*/ 681659 h 6858000"/>
              <a:gd name="connsiteX124" fmla="*/ 31306 w 1364418"/>
              <a:gd name="connsiteY124" fmla="*/ 619315 h 6858000"/>
              <a:gd name="connsiteX125" fmla="*/ 15184 w 1364418"/>
              <a:gd name="connsiteY125" fmla="*/ 585934 h 6858000"/>
              <a:gd name="connsiteX126" fmla="*/ 22258 w 1364418"/>
              <a:gd name="connsiteY126" fmla="*/ 538948 h 6858000"/>
              <a:gd name="connsiteX127" fmla="*/ 26166 w 1364418"/>
              <a:gd name="connsiteY127" fmla="*/ 525163 h 6858000"/>
              <a:gd name="connsiteX128" fmla="*/ 52290 w 1364418"/>
              <a:gd name="connsiteY128" fmla="*/ 446567 h 6858000"/>
              <a:gd name="connsiteX129" fmla="*/ 51538 w 1364418"/>
              <a:gd name="connsiteY129" fmla="*/ 393828 h 6858000"/>
              <a:gd name="connsiteX130" fmla="*/ 51368 w 1364418"/>
              <a:gd name="connsiteY130" fmla="*/ 353137 h 6858000"/>
              <a:gd name="connsiteX131" fmla="*/ 55970 w 1364418"/>
              <a:gd name="connsiteY131" fmla="*/ 321428 h 6858000"/>
              <a:gd name="connsiteX132" fmla="*/ 57061 w 1364418"/>
              <a:gd name="connsiteY132" fmla="*/ 275771 h 6858000"/>
              <a:gd name="connsiteX133" fmla="*/ 74088 w 1364418"/>
              <a:gd name="connsiteY133" fmla="*/ 212860 h 6858000"/>
              <a:gd name="connsiteX134" fmla="*/ 65798 w 1364418"/>
              <a:gd name="connsiteY134" fmla="*/ 144983 h 6858000"/>
              <a:gd name="connsiteX135" fmla="*/ 78082 w 1364418"/>
              <a:gd name="connsiteY135" fmla="*/ 55288 h 6858000"/>
              <a:gd name="connsiteX136" fmla="*/ 37636 w 1364418"/>
              <a:gd name="connsiteY136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266720 w 1364418"/>
              <a:gd name="connsiteY8" fmla="*/ 6431610 h 6858000"/>
              <a:gd name="connsiteX9" fmla="*/ 310425 w 1364418"/>
              <a:gd name="connsiteY9" fmla="*/ 6379786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10425 w 1364418"/>
              <a:gd name="connsiteY9" fmla="*/ 6379786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149205 w 1364418"/>
              <a:gd name="connsiteY5" fmla="*/ 6737706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8000 w 1364418"/>
              <a:gd name="connsiteY13" fmla="*/ 6252834 h 6858000"/>
              <a:gd name="connsiteX14" fmla="*/ 265992 w 1364418"/>
              <a:gd name="connsiteY14" fmla="*/ 6202459 h 6858000"/>
              <a:gd name="connsiteX15" fmla="*/ 264790 w 1364418"/>
              <a:gd name="connsiteY15" fmla="*/ 6153037 h 6858000"/>
              <a:gd name="connsiteX16" fmla="*/ 280205 w 1364418"/>
              <a:gd name="connsiteY16" fmla="*/ 6078132 h 6858000"/>
              <a:gd name="connsiteX17" fmla="*/ 267592 w 1364418"/>
              <a:gd name="connsiteY17" fmla="*/ 6028119 h 6858000"/>
              <a:gd name="connsiteX18" fmla="*/ 252821 w 1364418"/>
              <a:gd name="connsiteY18" fmla="*/ 5926735 h 6858000"/>
              <a:gd name="connsiteX19" fmla="*/ 302333 w 1364418"/>
              <a:gd name="connsiteY19" fmla="*/ 5712857 h 6858000"/>
              <a:gd name="connsiteX20" fmla="*/ 332131 w 1364418"/>
              <a:gd name="connsiteY20" fmla="*/ 5660491 h 6858000"/>
              <a:gd name="connsiteX21" fmla="*/ 341254 w 1364418"/>
              <a:gd name="connsiteY21" fmla="*/ 5563435 h 6858000"/>
              <a:gd name="connsiteX22" fmla="*/ 368130 w 1364418"/>
              <a:gd name="connsiteY22" fmla="*/ 5437125 h 6858000"/>
              <a:gd name="connsiteX23" fmla="*/ 381698 w 1364418"/>
              <a:gd name="connsiteY23" fmla="*/ 5396260 h 6858000"/>
              <a:gd name="connsiteX24" fmla="*/ 397679 w 1364418"/>
              <a:gd name="connsiteY24" fmla="*/ 5330009 h 6858000"/>
              <a:gd name="connsiteX25" fmla="*/ 431172 w 1364418"/>
              <a:gd name="connsiteY25" fmla="*/ 5273739 h 6858000"/>
              <a:gd name="connsiteX26" fmla="*/ 440771 w 1364418"/>
              <a:gd name="connsiteY26" fmla="*/ 5241779 h 6858000"/>
              <a:gd name="connsiteX27" fmla="*/ 451997 w 1364418"/>
              <a:gd name="connsiteY27" fmla="*/ 5225268 h 6858000"/>
              <a:gd name="connsiteX28" fmla="*/ 453017 w 1364418"/>
              <a:gd name="connsiteY28" fmla="*/ 5217684 h 6858000"/>
              <a:gd name="connsiteX29" fmla="*/ 460358 w 1364418"/>
              <a:gd name="connsiteY29" fmla="*/ 5193377 h 6858000"/>
              <a:gd name="connsiteX30" fmla="*/ 463661 w 1364418"/>
              <a:gd name="connsiteY30" fmla="*/ 5179288 h 6858000"/>
              <a:gd name="connsiteX31" fmla="*/ 464645 w 1364418"/>
              <a:gd name="connsiteY31" fmla="*/ 5173621 h 6858000"/>
              <a:gd name="connsiteX32" fmla="*/ 460279 w 1364418"/>
              <a:gd name="connsiteY32" fmla="*/ 5159961 h 6858000"/>
              <a:gd name="connsiteX33" fmla="*/ 466956 w 1364418"/>
              <a:gd name="connsiteY33" fmla="*/ 5144295 h 6858000"/>
              <a:gd name="connsiteX34" fmla="*/ 463889 w 1364418"/>
              <a:gd name="connsiteY34" fmla="*/ 5125185 h 6858000"/>
              <a:gd name="connsiteX35" fmla="*/ 470719 w 1364418"/>
              <a:gd name="connsiteY35" fmla="*/ 5121884 h 6858000"/>
              <a:gd name="connsiteX36" fmla="*/ 477755 w 1364418"/>
              <a:gd name="connsiteY36" fmla="*/ 5067850 h 6858000"/>
              <a:gd name="connsiteX37" fmla="*/ 480486 w 1364418"/>
              <a:gd name="connsiteY37" fmla="*/ 5060861 h 6858000"/>
              <a:gd name="connsiteX38" fmla="*/ 477190 w 1364418"/>
              <a:gd name="connsiteY38" fmla="*/ 5034192 h 6858000"/>
              <a:gd name="connsiteX39" fmla="*/ 478744 w 1364418"/>
              <a:gd name="connsiteY39" fmla="*/ 4993030 h 6858000"/>
              <a:gd name="connsiteX40" fmla="*/ 485653 w 1364418"/>
              <a:gd name="connsiteY40" fmla="*/ 4946844 h 6858000"/>
              <a:gd name="connsiteX41" fmla="*/ 481509 w 1364418"/>
              <a:gd name="connsiteY41" fmla="*/ 4932692 h 6858000"/>
              <a:gd name="connsiteX42" fmla="*/ 496912 w 1364418"/>
              <a:gd name="connsiteY42" fmla="*/ 4858827 h 6858000"/>
              <a:gd name="connsiteX43" fmla="*/ 502815 w 1364418"/>
              <a:gd name="connsiteY43" fmla="*/ 4821170 h 6858000"/>
              <a:gd name="connsiteX44" fmla="*/ 507548 w 1364418"/>
              <a:gd name="connsiteY44" fmla="*/ 4780965 h 6858000"/>
              <a:gd name="connsiteX45" fmla="*/ 508841 w 1364418"/>
              <a:gd name="connsiteY45" fmla="*/ 4750867 h 6858000"/>
              <a:gd name="connsiteX46" fmla="*/ 506648 w 1364418"/>
              <a:gd name="connsiteY46" fmla="*/ 4690749 h 6858000"/>
              <a:gd name="connsiteX47" fmla="*/ 502128 w 1364418"/>
              <a:gd name="connsiteY47" fmla="*/ 4584173 h 6858000"/>
              <a:gd name="connsiteX48" fmla="*/ 497211 w 1364418"/>
              <a:gd name="connsiteY48" fmla="*/ 4444346 h 6858000"/>
              <a:gd name="connsiteX49" fmla="*/ 493776 w 1364418"/>
              <a:gd name="connsiteY49" fmla="*/ 4375228 h 6858000"/>
              <a:gd name="connsiteX50" fmla="*/ 474429 w 1364418"/>
              <a:gd name="connsiteY50" fmla="*/ 4214165 h 6858000"/>
              <a:gd name="connsiteX51" fmla="*/ 478502 w 1364418"/>
              <a:gd name="connsiteY51" fmla="*/ 4090296 h 6858000"/>
              <a:gd name="connsiteX52" fmla="*/ 463758 w 1364418"/>
              <a:gd name="connsiteY52" fmla="*/ 4033999 h 6858000"/>
              <a:gd name="connsiteX53" fmla="*/ 464907 w 1364418"/>
              <a:gd name="connsiteY53" fmla="*/ 4031933 h 6858000"/>
              <a:gd name="connsiteX54" fmla="*/ 463483 w 1364418"/>
              <a:gd name="connsiteY54" fmla="*/ 4013953 h 6858000"/>
              <a:gd name="connsiteX55" fmla="*/ 449778 w 1364418"/>
              <a:gd name="connsiteY55" fmla="*/ 3974753 h 6858000"/>
              <a:gd name="connsiteX56" fmla="*/ 451376 w 1364418"/>
              <a:gd name="connsiteY56" fmla="*/ 3969950 h 6858000"/>
              <a:gd name="connsiteX57" fmla="*/ 444798 w 1364418"/>
              <a:gd name="connsiteY57" fmla="*/ 3933779 h 6858000"/>
              <a:gd name="connsiteX58" fmla="*/ 446129 w 1364418"/>
              <a:gd name="connsiteY58" fmla="*/ 3933093 h 6858000"/>
              <a:gd name="connsiteX59" fmla="*/ 450483 w 1364418"/>
              <a:gd name="connsiteY59" fmla="*/ 3922082 h 6858000"/>
              <a:gd name="connsiteX60" fmla="*/ 455561 w 1364418"/>
              <a:gd name="connsiteY60" fmla="*/ 3901461 h 6858000"/>
              <a:gd name="connsiteX61" fmla="*/ 478155 w 1364418"/>
              <a:gd name="connsiteY61" fmla="*/ 3813873 h 6858000"/>
              <a:gd name="connsiteX62" fmla="*/ 477580 w 1364418"/>
              <a:gd name="connsiteY62" fmla="*/ 3806161 h 6858000"/>
              <a:gd name="connsiteX63" fmla="*/ 477887 w 1364418"/>
              <a:gd name="connsiteY63" fmla="*/ 3805957 h 6858000"/>
              <a:gd name="connsiteX64" fmla="*/ 477914 w 1364418"/>
              <a:gd name="connsiteY64" fmla="*/ 3797724 h 6858000"/>
              <a:gd name="connsiteX65" fmla="*/ 476529 w 1364418"/>
              <a:gd name="connsiteY65" fmla="*/ 3792098 h 6858000"/>
              <a:gd name="connsiteX66" fmla="*/ 475413 w 1364418"/>
              <a:gd name="connsiteY66" fmla="*/ 3777135 h 6858000"/>
              <a:gd name="connsiteX67" fmla="*/ 477146 w 1364418"/>
              <a:gd name="connsiteY67" fmla="*/ 3771656 h 6858000"/>
              <a:gd name="connsiteX68" fmla="*/ 480889 w 1364418"/>
              <a:gd name="connsiteY68" fmla="*/ 3769007 h 6858000"/>
              <a:gd name="connsiteX69" fmla="*/ 480355 w 1364418"/>
              <a:gd name="connsiteY69" fmla="*/ 3767709 h 6858000"/>
              <a:gd name="connsiteX70" fmla="*/ 489051 w 1364418"/>
              <a:gd name="connsiteY70" fmla="*/ 3738082 h 6858000"/>
              <a:gd name="connsiteX71" fmla="*/ 496397 w 1364418"/>
              <a:gd name="connsiteY71" fmla="*/ 3673397 h 6858000"/>
              <a:gd name="connsiteX72" fmla="*/ 495693 w 1364418"/>
              <a:gd name="connsiteY72" fmla="*/ 3637109 h 6858000"/>
              <a:gd name="connsiteX73" fmla="*/ 499136 w 1364418"/>
              <a:gd name="connsiteY73" fmla="*/ 3536883 h 6858000"/>
              <a:gd name="connsiteX74" fmla="*/ 506674 w 1364418"/>
              <a:gd name="connsiteY74" fmla="*/ 3435652 h 6858000"/>
              <a:gd name="connsiteX75" fmla="*/ 508345 w 1364418"/>
              <a:gd name="connsiteY75" fmla="*/ 3307769 h 6858000"/>
              <a:gd name="connsiteX76" fmla="*/ 525908 w 1364418"/>
              <a:gd name="connsiteY76" fmla="*/ 3250522 h 6858000"/>
              <a:gd name="connsiteX77" fmla="*/ 526333 w 1364418"/>
              <a:gd name="connsiteY77" fmla="*/ 3229163 h 6858000"/>
              <a:gd name="connsiteX78" fmla="*/ 528156 w 1364418"/>
              <a:gd name="connsiteY78" fmla="*/ 3217217 h 6858000"/>
              <a:gd name="connsiteX79" fmla="*/ 514991 w 1364418"/>
              <a:gd name="connsiteY79" fmla="*/ 3183755 h 6858000"/>
              <a:gd name="connsiteX80" fmla="*/ 515492 w 1364418"/>
              <a:gd name="connsiteY80" fmla="*/ 3178642 h 6858000"/>
              <a:gd name="connsiteX81" fmla="*/ 503092 w 1364418"/>
              <a:gd name="connsiteY81" fmla="*/ 3158586 h 6858000"/>
              <a:gd name="connsiteX82" fmla="*/ 488277 w 1364418"/>
              <a:gd name="connsiteY82" fmla="*/ 3129034 h 6858000"/>
              <a:gd name="connsiteX83" fmla="*/ 488942 w 1364418"/>
              <a:gd name="connsiteY83" fmla="*/ 3126682 h 6858000"/>
              <a:gd name="connsiteX84" fmla="*/ 479810 w 1364418"/>
              <a:gd name="connsiteY84" fmla="*/ 3114519 h 6858000"/>
              <a:gd name="connsiteX85" fmla="*/ 466419 w 1364418"/>
              <a:gd name="connsiteY85" fmla="*/ 3106272 h 6858000"/>
              <a:gd name="connsiteX86" fmla="*/ 439149 w 1364418"/>
              <a:gd name="connsiteY86" fmla="*/ 2958185 h 6858000"/>
              <a:gd name="connsiteX87" fmla="*/ 381763 w 1364418"/>
              <a:gd name="connsiteY87" fmla="*/ 2762989 h 6858000"/>
              <a:gd name="connsiteX88" fmla="*/ 330681 w 1364418"/>
              <a:gd name="connsiteY88" fmla="*/ 2554718 h 6858000"/>
              <a:gd name="connsiteX89" fmla="*/ 310775 w 1364418"/>
              <a:gd name="connsiteY89" fmla="*/ 2485734 h 6858000"/>
              <a:gd name="connsiteX90" fmla="*/ 301498 w 1364418"/>
              <a:gd name="connsiteY90" fmla="*/ 2447068 h 6858000"/>
              <a:gd name="connsiteX91" fmla="*/ 288459 w 1364418"/>
              <a:gd name="connsiteY91" fmla="*/ 2425819 h 6858000"/>
              <a:gd name="connsiteX92" fmla="*/ 294458 w 1364418"/>
              <a:gd name="connsiteY92" fmla="*/ 2402874 h 6858000"/>
              <a:gd name="connsiteX93" fmla="*/ 297070 w 1364418"/>
              <a:gd name="connsiteY93" fmla="*/ 2381443 h 6858000"/>
              <a:gd name="connsiteX94" fmla="*/ 273399 w 1364418"/>
              <a:gd name="connsiteY94" fmla="*/ 2261920 h 6858000"/>
              <a:gd name="connsiteX95" fmla="*/ 263286 w 1364418"/>
              <a:gd name="connsiteY95" fmla="*/ 2195378 h 6858000"/>
              <a:gd name="connsiteX96" fmla="*/ 247503 w 1364418"/>
              <a:gd name="connsiteY96" fmla="*/ 2155135 h 6858000"/>
              <a:gd name="connsiteX97" fmla="*/ 244961 w 1364418"/>
              <a:gd name="connsiteY97" fmla="*/ 2118008 h 6858000"/>
              <a:gd name="connsiteX98" fmla="*/ 245954 w 1364418"/>
              <a:gd name="connsiteY98" fmla="*/ 2050531 h 6858000"/>
              <a:gd name="connsiteX99" fmla="*/ 237760 w 1364418"/>
              <a:gd name="connsiteY99" fmla="*/ 1963269 h 6858000"/>
              <a:gd name="connsiteX100" fmla="*/ 218938 w 1364418"/>
              <a:gd name="connsiteY100" fmla="*/ 1906352 h 6858000"/>
              <a:gd name="connsiteX101" fmla="*/ 195495 w 1364418"/>
              <a:gd name="connsiteY101" fmla="*/ 1861531 h 6858000"/>
              <a:gd name="connsiteX102" fmla="*/ 149294 w 1364418"/>
              <a:gd name="connsiteY102" fmla="*/ 1732919 h 6858000"/>
              <a:gd name="connsiteX103" fmla="*/ 121605 w 1364418"/>
              <a:gd name="connsiteY103" fmla="*/ 1663540 h 6858000"/>
              <a:gd name="connsiteX104" fmla="*/ 120731 w 1364418"/>
              <a:gd name="connsiteY104" fmla="*/ 1615777 h 6858000"/>
              <a:gd name="connsiteX105" fmla="*/ 101526 w 1364418"/>
              <a:gd name="connsiteY105" fmla="*/ 1563678 h 6858000"/>
              <a:gd name="connsiteX106" fmla="*/ 114606 w 1364418"/>
              <a:gd name="connsiteY106" fmla="*/ 1519474 h 6858000"/>
              <a:gd name="connsiteX107" fmla="*/ 107348 w 1364418"/>
              <a:gd name="connsiteY107" fmla="*/ 1477995 h 6858000"/>
              <a:gd name="connsiteX108" fmla="*/ 93433 w 1364418"/>
              <a:gd name="connsiteY108" fmla="*/ 1373769 h 6858000"/>
              <a:gd name="connsiteX109" fmla="*/ 101740 w 1364418"/>
              <a:gd name="connsiteY109" fmla="*/ 1307086 h 6858000"/>
              <a:gd name="connsiteX110" fmla="*/ 102928 w 1364418"/>
              <a:gd name="connsiteY110" fmla="*/ 1189033 h 6858000"/>
              <a:gd name="connsiteX111" fmla="*/ 107613 w 1364418"/>
              <a:gd name="connsiteY111" fmla="*/ 1168288 h 6858000"/>
              <a:gd name="connsiteX112" fmla="*/ 99895 w 1364418"/>
              <a:gd name="connsiteY112" fmla="*/ 1142577 h 6858000"/>
              <a:gd name="connsiteX113" fmla="*/ 89201 w 1364418"/>
              <a:gd name="connsiteY113" fmla="*/ 1088484 h 6858000"/>
              <a:gd name="connsiteX114" fmla="*/ 77937 w 1364418"/>
              <a:gd name="connsiteY114" fmla="*/ 1016103 h 6858000"/>
              <a:gd name="connsiteX115" fmla="*/ 79393 w 1364418"/>
              <a:gd name="connsiteY115" fmla="*/ 954054 h 6858000"/>
              <a:gd name="connsiteX116" fmla="*/ 90309 w 1364418"/>
              <a:gd name="connsiteY116" fmla="*/ 921368 h 6858000"/>
              <a:gd name="connsiteX117" fmla="*/ 74258 w 1364418"/>
              <a:gd name="connsiteY117" fmla="*/ 896999 h 6858000"/>
              <a:gd name="connsiteX118" fmla="*/ 43666 w 1364418"/>
              <a:gd name="connsiteY118" fmla="*/ 821517 h 6858000"/>
              <a:gd name="connsiteX119" fmla="*/ 22616 w 1364418"/>
              <a:gd name="connsiteY119" fmla="*/ 751353 h 6858000"/>
              <a:gd name="connsiteX120" fmla="*/ 22174 w 1364418"/>
              <a:gd name="connsiteY120" fmla="*/ 721230 h 6858000"/>
              <a:gd name="connsiteX121" fmla="*/ 7845 w 1364418"/>
              <a:gd name="connsiteY121" fmla="*/ 681659 h 6858000"/>
              <a:gd name="connsiteX122" fmla="*/ 31306 w 1364418"/>
              <a:gd name="connsiteY122" fmla="*/ 619315 h 6858000"/>
              <a:gd name="connsiteX123" fmla="*/ 15184 w 1364418"/>
              <a:gd name="connsiteY123" fmla="*/ 585934 h 6858000"/>
              <a:gd name="connsiteX124" fmla="*/ 22258 w 1364418"/>
              <a:gd name="connsiteY124" fmla="*/ 538948 h 6858000"/>
              <a:gd name="connsiteX125" fmla="*/ 26166 w 1364418"/>
              <a:gd name="connsiteY125" fmla="*/ 525163 h 6858000"/>
              <a:gd name="connsiteX126" fmla="*/ 52290 w 1364418"/>
              <a:gd name="connsiteY126" fmla="*/ 446567 h 6858000"/>
              <a:gd name="connsiteX127" fmla="*/ 51538 w 1364418"/>
              <a:gd name="connsiteY127" fmla="*/ 393828 h 6858000"/>
              <a:gd name="connsiteX128" fmla="*/ 51368 w 1364418"/>
              <a:gd name="connsiteY128" fmla="*/ 353137 h 6858000"/>
              <a:gd name="connsiteX129" fmla="*/ 55970 w 1364418"/>
              <a:gd name="connsiteY129" fmla="*/ 321428 h 6858000"/>
              <a:gd name="connsiteX130" fmla="*/ 57061 w 1364418"/>
              <a:gd name="connsiteY130" fmla="*/ 275771 h 6858000"/>
              <a:gd name="connsiteX131" fmla="*/ 74088 w 1364418"/>
              <a:gd name="connsiteY131" fmla="*/ 212860 h 6858000"/>
              <a:gd name="connsiteX132" fmla="*/ 65798 w 1364418"/>
              <a:gd name="connsiteY132" fmla="*/ 144983 h 6858000"/>
              <a:gd name="connsiteX133" fmla="*/ 78082 w 1364418"/>
              <a:gd name="connsiteY133" fmla="*/ 55288 h 6858000"/>
              <a:gd name="connsiteX134" fmla="*/ 37636 w 1364418"/>
              <a:gd name="connsiteY134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8227 w 1364418"/>
              <a:gd name="connsiteY11" fmla="*/ 6280046 h 6858000"/>
              <a:gd name="connsiteX12" fmla="*/ 288000 w 1364418"/>
              <a:gd name="connsiteY12" fmla="*/ 6252834 h 6858000"/>
              <a:gd name="connsiteX13" fmla="*/ 265992 w 1364418"/>
              <a:gd name="connsiteY13" fmla="*/ 6202459 h 6858000"/>
              <a:gd name="connsiteX14" fmla="*/ 264790 w 1364418"/>
              <a:gd name="connsiteY14" fmla="*/ 6153037 h 6858000"/>
              <a:gd name="connsiteX15" fmla="*/ 280205 w 1364418"/>
              <a:gd name="connsiteY15" fmla="*/ 6078132 h 6858000"/>
              <a:gd name="connsiteX16" fmla="*/ 267592 w 1364418"/>
              <a:gd name="connsiteY16" fmla="*/ 6028119 h 6858000"/>
              <a:gd name="connsiteX17" fmla="*/ 252821 w 1364418"/>
              <a:gd name="connsiteY17" fmla="*/ 5926735 h 6858000"/>
              <a:gd name="connsiteX18" fmla="*/ 302333 w 1364418"/>
              <a:gd name="connsiteY18" fmla="*/ 5712857 h 6858000"/>
              <a:gd name="connsiteX19" fmla="*/ 332131 w 1364418"/>
              <a:gd name="connsiteY19" fmla="*/ 5660491 h 6858000"/>
              <a:gd name="connsiteX20" fmla="*/ 341254 w 1364418"/>
              <a:gd name="connsiteY20" fmla="*/ 5563435 h 6858000"/>
              <a:gd name="connsiteX21" fmla="*/ 368130 w 1364418"/>
              <a:gd name="connsiteY21" fmla="*/ 5437125 h 6858000"/>
              <a:gd name="connsiteX22" fmla="*/ 381698 w 1364418"/>
              <a:gd name="connsiteY22" fmla="*/ 5396260 h 6858000"/>
              <a:gd name="connsiteX23" fmla="*/ 397679 w 1364418"/>
              <a:gd name="connsiteY23" fmla="*/ 5330009 h 6858000"/>
              <a:gd name="connsiteX24" fmla="*/ 431172 w 1364418"/>
              <a:gd name="connsiteY24" fmla="*/ 5273739 h 6858000"/>
              <a:gd name="connsiteX25" fmla="*/ 440771 w 1364418"/>
              <a:gd name="connsiteY25" fmla="*/ 5241779 h 6858000"/>
              <a:gd name="connsiteX26" fmla="*/ 451997 w 1364418"/>
              <a:gd name="connsiteY26" fmla="*/ 5225268 h 6858000"/>
              <a:gd name="connsiteX27" fmla="*/ 453017 w 1364418"/>
              <a:gd name="connsiteY27" fmla="*/ 5217684 h 6858000"/>
              <a:gd name="connsiteX28" fmla="*/ 460358 w 1364418"/>
              <a:gd name="connsiteY28" fmla="*/ 5193377 h 6858000"/>
              <a:gd name="connsiteX29" fmla="*/ 463661 w 1364418"/>
              <a:gd name="connsiteY29" fmla="*/ 5179288 h 6858000"/>
              <a:gd name="connsiteX30" fmla="*/ 464645 w 1364418"/>
              <a:gd name="connsiteY30" fmla="*/ 5173621 h 6858000"/>
              <a:gd name="connsiteX31" fmla="*/ 460279 w 1364418"/>
              <a:gd name="connsiteY31" fmla="*/ 5159961 h 6858000"/>
              <a:gd name="connsiteX32" fmla="*/ 466956 w 1364418"/>
              <a:gd name="connsiteY32" fmla="*/ 5144295 h 6858000"/>
              <a:gd name="connsiteX33" fmla="*/ 463889 w 1364418"/>
              <a:gd name="connsiteY33" fmla="*/ 5125185 h 6858000"/>
              <a:gd name="connsiteX34" fmla="*/ 470719 w 1364418"/>
              <a:gd name="connsiteY34" fmla="*/ 5121884 h 6858000"/>
              <a:gd name="connsiteX35" fmla="*/ 477755 w 1364418"/>
              <a:gd name="connsiteY35" fmla="*/ 5067850 h 6858000"/>
              <a:gd name="connsiteX36" fmla="*/ 480486 w 1364418"/>
              <a:gd name="connsiteY36" fmla="*/ 5060861 h 6858000"/>
              <a:gd name="connsiteX37" fmla="*/ 477190 w 1364418"/>
              <a:gd name="connsiteY37" fmla="*/ 5034192 h 6858000"/>
              <a:gd name="connsiteX38" fmla="*/ 478744 w 1364418"/>
              <a:gd name="connsiteY38" fmla="*/ 4993030 h 6858000"/>
              <a:gd name="connsiteX39" fmla="*/ 485653 w 1364418"/>
              <a:gd name="connsiteY39" fmla="*/ 4946844 h 6858000"/>
              <a:gd name="connsiteX40" fmla="*/ 481509 w 1364418"/>
              <a:gd name="connsiteY40" fmla="*/ 4932692 h 6858000"/>
              <a:gd name="connsiteX41" fmla="*/ 496912 w 1364418"/>
              <a:gd name="connsiteY41" fmla="*/ 4858827 h 6858000"/>
              <a:gd name="connsiteX42" fmla="*/ 502815 w 1364418"/>
              <a:gd name="connsiteY42" fmla="*/ 4821170 h 6858000"/>
              <a:gd name="connsiteX43" fmla="*/ 507548 w 1364418"/>
              <a:gd name="connsiteY43" fmla="*/ 4780965 h 6858000"/>
              <a:gd name="connsiteX44" fmla="*/ 508841 w 1364418"/>
              <a:gd name="connsiteY44" fmla="*/ 4750867 h 6858000"/>
              <a:gd name="connsiteX45" fmla="*/ 506648 w 1364418"/>
              <a:gd name="connsiteY45" fmla="*/ 4690749 h 6858000"/>
              <a:gd name="connsiteX46" fmla="*/ 502128 w 1364418"/>
              <a:gd name="connsiteY46" fmla="*/ 4584173 h 6858000"/>
              <a:gd name="connsiteX47" fmla="*/ 497211 w 1364418"/>
              <a:gd name="connsiteY47" fmla="*/ 4444346 h 6858000"/>
              <a:gd name="connsiteX48" fmla="*/ 493776 w 1364418"/>
              <a:gd name="connsiteY48" fmla="*/ 4375228 h 6858000"/>
              <a:gd name="connsiteX49" fmla="*/ 474429 w 1364418"/>
              <a:gd name="connsiteY49" fmla="*/ 4214165 h 6858000"/>
              <a:gd name="connsiteX50" fmla="*/ 478502 w 1364418"/>
              <a:gd name="connsiteY50" fmla="*/ 4090296 h 6858000"/>
              <a:gd name="connsiteX51" fmla="*/ 463758 w 1364418"/>
              <a:gd name="connsiteY51" fmla="*/ 4033999 h 6858000"/>
              <a:gd name="connsiteX52" fmla="*/ 464907 w 1364418"/>
              <a:gd name="connsiteY52" fmla="*/ 4031933 h 6858000"/>
              <a:gd name="connsiteX53" fmla="*/ 463483 w 1364418"/>
              <a:gd name="connsiteY53" fmla="*/ 4013953 h 6858000"/>
              <a:gd name="connsiteX54" fmla="*/ 449778 w 1364418"/>
              <a:gd name="connsiteY54" fmla="*/ 3974753 h 6858000"/>
              <a:gd name="connsiteX55" fmla="*/ 451376 w 1364418"/>
              <a:gd name="connsiteY55" fmla="*/ 3969950 h 6858000"/>
              <a:gd name="connsiteX56" fmla="*/ 444798 w 1364418"/>
              <a:gd name="connsiteY56" fmla="*/ 3933779 h 6858000"/>
              <a:gd name="connsiteX57" fmla="*/ 446129 w 1364418"/>
              <a:gd name="connsiteY57" fmla="*/ 3933093 h 6858000"/>
              <a:gd name="connsiteX58" fmla="*/ 450483 w 1364418"/>
              <a:gd name="connsiteY58" fmla="*/ 3922082 h 6858000"/>
              <a:gd name="connsiteX59" fmla="*/ 455561 w 1364418"/>
              <a:gd name="connsiteY59" fmla="*/ 3901461 h 6858000"/>
              <a:gd name="connsiteX60" fmla="*/ 478155 w 1364418"/>
              <a:gd name="connsiteY60" fmla="*/ 3813873 h 6858000"/>
              <a:gd name="connsiteX61" fmla="*/ 477580 w 1364418"/>
              <a:gd name="connsiteY61" fmla="*/ 3806161 h 6858000"/>
              <a:gd name="connsiteX62" fmla="*/ 477887 w 1364418"/>
              <a:gd name="connsiteY62" fmla="*/ 3805957 h 6858000"/>
              <a:gd name="connsiteX63" fmla="*/ 477914 w 1364418"/>
              <a:gd name="connsiteY63" fmla="*/ 3797724 h 6858000"/>
              <a:gd name="connsiteX64" fmla="*/ 476529 w 1364418"/>
              <a:gd name="connsiteY64" fmla="*/ 3792098 h 6858000"/>
              <a:gd name="connsiteX65" fmla="*/ 475413 w 1364418"/>
              <a:gd name="connsiteY65" fmla="*/ 3777135 h 6858000"/>
              <a:gd name="connsiteX66" fmla="*/ 477146 w 1364418"/>
              <a:gd name="connsiteY66" fmla="*/ 3771656 h 6858000"/>
              <a:gd name="connsiteX67" fmla="*/ 480889 w 1364418"/>
              <a:gd name="connsiteY67" fmla="*/ 3769007 h 6858000"/>
              <a:gd name="connsiteX68" fmla="*/ 480355 w 1364418"/>
              <a:gd name="connsiteY68" fmla="*/ 3767709 h 6858000"/>
              <a:gd name="connsiteX69" fmla="*/ 489051 w 1364418"/>
              <a:gd name="connsiteY69" fmla="*/ 3738082 h 6858000"/>
              <a:gd name="connsiteX70" fmla="*/ 496397 w 1364418"/>
              <a:gd name="connsiteY70" fmla="*/ 3673397 h 6858000"/>
              <a:gd name="connsiteX71" fmla="*/ 495693 w 1364418"/>
              <a:gd name="connsiteY71" fmla="*/ 3637109 h 6858000"/>
              <a:gd name="connsiteX72" fmla="*/ 499136 w 1364418"/>
              <a:gd name="connsiteY72" fmla="*/ 3536883 h 6858000"/>
              <a:gd name="connsiteX73" fmla="*/ 506674 w 1364418"/>
              <a:gd name="connsiteY73" fmla="*/ 3435652 h 6858000"/>
              <a:gd name="connsiteX74" fmla="*/ 508345 w 1364418"/>
              <a:gd name="connsiteY74" fmla="*/ 3307769 h 6858000"/>
              <a:gd name="connsiteX75" fmla="*/ 525908 w 1364418"/>
              <a:gd name="connsiteY75" fmla="*/ 3250522 h 6858000"/>
              <a:gd name="connsiteX76" fmla="*/ 526333 w 1364418"/>
              <a:gd name="connsiteY76" fmla="*/ 3229163 h 6858000"/>
              <a:gd name="connsiteX77" fmla="*/ 528156 w 1364418"/>
              <a:gd name="connsiteY77" fmla="*/ 3217217 h 6858000"/>
              <a:gd name="connsiteX78" fmla="*/ 514991 w 1364418"/>
              <a:gd name="connsiteY78" fmla="*/ 3183755 h 6858000"/>
              <a:gd name="connsiteX79" fmla="*/ 515492 w 1364418"/>
              <a:gd name="connsiteY79" fmla="*/ 3178642 h 6858000"/>
              <a:gd name="connsiteX80" fmla="*/ 503092 w 1364418"/>
              <a:gd name="connsiteY80" fmla="*/ 3158586 h 6858000"/>
              <a:gd name="connsiteX81" fmla="*/ 488277 w 1364418"/>
              <a:gd name="connsiteY81" fmla="*/ 3129034 h 6858000"/>
              <a:gd name="connsiteX82" fmla="*/ 488942 w 1364418"/>
              <a:gd name="connsiteY82" fmla="*/ 3126682 h 6858000"/>
              <a:gd name="connsiteX83" fmla="*/ 479810 w 1364418"/>
              <a:gd name="connsiteY83" fmla="*/ 3114519 h 6858000"/>
              <a:gd name="connsiteX84" fmla="*/ 466419 w 1364418"/>
              <a:gd name="connsiteY84" fmla="*/ 3106272 h 6858000"/>
              <a:gd name="connsiteX85" fmla="*/ 439149 w 1364418"/>
              <a:gd name="connsiteY85" fmla="*/ 2958185 h 6858000"/>
              <a:gd name="connsiteX86" fmla="*/ 381763 w 1364418"/>
              <a:gd name="connsiteY86" fmla="*/ 2762989 h 6858000"/>
              <a:gd name="connsiteX87" fmla="*/ 330681 w 1364418"/>
              <a:gd name="connsiteY87" fmla="*/ 2554718 h 6858000"/>
              <a:gd name="connsiteX88" fmla="*/ 310775 w 1364418"/>
              <a:gd name="connsiteY88" fmla="*/ 2485734 h 6858000"/>
              <a:gd name="connsiteX89" fmla="*/ 301498 w 1364418"/>
              <a:gd name="connsiteY89" fmla="*/ 2447068 h 6858000"/>
              <a:gd name="connsiteX90" fmla="*/ 288459 w 1364418"/>
              <a:gd name="connsiteY90" fmla="*/ 2425819 h 6858000"/>
              <a:gd name="connsiteX91" fmla="*/ 294458 w 1364418"/>
              <a:gd name="connsiteY91" fmla="*/ 2402874 h 6858000"/>
              <a:gd name="connsiteX92" fmla="*/ 297070 w 1364418"/>
              <a:gd name="connsiteY92" fmla="*/ 2381443 h 6858000"/>
              <a:gd name="connsiteX93" fmla="*/ 273399 w 1364418"/>
              <a:gd name="connsiteY93" fmla="*/ 2261920 h 6858000"/>
              <a:gd name="connsiteX94" fmla="*/ 263286 w 1364418"/>
              <a:gd name="connsiteY94" fmla="*/ 2195378 h 6858000"/>
              <a:gd name="connsiteX95" fmla="*/ 247503 w 1364418"/>
              <a:gd name="connsiteY95" fmla="*/ 2155135 h 6858000"/>
              <a:gd name="connsiteX96" fmla="*/ 244961 w 1364418"/>
              <a:gd name="connsiteY96" fmla="*/ 2118008 h 6858000"/>
              <a:gd name="connsiteX97" fmla="*/ 245954 w 1364418"/>
              <a:gd name="connsiteY97" fmla="*/ 2050531 h 6858000"/>
              <a:gd name="connsiteX98" fmla="*/ 237760 w 1364418"/>
              <a:gd name="connsiteY98" fmla="*/ 1963269 h 6858000"/>
              <a:gd name="connsiteX99" fmla="*/ 218938 w 1364418"/>
              <a:gd name="connsiteY99" fmla="*/ 1906352 h 6858000"/>
              <a:gd name="connsiteX100" fmla="*/ 195495 w 1364418"/>
              <a:gd name="connsiteY100" fmla="*/ 1861531 h 6858000"/>
              <a:gd name="connsiteX101" fmla="*/ 149294 w 1364418"/>
              <a:gd name="connsiteY101" fmla="*/ 1732919 h 6858000"/>
              <a:gd name="connsiteX102" fmla="*/ 121605 w 1364418"/>
              <a:gd name="connsiteY102" fmla="*/ 1663540 h 6858000"/>
              <a:gd name="connsiteX103" fmla="*/ 120731 w 1364418"/>
              <a:gd name="connsiteY103" fmla="*/ 1615777 h 6858000"/>
              <a:gd name="connsiteX104" fmla="*/ 101526 w 1364418"/>
              <a:gd name="connsiteY104" fmla="*/ 1563678 h 6858000"/>
              <a:gd name="connsiteX105" fmla="*/ 114606 w 1364418"/>
              <a:gd name="connsiteY105" fmla="*/ 1519474 h 6858000"/>
              <a:gd name="connsiteX106" fmla="*/ 107348 w 1364418"/>
              <a:gd name="connsiteY106" fmla="*/ 1477995 h 6858000"/>
              <a:gd name="connsiteX107" fmla="*/ 93433 w 1364418"/>
              <a:gd name="connsiteY107" fmla="*/ 1373769 h 6858000"/>
              <a:gd name="connsiteX108" fmla="*/ 101740 w 1364418"/>
              <a:gd name="connsiteY108" fmla="*/ 1307086 h 6858000"/>
              <a:gd name="connsiteX109" fmla="*/ 102928 w 1364418"/>
              <a:gd name="connsiteY109" fmla="*/ 1189033 h 6858000"/>
              <a:gd name="connsiteX110" fmla="*/ 107613 w 1364418"/>
              <a:gd name="connsiteY110" fmla="*/ 1168288 h 6858000"/>
              <a:gd name="connsiteX111" fmla="*/ 99895 w 1364418"/>
              <a:gd name="connsiteY111" fmla="*/ 1142577 h 6858000"/>
              <a:gd name="connsiteX112" fmla="*/ 89201 w 1364418"/>
              <a:gd name="connsiteY112" fmla="*/ 1088484 h 6858000"/>
              <a:gd name="connsiteX113" fmla="*/ 77937 w 1364418"/>
              <a:gd name="connsiteY113" fmla="*/ 1016103 h 6858000"/>
              <a:gd name="connsiteX114" fmla="*/ 79393 w 1364418"/>
              <a:gd name="connsiteY114" fmla="*/ 954054 h 6858000"/>
              <a:gd name="connsiteX115" fmla="*/ 90309 w 1364418"/>
              <a:gd name="connsiteY115" fmla="*/ 921368 h 6858000"/>
              <a:gd name="connsiteX116" fmla="*/ 74258 w 1364418"/>
              <a:gd name="connsiteY116" fmla="*/ 896999 h 6858000"/>
              <a:gd name="connsiteX117" fmla="*/ 43666 w 1364418"/>
              <a:gd name="connsiteY117" fmla="*/ 821517 h 6858000"/>
              <a:gd name="connsiteX118" fmla="*/ 22616 w 1364418"/>
              <a:gd name="connsiteY118" fmla="*/ 751353 h 6858000"/>
              <a:gd name="connsiteX119" fmla="*/ 22174 w 1364418"/>
              <a:gd name="connsiteY119" fmla="*/ 721230 h 6858000"/>
              <a:gd name="connsiteX120" fmla="*/ 7845 w 1364418"/>
              <a:gd name="connsiteY120" fmla="*/ 681659 h 6858000"/>
              <a:gd name="connsiteX121" fmla="*/ 31306 w 1364418"/>
              <a:gd name="connsiteY121" fmla="*/ 619315 h 6858000"/>
              <a:gd name="connsiteX122" fmla="*/ 15184 w 1364418"/>
              <a:gd name="connsiteY122" fmla="*/ 585934 h 6858000"/>
              <a:gd name="connsiteX123" fmla="*/ 22258 w 1364418"/>
              <a:gd name="connsiteY123" fmla="*/ 538948 h 6858000"/>
              <a:gd name="connsiteX124" fmla="*/ 26166 w 1364418"/>
              <a:gd name="connsiteY124" fmla="*/ 525163 h 6858000"/>
              <a:gd name="connsiteX125" fmla="*/ 52290 w 1364418"/>
              <a:gd name="connsiteY125" fmla="*/ 446567 h 6858000"/>
              <a:gd name="connsiteX126" fmla="*/ 51538 w 1364418"/>
              <a:gd name="connsiteY126" fmla="*/ 393828 h 6858000"/>
              <a:gd name="connsiteX127" fmla="*/ 51368 w 1364418"/>
              <a:gd name="connsiteY127" fmla="*/ 353137 h 6858000"/>
              <a:gd name="connsiteX128" fmla="*/ 55970 w 1364418"/>
              <a:gd name="connsiteY128" fmla="*/ 321428 h 6858000"/>
              <a:gd name="connsiteX129" fmla="*/ 57061 w 1364418"/>
              <a:gd name="connsiteY129" fmla="*/ 275771 h 6858000"/>
              <a:gd name="connsiteX130" fmla="*/ 74088 w 1364418"/>
              <a:gd name="connsiteY130" fmla="*/ 212860 h 6858000"/>
              <a:gd name="connsiteX131" fmla="*/ 65798 w 1364418"/>
              <a:gd name="connsiteY131" fmla="*/ 144983 h 6858000"/>
              <a:gd name="connsiteX132" fmla="*/ 78082 w 1364418"/>
              <a:gd name="connsiteY132" fmla="*/ 55288 h 6858000"/>
              <a:gd name="connsiteX133" fmla="*/ 37636 w 1364418"/>
              <a:gd name="connsiteY133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317792 w 1364418"/>
              <a:gd name="connsiteY10" fmla="*/ 6324679 h 6858000"/>
              <a:gd name="connsiteX11" fmla="*/ 278227 w 1364418"/>
              <a:gd name="connsiteY11" fmla="*/ 6280046 h 6858000"/>
              <a:gd name="connsiteX12" fmla="*/ 288000 w 1364418"/>
              <a:gd name="connsiteY12" fmla="*/ 6252834 h 6858000"/>
              <a:gd name="connsiteX13" fmla="*/ 265992 w 1364418"/>
              <a:gd name="connsiteY13" fmla="*/ 6202459 h 6858000"/>
              <a:gd name="connsiteX14" fmla="*/ 264790 w 1364418"/>
              <a:gd name="connsiteY14" fmla="*/ 6153037 h 6858000"/>
              <a:gd name="connsiteX15" fmla="*/ 280205 w 1364418"/>
              <a:gd name="connsiteY15" fmla="*/ 6078132 h 6858000"/>
              <a:gd name="connsiteX16" fmla="*/ 267592 w 1364418"/>
              <a:gd name="connsiteY16" fmla="*/ 6028119 h 6858000"/>
              <a:gd name="connsiteX17" fmla="*/ 252821 w 1364418"/>
              <a:gd name="connsiteY17" fmla="*/ 5926735 h 6858000"/>
              <a:gd name="connsiteX18" fmla="*/ 302333 w 1364418"/>
              <a:gd name="connsiteY18" fmla="*/ 5712857 h 6858000"/>
              <a:gd name="connsiteX19" fmla="*/ 332131 w 1364418"/>
              <a:gd name="connsiteY19" fmla="*/ 5660491 h 6858000"/>
              <a:gd name="connsiteX20" fmla="*/ 341254 w 1364418"/>
              <a:gd name="connsiteY20" fmla="*/ 5563435 h 6858000"/>
              <a:gd name="connsiteX21" fmla="*/ 368130 w 1364418"/>
              <a:gd name="connsiteY21" fmla="*/ 5437125 h 6858000"/>
              <a:gd name="connsiteX22" fmla="*/ 381698 w 1364418"/>
              <a:gd name="connsiteY22" fmla="*/ 5396260 h 6858000"/>
              <a:gd name="connsiteX23" fmla="*/ 397679 w 1364418"/>
              <a:gd name="connsiteY23" fmla="*/ 5330009 h 6858000"/>
              <a:gd name="connsiteX24" fmla="*/ 431172 w 1364418"/>
              <a:gd name="connsiteY24" fmla="*/ 5273739 h 6858000"/>
              <a:gd name="connsiteX25" fmla="*/ 440771 w 1364418"/>
              <a:gd name="connsiteY25" fmla="*/ 5241779 h 6858000"/>
              <a:gd name="connsiteX26" fmla="*/ 451997 w 1364418"/>
              <a:gd name="connsiteY26" fmla="*/ 5225268 h 6858000"/>
              <a:gd name="connsiteX27" fmla="*/ 453017 w 1364418"/>
              <a:gd name="connsiteY27" fmla="*/ 5217684 h 6858000"/>
              <a:gd name="connsiteX28" fmla="*/ 460358 w 1364418"/>
              <a:gd name="connsiteY28" fmla="*/ 5193377 h 6858000"/>
              <a:gd name="connsiteX29" fmla="*/ 463661 w 1364418"/>
              <a:gd name="connsiteY29" fmla="*/ 5179288 h 6858000"/>
              <a:gd name="connsiteX30" fmla="*/ 464645 w 1364418"/>
              <a:gd name="connsiteY30" fmla="*/ 5173621 h 6858000"/>
              <a:gd name="connsiteX31" fmla="*/ 460279 w 1364418"/>
              <a:gd name="connsiteY31" fmla="*/ 5159961 h 6858000"/>
              <a:gd name="connsiteX32" fmla="*/ 466956 w 1364418"/>
              <a:gd name="connsiteY32" fmla="*/ 5144295 h 6858000"/>
              <a:gd name="connsiteX33" fmla="*/ 463889 w 1364418"/>
              <a:gd name="connsiteY33" fmla="*/ 5125185 h 6858000"/>
              <a:gd name="connsiteX34" fmla="*/ 470719 w 1364418"/>
              <a:gd name="connsiteY34" fmla="*/ 5121884 h 6858000"/>
              <a:gd name="connsiteX35" fmla="*/ 477755 w 1364418"/>
              <a:gd name="connsiteY35" fmla="*/ 5067850 h 6858000"/>
              <a:gd name="connsiteX36" fmla="*/ 480486 w 1364418"/>
              <a:gd name="connsiteY36" fmla="*/ 5060861 h 6858000"/>
              <a:gd name="connsiteX37" fmla="*/ 477190 w 1364418"/>
              <a:gd name="connsiteY37" fmla="*/ 5034192 h 6858000"/>
              <a:gd name="connsiteX38" fmla="*/ 478744 w 1364418"/>
              <a:gd name="connsiteY38" fmla="*/ 4993030 h 6858000"/>
              <a:gd name="connsiteX39" fmla="*/ 485653 w 1364418"/>
              <a:gd name="connsiteY39" fmla="*/ 4946844 h 6858000"/>
              <a:gd name="connsiteX40" fmla="*/ 481509 w 1364418"/>
              <a:gd name="connsiteY40" fmla="*/ 4932692 h 6858000"/>
              <a:gd name="connsiteX41" fmla="*/ 496912 w 1364418"/>
              <a:gd name="connsiteY41" fmla="*/ 4858827 h 6858000"/>
              <a:gd name="connsiteX42" fmla="*/ 502815 w 1364418"/>
              <a:gd name="connsiteY42" fmla="*/ 4821170 h 6858000"/>
              <a:gd name="connsiteX43" fmla="*/ 507548 w 1364418"/>
              <a:gd name="connsiteY43" fmla="*/ 4780965 h 6858000"/>
              <a:gd name="connsiteX44" fmla="*/ 508841 w 1364418"/>
              <a:gd name="connsiteY44" fmla="*/ 4750867 h 6858000"/>
              <a:gd name="connsiteX45" fmla="*/ 506648 w 1364418"/>
              <a:gd name="connsiteY45" fmla="*/ 4690749 h 6858000"/>
              <a:gd name="connsiteX46" fmla="*/ 502128 w 1364418"/>
              <a:gd name="connsiteY46" fmla="*/ 4584173 h 6858000"/>
              <a:gd name="connsiteX47" fmla="*/ 497211 w 1364418"/>
              <a:gd name="connsiteY47" fmla="*/ 4444346 h 6858000"/>
              <a:gd name="connsiteX48" fmla="*/ 493776 w 1364418"/>
              <a:gd name="connsiteY48" fmla="*/ 4375228 h 6858000"/>
              <a:gd name="connsiteX49" fmla="*/ 474429 w 1364418"/>
              <a:gd name="connsiteY49" fmla="*/ 4214165 h 6858000"/>
              <a:gd name="connsiteX50" fmla="*/ 478502 w 1364418"/>
              <a:gd name="connsiteY50" fmla="*/ 4090296 h 6858000"/>
              <a:gd name="connsiteX51" fmla="*/ 463758 w 1364418"/>
              <a:gd name="connsiteY51" fmla="*/ 4033999 h 6858000"/>
              <a:gd name="connsiteX52" fmla="*/ 464907 w 1364418"/>
              <a:gd name="connsiteY52" fmla="*/ 4031933 h 6858000"/>
              <a:gd name="connsiteX53" fmla="*/ 463483 w 1364418"/>
              <a:gd name="connsiteY53" fmla="*/ 4013953 h 6858000"/>
              <a:gd name="connsiteX54" fmla="*/ 449778 w 1364418"/>
              <a:gd name="connsiteY54" fmla="*/ 3974753 h 6858000"/>
              <a:gd name="connsiteX55" fmla="*/ 451376 w 1364418"/>
              <a:gd name="connsiteY55" fmla="*/ 3969950 h 6858000"/>
              <a:gd name="connsiteX56" fmla="*/ 444798 w 1364418"/>
              <a:gd name="connsiteY56" fmla="*/ 3933779 h 6858000"/>
              <a:gd name="connsiteX57" fmla="*/ 446129 w 1364418"/>
              <a:gd name="connsiteY57" fmla="*/ 3933093 h 6858000"/>
              <a:gd name="connsiteX58" fmla="*/ 450483 w 1364418"/>
              <a:gd name="connsiteY58" fmla="*/ 3922082 h 6858000"/>
              <a:gd name="connsiteX59" fmla="*/ 455561 w 1364418"/>
              <a:gd name="connsiteY59" fmla="*/ 3901461 h 6858000"/>
              <a:gd name="connsiteX60" fmla="*/ 478155 w 1364418"/>
              <a:gd name="connsiteY60" fmla="*/ 3813873 h 6858000"/>
              <a:gd name="connsiteX61" fmla="*/ 477580 w 1364418"/>
              <a:gd name="connsiteY61" fmla="*/ 3806161 h 6858000"/>
              <a:gd name="connsiteX62" fmla="*/ 477887 w 1364418"/>
              <a:gd name="connsiteY62" fmla="*/ 3805957 h 6858000"/>
              <a:gd name="connsiteX63" fmla="*/ 477914 w 1364418"/>
              <a:gd name="connsiteY63" fmla="*/ 3797724 h 6858000"/>
              <a:gd name="connsiteX64" fmla="*/ 476529 w 1364418"/>
              <a:gd name="connsiteY64" fmla="*/ 3792098 h 6858000"/>
              <a:gd name="connsiteX65" fmla="*/ 475413 w 1364418"/>
              <a:gd name="connsiteY65" fmla="*/ 3777135 h 6858000"/>
              <a:gd name="connsiteX66" fmla="*/ 477146 w 1364418"/>
              <a:gd name="connsiteY66" fmla="*/ 3771656 h 6858000"/>
              <a:gd name="connsiteX67" fmla="*/ 480889 w 1364418"/>
              <a:gd name="connsiteY67" fmla="*/ 3769007 h 6858000"/>
              <a:gd name="connsiteX68" fmla="*/ 480355 w 1364418"/>
              <a:gd name="connsiteY68" fmla="*/ 3767709 h 6858000"/>
              <a:gd name="connsiteX69" fmla="*/ 489051 w 1364418"/>
              <a:gd name="connsiteY69" fmla="*/ 3738082 h 6858000"/>
              <a:gd name="connsiteX70" fmla="*/ 496397 w 1364418"/>
              <a:gd name="connsiteY70" fmla="*/ 3673397 h 6858000"/>
              <a:gd name="connsiteX71" fmla="*/ 495693 w 1364418"/>
              <a:gd name="connsiteY71" fmla="*/ 3637109 h 6858000"/>
              <a:gd name="connsiteX72" fmla="*/ 499136 w 1364418"/>
              <a:gd name="connsiteY72" fmla="*/ 3536883 h 6858000"/>
              <a:gd name="connsiteX73" fmla="*/ 506674 w 1364418"/>
              <a:gd name="connsiteY73" fmla="*/ 3435652 h 6858000"/>
              <a:gd name="connsiteX74" fmla="*/ 508345 w 1364418"/>
              <a:gd name="connsiteY74" fmla="*/ 3307769 h 6858000"/>
              <a:gd name="connsiteX75" fmla="*/ 525908 w 1364418"/>
              <a:gd name="connsiteY75" fmla="*/ 3250522 h 6858000"/>
              <a:gd name="connsiteX76" fmla="*/ 526333 w 1364418"/>
              <a:gd name="connsiteY76" fmla="*/ 3229163 h 6858000"/>
              <a:gd name="connsiteX77" fmla="*/ 528156 w 1364418"/>
              <a:gd name="connsiteY77" fmla="*/ 3217217 h 6858000"/>
              <a:gd name="connsiteX78" fmla="*/ 514991 w 1364418"/>
              <a:gd name="connsiteY78" fmla="*/ 3183755 h 6858000"/>
              <a:gd name="connsiteX79" fmla="*/ 515492 w 1364418"/>
              <a:gd name="connsiteY79" fmla="*/ 3178642 h 6858000"/>
              <a:gd name="connsiteX80" fmla="*/ 503092 w 1364418"/>
              <a:gd name="connsiteY80" fmla="*/ 3158586 h 6858000"/>
              <a:gd name="connsiteX81" fmla="*/ 488277 w 1364418"/>
              <a:gd name="connsiteY81" fmla="*/ 3129034 h 6858000"/>
              <a:gd name="connsiteX82" fmla="*/ 488942 w 1364418"/>
              <a:gd name="connsiteY82" fmla="*/ 3126682 h 6858000"/>
              <a:gd name="connsiteX83" fmla="*/ 479810 w 1364418"/>
              <a:gd name="connsiteY83" fmla="*/ 3114519 h 6858000"/>
              <a:gd name="connsiteX84" fmla="*/ 466419 w 1364418"/>
              <a:gd name="connsiteY84" fmla="*/ 3106272 h 6858000"/>
              <a:gd name="connsiteX85" fmla="*/ 439149 w 1364418"/>
              <a:gd name="connsiteY85" fmla="*/ 2958185 h 6858000"/>
              <a:gd name="connsiteX86" fmla="*/ 381763 w 1364418"/>
              <a:gd name="connsiteY86" fmla="*/ 2762989 h 6858000"/>
              <a:gd name="connsiteX87" fmla="*/ 330681 w 1364418"/>
              <a:gd name="connsiteY87" fmla="*/ 2554718 h 6858000"/>
              <a:gd name="connsiteX88" fmla="*/ 310775 w 1364418"/>
              <a:gd name="connsiteY88" fmla="*/ 2485734 h 6858000"/>
              <a:gd name="connsiteX89" fmla="*/ 301498 w 1364418"/>
              <a:gd name="connsiteY89" fmla="*/ 2447068 h 6858000"/>
              <a:gd name="connsiteX90" fmla="*/ 288459 w 1364418"/>
              <a:gd name="connsiteY90" fmla="*/ 2425819 h 6858000"/>
              <a:gd name="connsiteX91" fmla="*/ 294458 w 1364418"/>
              <a:gd name="connsiteY91" fmla="*/ 2402874 h 6858000"/>
              <a:gd name="connsiteX92" fmla="*/ 297070 w 1364418"/>
              <a:gd name="connsiteY92" fmla="*/ 2381443 h 6858000"/>
              <a:gd name="connsiteX93" fmla="*/ 273399 w 1364418"/>
              <a:gd name="connsiteY93" fmla="*/ 2261920 h 6858000"/>
              <a:gd name="connsiteX94" fmla="*/ 263286 w 1364418"/>
              <a:gd name="connsiteY94" fmla="*/ 2195378 h 6858000"/>
              <a:gd name="connsiteX95" fmla="*/ 247503 w 1364418"/>
              <a:gd name="connsiteY95" fmla="*/ 2155135 h 6858000"/>
              <a:gd name="connsiteX96" fmla="*/ 244961 w 1364418"/>
              <a:gd name="connsiteY96" fmla="*/ 2118008 h 6858000"/>
              <a:gd name="connsiteX97" fmla="*/ 245954 w 1364418"/>
              <a:gd name="connsiteY97" fmla="*/ 2050531 h 6858000"/>
              <a:gd name="connsiteX98" fmla="*/ 237760 w 1364418"/>
              <a:gd name="connsiteY98" fmla="*/ 1963269 h 6858000"/>
              <a:gd name="connsiteX99" fmla="*/ 218938 w 1364418"/>
              <a:gd name="connsiteY99" fmla="*/ 1906352 h 6858000"/>
              <a:gd name="connsiteX100" fmla="*/ 195495 w 1364418"/>
              <a:gd name="connsiteY100" fmla="*/ 1861531 h 6858000"/>
              <a:gd name="connsiteX101" fmla="*/ 149294 w 1364418"/>
              <a:gd name="connsiteY101" fmla="*/ 1732919 h 6858000"/>
              <a:gd name="connsiteX102" fmla="*/ 121605 w 1364418"/>
              <a:gd name="connsiteY102" fmla="*/ 1663540 h 6858000"/>
              <a:gd name="connsiteX103" fmla="*/ 120731 w 1364418"/>
              <a:gd name="connsiteY103" fmla="*/ 1615777 h 6858000"/>
              <a:gd name="connsiteX104" fmla="*/ 101526 w 1364418"/>
              <a:gd name="connsiteY104" fmla="*/ 1563678 h 6858000"/>
              <a:gd name="connsiteX105" fmla="*/ 114606 w 1364418"/>
              <a:gd name="connsiteY105" fmla="*/ 1519474 h 6858000"/>
              <a:gd name="connsiteX106" fmla="*/ 107348 w 1364418"/>
              <a:gd name="connsiteY106" fmla="*/ 1477995 h 6858000"/>
              <a:gd name="connsiteX107" fmla="*/ 93433 w 1364418"/>
              <a:gd name="connsiteY107" fmla="*/ 1373769 h 6858000"/>
              <a:gd name="connsiteX108" fmla="*/ 101740 w 1364418"/>
              <a:gd name="connsiteY108" fmla="*/ 1307086 h 6858000"/>
              <a:gd name="connsiteX109" fmla="*/ 102928 w 1364418"/>
              <a:gd name="connsiteY109" fmla="*/ 1189033 h 6858000"/>
              <a:gd name="connsiteX110" fmla="*/ 107613 w 1364418"/>
              <a:gd name="connsiteY110" fmla="*/ 1168288 h 6858000"/>
              <a:gd name="connsiteX111" fmla="*/ 99895 w 1364418"/>
              <a:gd name="connsiteY111" fmla="*/ 1142577 h 6858000"/>
              <a:gd name="connsiteX112" fmla="*/ 89201 w 1364418"/>
              <a:gd name="connsiteY112" fmla="*/ 1088484 h 6858000"/>
              <a:gd name="connsiteX113" fmla="*/ 77937 w 1364418"/>
              <a:gd name="connsiteY113" fmla="*/ 1016103 h 6858000"/>
              <a:gd name="connsiteX114" fmla="*/ 79393 w 1364418"/>
              <a:gd name="connsiteY114" fmla="*/ 954054 h 6858000"/>
              <a:gd name="connsiteX115" fmla="*/ 90309 w 1364418"/>
              <a:gd name="connsiteY115" fmla="*/ 921368 h 6858000"/>
              <a:gd name="connsiteX116" fmla="*/ 74258 w 1364418"/>
              <a:gd name="connsiteY116" fmla="*/ 896999 h 6858000"/>
              <a:gd name="connsiteX117" fmla="*/ 43666 w 1364418"/>
              <a:gd name="connsiteY117" fmla="*/ 821517 h 6858000"/>
              <a:gd name="connsiteX118" fmla="*/ 22616 w 1364418"/>
              <a:gd name="connsiteY118" fmla="*/ 751353 h 6858000"/>
              <a:gd name="connsiteX119" fmla="*/ 22174 w 1364418"/>
              <a:gd name="connsiteY119" fmla="*/ 721230 h 6858000"/>
              <a:gd name="connsiteX120" fmla="*/ 7845 w 1364418"/>
              <a:gd name="connsiteY120" fmla="*/ 681659 h 6858000"/>
              <a:gd name="connsiteX121" fmla="*/ 31306 w 1364418"/>
              <a:gd name="connsiteY121" fmla="*/ 619315 h 6858000"/>
              <a:gd name="connsiteX122" fmla="*/ 15184 w 1364418"/>
              <a:gd name="connsiteY122" fmla="*/ 585934 h 6858000"/>
              <a:gd name="connsiteX123" fmla="*/ 22258 w 1364418"/>
              <a:gd name="connsiteY123" fmla="*/ 538948 h 6858000"/>
              <a:gd name="connsiteX124" fmla="*/ 26166 w 1364418"/>
              <a:gd name="connsiteY124" fmla="*/ 525163 h 6858000"/>
              <a:gd name="connsiteX125" fmla="*/ 52290 w 1364418"/>
              <a:gd name="connsiteY125" fmla="*/ 446567 h 6858000"/>
              <a:gd name="connsiteX126" fmla="*/ 51538 w 1364418"/>
              <a:gd name="connsiteY126" fmla="*/ 393828 h 6858000"/>
              <a:gd name="connsiteX127" fmla="*/ 51368 w 1364418"/>
              <a:gd name="connsiteY127" fmla="*/ 353137 h 6858000"/>
              <a:gd name="connsiteX128" fmla="*/ 55970 w 1364418"/>
              <a:gd name="connsiteY128" fmla="*/ 321428 h 6858000"/>
              <a:gd name="connsiteX129" fmla="*/ 57061 w 1364418"/>
              <a:gd name="connsiteY129" fmla="*/ 275771 h 6858000"/>
              <a:gd name="connsiteX130" fmla="*/ 74088 w 1364418"/>
              <a:gd name="connsiteY130" fmla="*/ 212860 h 6858000"/>
              <a:gd name="connsiteX131" fmla="*/ 65798 w 1364418"/>
              <a:gd name="connsiteY131" fmla="*/ 144983 h 6858000"/>
              <a:gd name="connsiteX132" fmla="*/ 78082 w 1364418"/>
              <a:gd name="connsiteY132" fmla="*/ 55288 h 6858000"/>
              <a:gd name="connsiteX133" fmla="*/ 37636 w 1364418"/>
              <a:gd name="connsiteY133" fmla="*/ 0 h 6858000"/>
              <a:gd name="connsiteX0" fmla="*/ 37636 w 1364418"/>
              <a:gd name="connsiteY0" fmla="*/ 0 h 6889521"/>
              <a:gd name="connsiteX1" fmla="*/ 1364418 w 1364418"/>
              <a:gd name="connsiteY1" fmla="*/ 0 h 6889521"/>
              <a:gd name="connsiteX2" fmla="*/ 1364418 w 1364418"/>
              <a:gd name="connsiteY2" fmla="*/ 6858000 h 6889521"/>
              <a:gd name="connsiteX3" fmla="*/ 101112 w 1364418"/>
              <a:gd name="connsiteY3" fmla="*/ 6857735 h 6889521"/>
              <a:gd name="connsiteX4" fmla="*/ 222208 w 1364418"/>
              <a:gd name="connsiteY4" fmla="*/ 6882355 h 6889521"/>
              <a:gd name="connsiteX5" fmla="*/ 209564 w 1364418"/>
              <a:gd name="connsiteY5" fmla="*/ 6777899 h 6889521"/>
              <a:gd name="connsiteX6" fmla="*/ 240339 w 1364418"/>
              <a:gd name="connsiteY6" fmla="*/ 6711686 h 6889521"/>
              <a:gd name="connsiteX7" fmla="*/ 286686 w 1364418"/>
              <a:gd name="connsiteY7" fmla="*/ 6664994 h 6889521"/>
              <a:gd name="connsiteX8" fmla="*/ 339152 w 1364418"/>
              <a:gd name="connsiteY8" fmla="*/ 6471804 h 6889521"/>
              <a:gd name="connsiteX9" fmla="*/ 334570 w 1364418"/>
              <a:gd name="connsiteY9" fmla="*/ 6389835 h 6889521"/>
              <a:gd name="connsiteX10" fmla="*/ 317792 w 1364418"/>
              <a:gd name="connsiteY10" fmla="*/ 6324679 h 6889521"/>
              <a:gd name="connsiteX11" fmla="*/ 278227 w 1364418"/>
              <a:gd name="connsiteY11" fmla="*/ 6280046 h 6889521"/>
              <a:gd name="connsiteX12" fmla="*/ 288000 w 1364418"/>
              <a:gd name="connsiteY12" fmla="*/ 6252834 h 6889521"/>
              <a:gd name="connsiteX13" fmla="*/ 265992 w 1364418"/>
              <a:gd name="connsiteY13" fmla="*/ 6202459 h 6889521"/>
              <a:gd name="connsiteX14" fmla="*/ 264790 w 1364418"/>
              <a:gd name="connsiteY14" fmla="*/ 6153037 h 6889521"/>
              <a:gd name="connsiteX15" fmla="*/ 280205 w 1364418"/>
              <a:gd name="connsiteY15" fmla="*/ 6078132 h 6889521"/>
              <a:gd name="connsiteX16" fmla="*/ 267592 w 1364418"/>
              <a:gd name="connsiteY16" fmla="*/ 6028119 h 6889521"/>
              <a:gd name="connsiteX17" fmla="*/ 252821 w 1364418"/>
              <a:gd name="connsiteY17" fmla="*/ 5926735 h 6889521"/>
              <a:gd name="connsiteX18" fmla="*/ 302333 w 1364418"/>
              <a:gd name="connsiteY18" fmla="*/ 5712857 h 6889521"/>
              <a:gd name="connsiteX19" fmla="*/ 332131 w 1364418"/>
              <a:gd name="connsiteY19" fmla="*/ 5660491 h 6889521"/>
              <a:gd name="connsiteX20" fmla="*/ 341254 w 1364418"/>
              <a:gd name="connsiteY20" fmla="*/ 5563435 h 6889521"/>
              <a:gd name="connsiteX21" fmla="*/ 368130 w 1364418"/>
              <a:gd name="connsiteY21" fmla="*/ 5437125 h 6889521"/>
              <a:gd name="connsiteX22" fmla="*/ 381698 w 1364418"/>
              <a:gd name="connsiteY22" fmla="*/ 5396260 h 6889521"/>
              <a:gd name="connsiteX23" fmla="*/ 397679 w 1364418"/>
              <a:gd name="connsiteY23" fmla="*/ 5330009 h 6889521"/>
              <a:gd name="connsiteX24" fmla="*/ 431172 w 1364418"/>
              <a:gd name="connsiteY24" fmla="*/ 5273739 h 6889521"/>
              <a:gd name="connsiteX25" fmla="*/ 440771 w 1364418"/>
              <a:gd name="connsiteY25" fmla="*/ 5241779 h 6889521"/>
              <a:gd name="connsiteX26" fmla="*/ 451997 w 1364418"/>
              <a:gd name="connsiteY26" fmla="*/ 5225268 h 6889521"/>
              <a:gd name="connsiteX27" fmla="*/ 453017 w 1364418"/>
              <a:gd name="connsiteY27" fmla="*/ 5217684 h 6889521"/>
              <a:gd name="connsiteX28" fmla="*/ 460358 w 1364418"/>
              <a:gd name="connsiteY28" fmla="*/ 5193377 h 6889521"/>
              <a:gd name="connsiteX29" fmla="*/ 463661 w 1364418"/>
              <a:gd name="connsiteY29" fmla="*/ 5179288 h 6889521"/>
              <a:gd name="connsiteX30" fmla="*/ 464645 w 1364418"/>
              <a:gd name="connsiteY30" fmla="*/ 5173621 h 6889521"/>
              <a:gd name="connsiteX31" fmla="*/ 460279 w 1364418"/>
              <a:gd name="connsiteY31" fmla="*/ 5159961 h 6889521"/>
              <a:gd name="connsiteX32" fmla="*/ 466956 w 1364418"/>
              <a:gd name="connsiteY32" fmla="*/ 5144295 h 6889521"/>
              <a:gd name="connsiteX33" fmla="*/ 463889 w 1364418"/>
              <a:gd name="connsiteY33" fmla="*/ 5125185 h 6889521"/>
              <a:gd name="connsiteX34" fmla="*/ 470719 w 1364418"/>
              <a:gd name="connsiteY34" fmla="*/ 5121884 h 6889521"/>
              <a:gd name="connsiteX35" fmla="*/ 477755 w 1364418"/>
              <a:gd name="connsiteY35" fmla="*/ 5067850 h 6889521"/>
              <a:gd name="connsiteX36" fmla="*/ 480486 w 1364418"/>
              <a:gd name="connsiteY36" fmla="*/ 5060861 h 6889521"/>
              <a:gd name="connsiteX37" fmla="*/ 477190 w 1364418"/>
              <a:gd name="connsiteY37" fmla="*/ 5034192 h 6889521"/>
              <a:gd name="connsiteX38" fmla="*/ 478744 w 1364418"/>
              <a:gd name="connsiteY38" fmla="*/ 4993030 h 6889521"/>
              <a:gd name="connsiteX39" fmla="*/ 485653 w 1364418"/>
              <a:gd name="connsiteY39" fmla="*/ 4946844 h 6889521"/>
              <a:gd name="connsiteX40" fmla="*/ 481509 w 1364418"/>
              <a:gd name="connsiteY40" fmla="*/ 4932692 h 6889521"/>
              <a:gd name="connsiteX41" fmla="*/ 496912 w 1364418"/>
              <a:gd name="connsiteY41" fmla="*/ 4858827 h 6889521"/>
              <a:gd name="connsiteX42" fmla="*/ 502815 w 1364418"/>
              <a:gd name="connsiteY42" fmla="*/ 4821170 h 6889521"/>
              <a:gd name="connsiteX43" fmla="*/ 507548 w 1364418"/>
              <a:gd name="connsiteY43" fmla="*/ 4780965 h 6889521"/>
              <a:gd name="connsiteX44" fmla="*/ 508841 w 1364418"/>
              <a:gd name="connsiteY44" fmla="*/ 4750867 h 6889521"/>
              <a:gd name="connsiteX45" fmla="*/ 506648 w 1364418"/>
              <a:gd name="connsiteY45" fmla="*/ 4690749 h 6889521"/>
              <a:gd name="connsiteX46" fmla="*/ 502128 w 1364418"/>
              <a:gd name="connsiteY46" fmla="*/ 4584173 h 6889521"/>
              <a:gd name="connsiteX47" fmla="*/ 497211 w 1364418"/>
              <a:gd name="connsiteY47" fmla="*/ 4444346 h 6889521"/>
              <a:gd name="connsiteX48" fmla="*/ 493776 w 1364418"/>
              <a:gd name="connsiteY48" fmla="*/ 4375228 h 6889521"/>
              <a:gd name="connsiteX49" fmla="*/ 474429 w 1364418"/>
              <a:gd name="connsiteY49" fmla="*/ 4214165 h 6889521"/>
              <a:gd name="connsiteX50" fmla="*/ 478502 w 1364418"/>
              <a:gd name="connsiteY50" fmla="*/ 4090296 h 6889521"/>
              <a:gd name="connsiteX51" fmla="*/ 463758 w 1364418"/>
              <a:gd name="connsiteY51" fmla="*/ 4033999 h 6889521"/>
              <a:gd name="connsiteX52" fmla="*/ 464907 w 1364418"/>
              <a:gd name="connsiteY52" fmla="*/ 4031933 h 6889521"/>
              <a:gd name="connsiteX53" fmla="*/ 463483 w 1364418"/>
              <a:gd name="connsiteY53" fmla="*/ 4013953 h 6889521"/>
              <a:gd name="connsiteX54" fmla="*/ 449778 w 1364418"/>
              <a:gd name="connsiteY54" fmla="*/ 3974753 h 6889521"/>
              <a:gd name="connsiteX55" fmla="*/ 451376 w 1364418"/>
              <a:gd name="connsiteY55" fmla="*/ 3969950 h 6889521"/>
              <a:gd name="connsiteX56" fmla="*/ 444798 w 1364418"/>
              <a:gd name="connsiteY56" fmla="*/ 3933779 h 6889521"/>
              <a:gd name="connsiteX57" fmla="*/ 446129 w 1364418"/>
              <a:gd name="connsiteY57" fmla="*/ 3933093 h 6889521"/>
              <a:gd name="connsiteX58" fmla="*/ 450483 w 1364418"/>
              <a:gd name="connsiteY58" fmla="*/ 3922082 h 6889521"/>
              <a:gd name="connsiteX59" fmla="*/ 455561 w 1364418"/>
              <a:gd name="connsiteY59" fmla="*/ 3901461 h 6889521"/>
              <a:gd name="connsiteX60" fmla="*/ 478155 w 1364418"/>
              <a:gd name="connsiteY60" fmla="*/ 3813873 h 6889521"/>
              <a:gd name="connsiteX61" fmla="*/ 477580 w 1364418"/>
              <a:gd name="connsiteY61" fmla="*/ 3806161 h 6889521"/>
              <a:gd name="connsiteX62" fmla="*/ 477887 w 1364418"/>
              <a:gd name="connsiteY62" fmla="*/ 3805957 h 6889521"/>
              <a:gd name="connsiteX63" fmla="*/ 477914 w 1364418"/>
              <a:gd name="connsiteY63" fmla="*/ 3797724 h 6889521"/>
              <a:gd name="connsiteX64" fmla="*/ 476529 w 1364418"/>
              <a:gd name="connsiteY64" fmla="*/ 3792098 h 6889521"/>
              <a:gd name="connsiteX65" fmla="*/ 475413 w 1364418"/>
              <a:gd name="connsiteY65" fmla="*/ 3777135 h 6889521"/>
              <a:gd name="connsiteX66" fmla="*/ 477146 w 1364418"/>
              <a:gd name="connsiteY66" fmla="*/ 3771656 h 6889521"/>
              <a:gd name="connsiteX67" fmla="*/ 480889 w 1364418"/>
              <a:gd name="connsiteY67" fmla="*/ 3769007 h 6889521"/>
              <a:gd name="connsiteX68" fmla="*/ 480355 w 1364418"/>
              <a:gd name="connsiteY68" fmla="*/ 3767709 h 6889521"/>
              <a:gd name="connsiteX69" fmla="*/ 489051 w 1364418"/>
              <a:gd name="connsiteY69" fmla="*/ 3738082 h 6889521"/>
              <a:gd name="connsiteX70" fmla="*/ 496397 w 1364418"/>
              <a:gd name="connsiteY70" fmla="*/ 3673397 h 6889521"/>
              <a:gd name="connsiteX71" fmla="*/ 495693 w 1364418"/>
              <a:gd name="connsiteY71" fmla="*/ 3637109 h 6889521"/>
              <a:gd name="connsiteX72" fmla="*/ 499136 w 1364418"/>
              <a:gd name="connsiteY72" fmla="*/ 3536883 h 6889521"/>
              <a:gd name="connsiteX73" fmla="*/ 506674 w 1364418"/>
              <a:gd name="connsiteY73" fmla="*/ 3435652 h 6889521"/>
              <a:gd name="connsiteX74" fmla="*/ 508345 w 1364418"/>
              <a:gd name="connsiteY74" fmla="*/ 3307769 h 6889521"/>
              <a:gd name="connsiteX75" fmla="*/ 525908 w 1364418"/>
              <a:gd name="connsiteY75" fmla="*/ 3250522 h 6889521"/>
              <a:gd name="connsiteX76" fmla="*/ 526333 w 1364418"/>
              <a:gd name="connsiteY76" fmla="*/ 3229163 h 6889521"/>
              <a:gd name="connsiteX77" fmla="*/ 528156 w 1364418"/>
              <a:gd name="connsiteY77" fmla="*/ 3217217 h 6889521"/>
              <a:gd name="connsiteX78" fmla="*/ 514991 w 1364418"/>
              <a:gd name="connsiteY78" fmla="*/ 3183755 h 6889521"/>
              <a:gd name="connsiteX79" fmla="*/ 515492 w 1364418"/>
              <a:gd name="connsiteY79" fmla="*/ 3178642 h 6889521"/>
              <a:gd name="connsiteX80" fmla="*/ 503092 w 1364418"/>
              <a:gd name="connsiteY80" fmla="*/ 3158586 h 6889521"/>
              <a:gd name="connsiteX81" fmla="*/ 488277 w 1364418"/>
              <a:gd name="connsiteY81" fmla="*/ 3129034 h 6889521"/>
              <a:gd name="connsiteX82" fmla="*/ 488942 w 1364418"/>
              <a:gd name="connsiteY82" fmla="*/ 3126682 h 6889521"/>
              <a:gd name="connsiteX83" fmla="*/ 479810 w 1364418"/>
              <a:gd name="connsiteY83" fmla="*/ 3114519 h 6889521"/>
              <a:gd name="connsiteX84" fmla="*/ 466419 w 1364418"/>
              <a:gd name="connsiteY84" fmla="*/ 3106272 h 6889521"/>
              <a:gd name="connsiteX85" fmla="*/ 439149 w 1364418"/>
              <a:gd name="connsiteY85" fmla="*/ 2958185 h 6889521"/>
              <a:gd name="connsiteX86" fmla="*/ 381763 w 1364418"/>
              <a:gd name="connsiteY86" fmla="*/ 2762989 h 6889521"/>
              <a:gd name="connsiteX87" fmla="*/ 330681 w 1364418"/>
              <a:gd name="connsiteY87" fmla="*/ 2554718 h 6889521"/>
              <a:gd name="connsiteX88" fmla="*/ 310775 w 1364418"/>
              <a:gd name="connsiteY88" fmla="*/ 2485734 h 6889521"/>
              <a:gd name="connsiteX89" fmla="*/ 301498 w 1364418"/>
              <a:gd name="connsiteY89" fmla="*/ 2447068 h 6889521"/>
              <a:gd name="connsiteX90" fmla="*/ 288459 w 1364418"/>
              <a:gd name="connsiteY90" fmla="*/ 2425819 h 6889521"/>
              <a:gd name="connsiteX91" fmla="*/ 294458 w 1364418"/>
              <a:gd name="connsiteY91" fmla="*/ 2402874 h 6889521"/>
              <a:gd name="connsiteX92" fmla="*/ 297070 w 1364418"/>
              <a:gd name="connsiteY92" fmla="*/ 2381443 h 6889521"/>
              <a:gd name="connsiteX93" fmla="*/ 273399 w 1364418"/>
              <a:gd name="connsiteY93" fmla="*/ 2261920 h 6889521"/>
              <a:gd name="connsiteX94" fmla="*/ 263286 w 1364418"/>
              <a:gd name="connsiteY94" fmla="*/ 2195378 h 6889521"/>
              <a:gd name="connsiteX95" fmla="*/ 247503 w 1364418"/>
              <a:gd name="connsiteY95" fmla="*/ 2155135 h 6889521"/>
              <a:gd name="connsiteX96" fmla="*/ 244961 w 1364418"/>
              <a:gd name="connsiteY96" fmla="*/ 2118008 h 6889521"/>
              <a:gd name="connsiteX97" fmla="*/ 245954 w 1364418"/>
              <a:gd name="connsiteY97" fmla="*/ 2050531 h 6889521"/>
              <a:gd name="connsiteX98" fmla="*/ 237760 w 1364418"/>
              <a:gd name="connsiteY98" fmla="*/ 1963269 h 6889521"/>
              <a:gd name="connsiteX99" fmla="*/ 218938 w 1364418"/>
              <a:gd name="connsiteY99" fmla="*/ 1906352 h 6889521"/>
              <a:gd name="connsiteX100" fmla="*/ 195495 w 1364418"/>
              <a:gd name="connsiteY100" fmla="*/ 1861531 h 6889521"/>
              <a:gd name="connsiteX101" fmla="*/ 149294 w 1364418"/>
              <a:gd name="connsiteY101" fmla="*/ 1732919 h 6889521"/>
              <a:gd name="connsiteX102" fmla="*/ 121605 w 1364418"/>
              <a:gd name="connsiteY102" fmla="*/ 1663540 h 6889521"/>
              <a:gd name="connsiteX103" fmla="*/ 120731 w 1364418"/>
              <a:gd name="connsiteY103" fmla="*/ 1615777 h 6889521"/>
              <a:gd name="connsiteX104" fmla="*/ 101526 w 1364418"/>
              <a:gd name="connsiteY104" fmla="*/ 1563678 h 6889521"/>
              <a:gd name="connsiteX105" fmla="*/ 114606 w 1364418"/>
              <a:gd name="connsiteY105" fmla="*/ 1519474 h 6889521"/>
              <a:gd name="connsiteX106" fmla="*/ 107348 w 1364418"/>
              <a:gd name="connsiteY106" fmla="*/ 1477995 h 6889521"/>
              <a:gd name="connsiteX107" fmla="*/ 93433 w 1364418"/>
              <a:gd name="connsiteY107" fmla="*/ 1373769 h 6889521"/>
              <a:gd name="connsiteX108" fmla="*/ 101740 w 1364418"/>
              <a:gd name="connsiteY108" fmla="*/ 1307086 h 6889521"/>
              <a:gd name="connsiteX109" fmla="*/ 102928 w 1364418"/>
              <a:gd name="connsiteY109" fmla="*/ 1189033 h 6889521"/>
              <a:gd name="connsiteX110" fmla="*/ 107613 w 1364418"/>
              <a:gd name="connsiteY110" fmla="*/ 1168288 h 6889521"/>
              <a:gd name="connsiteX111" fmla="*/ 99895 w 1364418"/>
              <a:gd name="connsiteY111" fmla="*/ 1142577 h 6889521"/>
              <a:gd name="connsiteX112" fmla="*/ 89201 w 1364418"/>
              <a:gd name="connsiteY112" fmla="*/ 1088484 h 6889521"/>
              <a:gd name="connsiteX113" fmla="*/ 77937 w 1364418"/>
              <a:gd name="connsiteY113" fmla="*/ 1016103 h 6889521"/>
              <a:gd name="connsiteX114" fmla="*/ 79393 w 1364418"/>
              <a:gd name="connsiteY114" fmla="*/ 954054 h 6889521"/>
              <a:gd name="connsiteX115" fmla="*/ 90309 w 1364418"/>
              <a:gd name="connsiteY115" fmla="*/ 921368 h 6889521"/>
              <a:gd name="connsiteX116" fmla="*/ 74258 w 1364418"/>
              <a:gd name="connsiteY116" fmla="*/ 896999 h 6889521"/>
              <a:gd name="connsiteX117" fmla="*/ 43666 w 1364418"/>
              <a:gd name="connsiteY117" fmla="*/ 821517 h 6889521"/>
              <a:gd name="connsiteX118" fmla="*/ 22616 w 1364418"/>
              <a:gd name="connsiteY118" fmla="*/ 751353 h 6889521"/>
              <a:gd name="connsiteX119" fmla="*/ 22174 w 1364418"/>
              <a:gd name="connsiteY119" fmla="*/ 721230 h 6889521"/>
              <a:gd name="connsiteX120" fmla="*/ 7845 w 1364418"/>
              <a:gd name="connsiteY120" fmla="*/ 681659 h 6889521"/>
              <a:gd name="connsiteX121" fmla="*/ 31306 w 1364418"/>
              <a:gd name="connsiteY121" fmla="*/ 619315 h 6889521"/>
              <a:gd name="connsiteX122" fmla="*/ 15184 w 1364418"/>
              <a:gd name="connsiteY122" fmla="*/ 585934 h 6889521"/>
              <a:gd name="connsiteX123" fmla="*/ 22258 w 1364418"/>
              <a:gd name="connsiteY123" fmla="*/ 538948 h 6889521"/>
              <a:gd name="connsiteX124" fmla="*/ 26166 w 1364418"/>
              <a:gd name="connsiteY124" fmla="*/ 525163 h 6889521"/>
              <a:gd name="connsiteX125" fmla="*/ 52290 w 1364418"/>
              <a:gd name="connsiteY125" fmla="*/ 446567 h 6889521"/>
              <a:gd name="connsiteX126" fmla="*/ 51538 w 1364418"/>
              <a:gd name="connsiteY126" fmla="*/ 393828 h 6889521"/>
              <a:gd name="connsiteX127" fmla="*/ 51368 w 1364418"/>
              <a:gd name="connsiteY127" fmla="*/ 353137 h 6889521"/>
              <a:gd name="connsiteX128" fmla="*/ 55970 w 1364418"/>
              <a:gd name="connsiteY128" fmla="*/ 321428 h 6889521"/>
              <a:gd name="connsiteX129" fmla="*/ 57061 w 1364418"/>
              <a:gd name="connsiteY129" fmla="*/ 275771 h 6889521"/>
              <a:gd name="connsiteX130" fmla="*/ 74088 w 1364418"/>
              <a:gd name="connsiteY130" fmla="*/ 212860 h 6889521"/>
              <a:gd name="connsiteX131" fmla="*/ 65798 w 1364418"/>
              <a:gd name="connsiteY131" fmla="*/ 144983 h 6889521"/>
              <a:gd name="connsiteX132" fmla="*/ 78082 w 1364418"/>
              <a:gd name="connsiteY132" fmla="*/ 55288 h 6889521"/>
              <a:gd name="connsiteX133" fmla="*/ 37636 w 1364418"/>
              <a:gd name="connsiteY133" fmla="*/ 0 h 6889521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64484 w 1364418"/>
              <a:gd name="connsiteY5" fmla="*/ 6716710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64484 w 1364418"/>
              <a:gd name="connsiteY5" fmla="*/ 6716710 h 6858000"/>
              <a:gd name="connsiteX6" fmla="*/ 280651 w 1364418"/>
              <a:gd name="connsiteY6" fmla="*/ 6639873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81996 w 1364418"/>
              <a:gd name="connsiteY4" fmla="*/ 6792972 h 6858000"/>
              <a:gd name="connsiteX5" fmla="*/ 264484 w 1364418"/>
              <a:gd name="connsiteY5" fmla="*/ 6716710 h 6858000"/>
              <a:gd name="connsiteX6" fmla="*/ 280651 w 1364418"/>
              <a:gd name="connsiteY6" fmla="*/ 6639873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1364418" h="6858000">
                <a:moveTo>
                  <a:pt x="37636" y="0"/>
                </a:moveTo>
                <a:lnTo>
                  <a:pt x="1364418" y="0"/>
                </a:lnTo>
                <a:lnTo>
                  <a:pt x="1364418" y="6858000"/>
                </a:lnTo>
                <a:lnTo>
                  <a:pt x="245974" y="6857735"/>
                </a:lnTo>
                <a:cubicBezTo>
                  <a:pt x="246649" y="6829312"/>
                  <a:pt x="258792" y="6817314"/>
                  <a:pt x="281996" y="6792972"/>
                </a:cubicBezTo>
                <a:cubicBezTo>
                  <a:pt x="288036" y="6763449"/>
                  <a:pt x="261498" y="6738121"/>
                  <a:pt x="264484" y="6716710"/>
                </a:cubicBezTo>
                <a:cubicBezTo>
                  <a:pt x="264597" y="6714739"/>
                  <a:pt x="280538" y="6641844"/>
                  <a:pt x="280651" y="6639873"/>
                </a:cubicBezTo>
                <a:cubicBezTo>
                  <a:pt x="296114" y="6596543"/>
                  <a:pt x="335196" y="6519339"/>
                  <a:pt x="339152" y="6471804"/>
                </a:cubicBezTo>
                <a:lnTo>
                  <a:pt x="334570" y="6389835"/>
                </a:lnTo>
                <a:cubicBezTo>
                  <a:pt x="334613" y="6357588"/>
                  <a:pt x="338883" y="6333072"/>
                  <a:pt x="317792" y="6324679"/>
                </a:cubicBezTo>
                <a:cubicBezTo>
                  <a:pt x="308402" y="6306381"/>
                  <a:pt x="279168" y="6293695"/>
                  <a:pt x="278227" y="6280046"/>
                </a:cubicBezTo>
                <a:cubicBezTo>
                  <a:pt x="281050" y="6269969"/>
                  <a:pt x="290039" y="6265765"/>
                  <a:pt x="288000" y="6252834"/>
                </a:cubicBezTo>
                <a:lnTo>
                  <a:pt x="265992" y="6202459"/>
                </a:lnTo>
                <a:cubicBezTo>
                  <a:pt x="264772" y="6196814"/>
                  <a:pt x="268092" y="6158095"/>
                  <a:pt x="264790" y="6153037"/>
                </a:cubicBezTo>
                <a:cubicBezTo>
                  <a:pt x="302335" y="6114354"/>
                  <a:pt x="260378" y="6128837"/>
                  <a:pt x="280205" y="6078132"/>
                </a:cubicBezTo>
                <a:cubicBezTo>
                  <a:pt x="283657" y="6049622"/>
                  <a:pt x="275724" y="6059673"/>
                  <a:pt x="267592" y="6028119"/>
                </a:cubicBezTo>
                <a:cubicBezTo>
                  <a:pt x="277113" y="5988572"/>
                  <a:pt x="234727" y="5976018"/>
                  <a:pt x="252821" y="5926735"/>
                </a:cubicBezTo>
                <a:cubicBezTo>
                  <a:pt x="290324" y="5823532"/>
                  <a:pt x="288016" y="5757776"/>
                  <a:pt x="302333" y="5712857"/>
                </a:cubicBezTo>
                <a:cubicBezTo>
                  <a:pt x="310258" y="5688518"/>
                  <a:pt x="328236" y="5675288"/>
                  <a:pt x="332131" y="5660491"/>
                </a:cubicBezTo>
                <a:cubicBezTo>
                  <a:pt x="345782" y="5622696"/>
                  <a:pt x="344964" y="5595787"/>
                  <a:pt x="341254" y="5563435"/>
                </a:cubicBezTo>
                <a:cubicBezTo>
                  <a:pt x="335745" y="5537661"/>
                  <a:pt x="359171" y="5479228"/>
                  <a:pt x="368130" y="5437125"/>
                </a:cubicBezTo>
                <a:cubicBezTo>
                  <a:pt x="379868" y="5399640"/>
                  <a:pt x="373836" y="5420657"/>
                  <a:pt x="381698" y="5396260"/>
                </a:cubicBezTo>
                <a:cubicBezTo>
                  <a:pt x="395995" y="5391935"/>
                  <a:pt x="389433" y="5350429"/>
                  <a:pt x="397679" y="5330009"/>
                </a:cubicBezTo>
                <a:cubicBezTo>
                  <a:pt x="405925" y="5309589"/>
                  <a:pt x="420210" y="5291626"/>
                  <a:pt x="431172" y="5273739"/>
                </a:cubicBezTo>
                <a:cubicBezTo>
                  <a:pt x="426568" y="5263245"/>
                  <a:pt x="432286" y="5253790"/>
                  <a:pt x="440771" y="5241779"/>
                </a:cubicBezTo>
                <a:lnTo>
                  <a:pt x="451997" y="5225268"/>
                </a:lnTo>
                <a:lnTo>
                  <a:pt x="453017" y="5217684"/>
                </a:lnTo>
                <a:cubicBezTo>
                  <a:pt x="455252" y="5208685"/>
                  <a:pt x="458044" y="5200600"/>
                  <a:pt x="460358" y="5193377"/>
                </a:cubicBezTo>
                <a:lnTo>
                  <a:pt x="463661" y="5179288"/>
                </a:lnTo>
                <a:lnTo>
                  <a:pt x="464645" y="5173621"/>
                </a:lnTo>
                <a:lnTo>
                  <a:pt x="460279" y="5159961"/>
                </a:lnTo>
                <a:lnTo>
                  <a:pt x="466956" y="5144295"/>
                </a:lnTo>
                <a:lnTo>
                  <a:pt x="463889" y="5125185"/>
                </a:lnTo>
                <a:cubicBezTo>
                  <a:pt x="466252" y="5124475"/>
                  <a:pt x="468554" y="5123363"/>
                  <a:pt x="470719" y="5121884"/>
                </a:cubicBezTo>
                <a:lnTo>
                  <a:pt x="477755" y="5067850"/>
                </a:lnTo>
                <a:lnTo>
                  <a:pt x="480486" y="5060861"/>
                </a:lnTo>
                <a:lnTo>
                  <a:pt x="477190" y="5034192"/>
                </a:lnTo>
                <a:cubicBezTo>
                  <a:pt x="476699" y="5019824"/>
                  <a:pt x="477403" y="5006180"/>
                  <a:pt x="478744" y="4993030"/>
                </a:cubicBezTo>
                <a:lnTo>
                  <a:pt x="485653" y="4946844"/>
                </a:lnTo>
                <a:lnTo>
                  <a:pt x="481509" y="4932692"/>
                </a:lnTo>
                <a:cubicBezTo>
                  <a:pt x="481214" y="4911802"/>
                  <a:pt x="495319" y="4880686"/>
                  <a:pt x="496912" y="4858827"/>
                </a:cubicBezTo>
                <a:lnTo>
                  <a:pt x="502815" y="4821170"/>
                </a:lnTo>
                <a:lnTo>
                  <a:pt x="507548" y="4780965"/>
                </a:lnTo>
                <a:lnTo>
                  <a:pt x="508841" y="4750867"/>
                </a:lnTo>
                <a:lnTo>
                  <a:pt x="506648" y="4690749"/>
                </a:lnTo>
                <a:cubicBezTo>
                  <a:pt x="512729" y="4654213"/>
                  <a:pt x="491337" y="4623546"/>
                  <a:pt x="502128" y="4584173"/>
                </a:cubicBezTo>
                <a:cubicBezTo>
                  <a:pt x="488693" y="4519562"/>
                  <a:pt x="492047" y="4501522"/>
                  <a:pt x="497211" y="4444346"/>
                </a:cubicBezTo>
                <a:cubicBezTo>
                  <a:pt x="511033" y="4454946"/>
                  <a:pt x="497584" y="4394050"/>
                  <a:pt x="493776" y="4375228"/>
                </a:cubicBezTo>
                <a:cubicBezTo>
                  <a:pt x="491426" y="4334791"/>
                  <a:pt x="480594" y="4270639"/>
                  <a:pt x="474429" y="4214165"/>
                </a:cubicBezTo>
                <a:cubicBezTo>
                  <a:pt x="465297" y="4170832"/>
                  <a:pt x="480280" y="4120324"/>
                  <a:pt x="478502" y="4090296"/>
                </a:cubicBezTo>
                <a:lnTo>
                  <a:pt x="463758" y="4033999"/>
                </a:lnTo>
                <a:lnTo>
                  <a:pt x="464907" y="4031933"/>
                </a:lnTo>
                <a:cubicBezTo>
                  <a:pt x="467040" y="4022997"/>
                  <a:pt x="465967" y="4017669"/>
                  <a:pt x="463483" y="4013953"/>
                </a:cubicBezTo>
                <a:lnTo>
                  <a:pt x="449778" y="3974753"/>
                </a:lnTo>
                <a:lnTo>
                  <a:pt x="451376" y="3969950"/>
                </a:lnTo>
                <a:lnTo>
                  <a:pt x="444798" y="3933779"/>
                </a:lnTo>
                <a:lnTo>
                  <a:pt x="446129" y="3933093"/>
                </a:lnTo>
                <a:cubicBezTo>
                  <a:pt x="448961" y="3930731"/>
                  <a:pt x="450769" y="3927433"/>
                  <a:pt x="450483" y="3922082"/>
                </a:cubicBezTo>
                <a:cubicBezTo>
                  <a:pt x="471740" y="3927556"/>
                  <a:pt x="458283" y="3917724"/>
                  <a:pt x="455561" y="3901461"/>
                </a:cubicBezTo>
                <a:cubicBezTo>
                  <a:pt x="460173" y="3883426"/>
                  <a:pt x="474485" y="3829756"/>
                  <a:pt x="478155" y="3813873"/>
                </a:cubicBezTo>
                <a:cubicBezTo>
                  <a:pt x="477963" y="3811302"/>
                  <a:pt x="477772" y="3808732"/>
                  <a:pt x="477580" y="3806161"/>
                </a:cubicBezTo>
                <a:lnTo>
                  <a:pt x="477887" y="3805957"/>
                </a:lnTo>
                <a:cubicBezTo>
                  <a:pt x="478443" y="3804175"/>
                  <a:pt x="478509" y="3801600"/>
                  <a:pt x="477914" y="3797724"/>
                </a:cubicBezTo>
                <a:lnTo>
                  <a:pt x="476529" y="3792098"/>
                </a:lnTo>
                <a:lnTo>
                  <a:pt x="475413" y="3777135"/>
                </a:lnTo>
                <a:lnTo>
                  <a:pt x="477146" y="3771656"/>
                </a:lnTo>
                <a:lnTo>
                  <a:pt x="480889" y="3769007"/>
                </a:lnTo>
                <a:lnTo>
                  <a:pt x="480355" y="3767709"/>
                </a:lnTo>
                <a:cubicBezTo>
                  <a:pt x="472854" y="3758603"/>
                  <a:pt x="462858" y="3757457"/>
                  <a:pt x="489051" y="3738082"/>
                </a:cubicBezTo>
                <a:cubicBezTo>
                  <a:pt x="476420" y="3716230"/>
                  <a:pt x="492614" y="3707883"/>
                  <a:pt x="496397" y="3673397"/>
                </a:cubicBezTo>
                <a:cubicBezTo>
                  <a:pt x="485059" y="3661788"/>
                  <a:pt x="488117" y="3649813"/>
                  <a:pt x="495693" y="3637109"/>
                </a:cubicBezTo>
                <a:cubicBezTo>
                  <a:pt x="488827" y="3605834"/>
                  <a:pt x="498565" y="3573837"/>
                  <a:pt x="499136" y="3536883"/>
                </a:cubicBezTo>
                <a:cubicBezTo>
                  <a:pt x="483096" y="3500539"/>
                  <a:pt x="506170" y="3475121"/>
                  <a:pt x="506674" y="3435652"/>
                </a:cubicBezTo>
                <a:cubicBezTo>
                  <a:pt x="508209" y="3397466"/>
                  <a:pt x="505139" y="3338624"/>
                  <a:pt x="508345" y="3307769"/>
                </a:cubicBezTo>
                <a:cubicBezTo>
                  <a:pt x="522826" y="3292381"/>
                  <a:pt x="493343" y="3256540"/>
                  <a:pt x="525908" y="3250522"/>
                </a:cubicBezTo>
                <a:cubicBezTo>
                  <a:pt x="519705" y="3235893"/>
                  <a:pt x="504475" y="3230937"/>
                  <a:pt x="526333" y="3229163"/>
                </a:cubicBezTo>
                <a:cubicBezTo>
                  <a:pt x="524884" y="3224149"/>
                  <a:pt x="525919" y="3220404"/>
                  <a:pt x="528156" y="3217217"/>
                </a:cubicBezTo>
                <a:lnTo>
                  <a:pt x="514991" y="3183755"/>
                </a:lnTo>
                <a:lnTo>
                  <a:pt x="515492" y="3178642"/>
                </a:lnTo>
                <a:lnTo>
                  <a:pt x="503092" y="3158586"/>
                </a:lnTo>
                <a:lnTo>
                  <a:pt x="488277" y="3129034"/>
                </a:lnTo>
                <a:lnTo>
                  <a:pt x="488942" y="3126682"/>
                </a:lnTo>
                <a:lnTo>
                  <a:pt x="479810" y="3114519"/>
                </a:lnTo>
                <a:cubicBezTo>
                  <a:pt x="476044" y="3110886"/>
                  <a:pt x="471657" y="3108020"/>
                  <a:pt x="466419" y="3106272"/>
                </a:cubicBezTo>
                <a:cubicBezTo>
                  <a:pt x="479357" y="3049949"/>
                  <a:pt x="446991" y="3011906"/>
                  <a:pt x="439149" y="2958185"/>
                </a:cubicBezTo>
                <a:cubicBezTo>
                  <a:pt x="423473" y="2895670"/>
                  <a:pt x="402616" y="2832884"/>
                  <a:pt x="381763" y="2762989"/>
                </a:cubicBezTo>
                <a:cubicBezTo>
                  <a:pt x="340504" y="2718141"/>
                  <a:pt x="357875" y="2611979"/>
                  <a:pt x="330681" y="2554718"/>
                </a:cubicBezTo>
                <a:cubicBezTo>
                  <a:pt x="354561" y="2510384"/>
                  <a:pt x="312857" y="2522616"/>
                  <a:pt x="310775" y="2485734"/>
                </a:cubicBezTo>
                <a:cubicBezTo>
                  <a:pt x="283880" y="2505125"/>
                  <a:pt x="334754" y="2437857"/>
                  <a:pt x="301498" y="2447068"/>
                </a:cubicBezTo>
                <a:cubicBezTo>
                  <a:pt x="302171" y="2440064"/>
                  <a:pt x="286502" y="2432988"/>
                  <a:pt x="288459" y="2425819"/>
                </a:cubicBezTo>
                <a:lnTo>
                  <a:pt x="294458" y="2402874"/>
                </a:lnTo>
                <a:lnTo>
                  <a:pt x="297070" y="2381443"/>
                </a:lnTo>
                <a:cubicBezTo>
                  <a:pt x="291389" y="2355877"/>
                  <a:pt x="281925" y="2295004"/>
                  <a:pt x="273399" y="2261920"/>
                </a:cubicBezTo>
                <a:cubicBezTo>
                  <a:pt x="264489" y="2250852"/>
                  <a:pt x="256407" y="2208397"/>
                  <a:pt x="263286" y="2195378"/>
                </a:cubicBezTo>
                <a:cubicBezTo>
                  <a:pt x="262597" y="2185499"/>
                  <a:pt x="238753" y="2164596"/>
                  <a:pt x="247503" y="2155135"/>
                </a:cubicBezTo>
                <a:cubicBezTo>
                  <a:pt x="257474" y="2141929"/>
                  <a:pt x="229406" y="2121310"/>
                  <a:pt x="244961" y="2118008"/>
                </a:cubicBezTo>
                <a:cubicBezTo>
                  <a:pt x="225493" y="2103116"/>
                  <a:pt x="245373" y="2072196"/>
                  <a:pt x="245954" y="2050531"/>
                </a:cubicBezTo>
                <a:cubicBezTo>
                  <a:pt x="228015" y="2040209"/>
                  <a:pt x="246924" y="2004931"/>
                  <a:pt x="237760" y="1963269"/>
                </a:cubicBezTo>
                <a:cubicBezTo>
                  <a:pt x="217314" y="1952304"/>
                  <a:pt x="249162" y="1930958"/>
                  <a:pt x="218938" y="1906352"/>
                </a:cubicBezTo>
                <a:cubicBezTo>
                  <a:pt x="211894" y="1889396"/>
                  <a:pt x="204207" y="1891128"/>
                  <a:pt x="195495" y="1861531"/>
                </a:cubicBezTo>
                <a:cubicBezTo>
                  <a:pt x="152756" y="1820122"/>
                  <a:pt x="167197" y="1775736"/>
                  <a:pt x="149294" y="1732919"/>
                </a:cubicBezTo>
                <a:cubicBezTo>
                  <a:pt x="132272" y="1683226"/>
                  <a:pt x="131129" y="1708347"/>
                  <a:pt x="121605" y="1663540"/>
                </a:cubicBezTo>
                <a:cubicBezTo>
                  <a:pt x="131383" y="1652207"/>
                  <a:pt x="129824" y="1627305"/>
                  <a:pt x="120731" y="1615777"/>
                </a:cubicBezTo>
                <a:cubicBezTo>
                  <a:pt x="113324" y="1591298"/>
                  <a:pt x="125561" y="1582061"/>
                  <a:pt x="101526" y="1563678"/>
                </a:cubicBezTo>
                <a:cubicBezTo>
                  <a:pt x="118336" y="1562186"/>
                  <a:pt x="95368" y="1514217"/>
                  <a:pt x="114606" y="1519474"/>
                </a:cubicBezTo>
                <a:cubicBezTo>
                  <a:pt x="124662" y="1497831"/>
                  <a:pt x="99126" y="1498809"/>
                  <a:pt x="107348" y="1477995"/>
                </a:cubicBezTo>
                <a:cubicBezTo>
                  <a:pt x="102372" y="1450946"/>
                  <a:pt x="98082" y="1395585"/>
                  <a:pt x="93433" y="1373769"/>
                </a:cubicBezTo>
                <a:lnTo>
                  <a:pt x="101740" y="1307086"/>
                </a:lnTo>
                <a:cubicBezTo>
                  <a:pt x="61518" y="1238798"/>
                  <a:pt x="128597" y="1302829"/>
                  <a:pt x="102928" y="1189033"/>
                </a:cubicBezTo>
                <a:cubicBezTo>
                  <a:pt x="96991" y="1183619"/>
                  <a:pt x="100433" y="1168361"/>
                  <a:pt x="107613" y="1168288"/>
                </a:cubicBezTo>
                <a:cubicBezTo>
                  <a:pt x="104521" y="1161401"/>
                  <a:pt x="88898" y="1146763"/>
                  <a:pt x="99895" y="1142577"/>
                </a:cubicBezTo>
                <a:cubicBezTo>
                  <a:pt x="98248" y="1123927"/>
                  <a:pt x="94639" y="1105753"/>
                  <a:pt x="89201" y="1088484"/>
                </a:cubicBezTo>
                <a:lnTo>
                  <a:pt x="77937" y="1016103"/>
                </a:lnTo>
                <a:cubicBezTo>
                  <a:pt x="78422" y="988163"/>
                  <a:pt x="78908" y="981994"/>
                  <a:pt x="79393" y="954054"/>
                </a:cubicBezTo>
                <a:cubicBezTo>
                  <a:pt x="74607" y="950500"/>
                  <a:pt x="84928" y="922140"/>
                  <a:pt x="90309" y="921368"/>
                </a:cubicBezTo>
                <a:cubicBezTo>
                  <a:pt x="87566" y="916400"/>
                  <a:pt x="66268" y="901306"/>
                  <a:pt x="74258" y="896999"/>
                </a:cubicBezTo>
                <a:cubicBezTo>
                  <a:pt x="69492" y="868759"/>
                  <a:pt x="58957" y="842759"/>
                  <a:pt x="43666" y="821517"/>
                </a:cubicBezTo>
                <a:cubicBezTo>
                  <a:pt x="35059" y="797243"/>
                  <a:pt x="27646" y="764612"/>
                  <a:pt x="22616" y="751353"/>
                </a:cubicBezTo>
                <a:cubicBezTo>
                  <a:pt x="22469" y="741312"/>
                  <a:pt x="22321" y="731271"/>
                  <a:pt x="22174" y="721230"/>
                </a:cubicBezTo>
                <a:lnTo>
                  <a:pt x="7845" y="681659"/>
                </a:lnTo>
                <a:cubicBezTo>
                  <a:pt x="-21513" y="678654"/>
                  <a:pt x="41748" y="630810"/>
                  <a:pt x="31306" y="619315"/>
                </a:cubicBezTo>
                <a:cubicBezTo>
                  <a:pt x="37997" y="611016"/>
                  <a:pt x="17724" y="592108"/>
                  <a:pt x="15184" y="585934"/>
                </a:cubicBezTo>
                <a:cubicBezTo>
                  <a:pt x="14724" y="571597"/>
                  <a:pt x="22718" y="553285"/>
                  <a:pt x="22258" y="538948"/>
                </a:cubicBezTo>
                <a:cubicBezTo>
                  <a:pt x="22152" y="531703"/>
                  <a:pt x="26272" y="532408"/>
                  <a:pt x="26166" y="525163"/>
                </a:cubicBezTo>
                <a:cubicBezTo>
                  <a:pt x="28507" y="511668"/>
                  <a:pt x="56166" y="464433"/>
                  <a:pt x="52290" y="446567"/>
                </a:cubicBezTo>
                <a:cubicBezTo>
                  <a:pt x="47300" y="425186"/>
                  <a:pt x="52062" y="408582"/>
                  <a:pt x="51538" y="393828"/>
                </a:cubicBezTo>
                <a:cubicBezTo>
                  <a:pt x="51481" y="380264"/>
                  <a:pt x="51425" y="366701"/>
                  <a:pt x="51368" y="353137"/>
                </a:cubicBezTo>
                <a:cubicBezTo>
                  <a:pt x="50053" y="345863"/>
                  <a:pt x="61696" y="333814"/>
                  <a:pt x="55970" y="321428"/>
                </a:cubicBezTo>
                <a:cubicBezTo>
                  <a:pt x="56334" y="306209"/>
                  <a:pt x="56697" y="290990"/>
                  <a:pt x="57061" y="275771"/>
                </a:cubicBezTo>
                <a:cubicBezTo>
                  <a:pt x="46146" y="254441"/>
                  <a:pt x="87623" y="243671"/>
                  <a:pt x="74088" y="212860"/>
                </a:cubicBezTo>
                <a:cubicBezTo>
                  <a:pt x="92367" y="188146"/>
                  <a:pt x="68261" y="179672"/>
                  <a:pt x="65798" y="144983"/>
                </a:cubicBezTo>
                <a:cubicBezTo>
                  <a:pt x="52661" y="119338"/>
                  <a:pt x="79134" y="90517"/>
                  <a:pt x="78082" y="55288"/>
                </a:cubicBezTo>
                <a:lnTo>
                  <a:pt x="37636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700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CEE95592-E224-F1E9-EBE4-C74AC1223B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13" r="-112" b="3607"/>
          <a:stretch>
            <a:fillRect/>
          </a:stretch>
        </p:blipFill>
        <p:spPr>
          <a:xfrm>
            <a:off x="765416" y="850106"/>
            <a:ext cx="10673087" cy="533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206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D45F347-1E38-CCE4-4DF7-0A55BDBE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118945" cy="5431376"/>
          </a:xfrm>
        </p:spPr>
        <p:txBody>
          <a:bodyPr>
            <a:normAutofit/>
          </a:bodyPr>
          <a:lstStyle/>
          <a:p>
            <a:r>
              <a:rPr lang="sv-SE" sz="9600" dirty="0">
                <a:hlinkClick r:id="rId2"/>
              </a:rPr>
              <a:t>Quiz</a:t>
            </a:r>
            <a:r>
              <a:rPr lang="sv-SE" sz="9600"/>
              <a:t>: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8CE873B-3F3E-CF5C-5AE2-69EB58571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844" y="713313"/>
            <a:ext cx="7970783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3600" dirty="0">
                <a:ea typeface="+mn-lt"/>
                <a:cs typeface="+mn-lt"/>
                <a:hlinkClick r:id="rId2"/>
              </a:rPr>
              <a:t>https://forms.gle/xVPydaHyv3B8SkmZ8</a:t>
            </a:r>
            <a:endParaRPr lang="sv-SE" sz="3600"/>
          </a:p>
        </p:txBody>
      </p:sp>
    </p:spTree>
    <p:extLst>
      <p:ext uri="{BB962C8B-B14F-4D97-AF65-F5344CB8AC3E}">
        <p14:creationId xmlns:p14="http://schemas.microsoft.com/office/powerpoint/2010/main" val="1823800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Bredbild</PresentationFormat>
  <Paragraphs>0</Paragraphs>
  <Slides>33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33</vt:i4>
      </vt:variant>
    </vt:vector>
  </HeadingPairs>
  <TitlesOfParts>
    <vt:vector size="34" baseType="lpstr">
      <vt:lpstr>Office-tema</vt:lpstr>
      <vt:lpstr>PowerShell Fortsättning</vt:lpstr>
      <vt:lpstr>Varför Fortsättning?</vt:lpstr>
      <vt:lpstr>PowerPoint-presentation</vt:lpstr>
      <vt:lpstr>Felhantering –  Varför Behövs Det?</vt:lpstr>
      <vt:lpstr>Try/Catch/Finally –  Grunden i Felhantering</vt:lpstr>
      <vt:lpstr>PowerPoint-presentation</vt:lpstr>
      <vt:lpstr>Exempel – med Finally:</vt:lpstr>
      <vt:lpstr>Fånga Specifika Feltyper</vt:lpstr>
      <vt:lpstr>Nästlade Try/Catch-block</vt:lpstr>
      <vt:lpstr>$ErrorActionPreference – Styr Hur PowerShell Hanterar Fel</vt:lpstr>
      <vt:lpstr>PowerPoint-presentation</vt:lpstr>
      <vt:lpstr>Exempel – använda Stop:</vt:lpstr>
      <vt:lpstr>PowerPoint-presentation</vt:lpstr>
      <vt:lpstr>Vanliga Misstag – $ErrorActionPreference</vt:lpstr>
      <vt:lpstr>Loggning – Varför och Hur?</vt:lpstr>
      <vt:lpstr>PowerPoint-presentation</vt:lpstr>
      <vt:lpstr>PowerPoint-presentation</vt:lpstr>
      <vt:lpstr>Avancerad Loggning – Med Nivåer och Färger</vt:lpstr>
      <vt:lpstr>Validera Loggsökväg med ValidateScript</vt:lpstr>
      <vt:lpstr>PowerPoint-presentation</vt:lpstr>
      <vt:lpstr>Bakgrundsjobb – Kör Tunga Uppgifter I Bakgrunden</vt:lpstr>
      <vt:lpstr>Start-ThreadJob – Snabbare Bakgrundsjobb (PowerShell 7+)</vt:lpstr>
      <vt:lpstr>Exempel med Start-ThreadJob</vt:lpstr>
      <vt:lpstr>Felsökning – Breakpoints</vt:lpstr>
      <vt:lpstr>PowerPoint-presentation</vt:lpstr>
      <vt:lpstr>Så här sätter du breakpoints:</vt:lpstr>
      <vt:lpstr>PowerPoint-presentation</vt:lpstr>
      <vt:lpstr>Schema – Planera Skript Automatiskt</vt:lpstr>
      <vt:lpstr>Vanliga triggers</vt:lpstr>
      <vt:lpstr>PowerPoint-presentation</vt:lpstr>
      <vt:lpstr>Praktiskt Exempel – Robust Produktionsskript</vt:lpstr>
      <vt:lpstr>PowerPoint-presentation</vt:lpstr>
      <vt:lpstr>Quiz: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432</cp:revision>
  <dcterms:created xsi:type="dcterms:W3CDTF">2026-08-07T06:58:02Z</dcterms:created>
  <dcterms:modified xsi:type="dcterms:W3CDTF">2026-08-07T09:12:47Z</dcterms:modified>
</cp:coreProperties>
</file>