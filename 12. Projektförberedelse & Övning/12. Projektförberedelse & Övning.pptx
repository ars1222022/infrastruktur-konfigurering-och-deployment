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7" r:id="rId4"/>
    <p:sldId id="258" r:id="rId5"/>
    <p:sldId id="259" r:id="rId6"/>
    <p:sldId id="260" r:id="rId7"/>
    <p:sldId id="271" r:id="rId8"/>
    <p:sldId id="261" r:id="rId9"/>
    <p:sldId id="272" r:id="rId10"/>
    <p:sldId id="273" r:id="rId11"/>
    <p:sldId id="262" r:id="rId12"/>
    <p:sldId id="263" r:id="rId13"/>
    <p:sldId id="264" r:id="rId14"/>
    <p:sldId id="265" r:id="rId15"/>
    <p:sldId id="274" r:id="rId16"/>
    <p:sldId id="276" r:id="rId17"/>
    <p:sldId id="266" r:id="rId18"/>
    <p:sldId id="275" r:id="rId19"/>
    <p:sldId id="277" r:id="rId20"/>
    <p:sldId id="268" r:id="rId21"/>
    <p:sldId id="269" r:id="rId22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900B8E-4F5B-A8CB-6C6B-C3C3EC8253ED}" v="1216" dt="2026-08-16T19:01:29.4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90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seniy Buzyan (extern)" userId="S::arseniy.buzyan@edu.stockholm.se::f92a01cd-049f-4602-b292-09b82d2ea4e3" providerId="AD" clId="Web-{58900B8E-4F5B-A8CB-6C6B-C3C3EC8253ED}"/>
    <pc:docChg chg="addSld delSld modSld">
      <pc:chgData name="Arseniy Buzyan (extern)" userId="S::arseniy.buzyan@edu.stockholm.se::f92a01cd-049f-4602-b292-09b82d2ea4e3" providerId="AD" clId="Web-{58900B8E-4F5B-A8CB-6C6B-C3C3EC8253ED}" dt="2026-08-16T19:01:29.475" v="1245" actId="1076"/>
      <pc:docMkLst>
        <pc:docMk/>
      </pc:docMkLst>
      <pc:sldChg chg="addSp delSp modSp mod setBg">
        <pc:chgData name="Arseniy Buzyan (extern)" userId="S::arseniy.buzyan@edu.stockholm.se::f92a01cd-049f-4602-b292-09b82d2ea4e3" providerId="AD" clId="Web-{58900B8E-4F5B-A8CB-6C6B-C3C3EC8253ED}" dt="2026-08-16T16:53:43.055" v="6"/>
        <pc:sldMkLst>
          <pc:docMk/>
          <pc:sldMk cId="3194377694" sldId="256"/>
        </pc:sldMkLst>
        <pc:spChg chg="mod">
          <ac:chgData name="Arseniy Buzyan (extern)" userId="S::arseniy.buzyan@edu.stockholm.se::f92a01cd-049f-4602-b292-09b82d2ea4e3" providerId="AD" clId="Web-{58900B8E-4F5B-A8CB-6C6B-C3C3EC8253ED}" dt="2026-08-16T16:53:43.055" v="6"/>
          <ac:spMkLst>
            <pc:docMk/>
            <pc:sldMk cId="3194377694" sldId="256"/>
            <ac:spMk id="2" creationId="{00000000-0000-0000-0000-000000000000}"/>
          </ac:spMkLst>
        </pc:spChg>
        <pc:spChg chg="mod">
          <ac:chgData name="Arseniy Buzyan (extern)" userId="S::arseniy.buzyan@edu.stockholm.se::f92a01cd-049f-4602-b292-09b82d2ea4e3" providerId="AD" clId="Web-{58900B8E-4F5B-A8CB-6C6B-C3C3EC8253ED}" dt="2026-08-16T16:53:43.055" v="6"/>
          <ac:spMkLst>
            <pc:docMk/>
            <pc:sldMk cId="3194377694" sldId="256"/>
            <ac:spMk id="3" creationId="{00000000-0000-0000-0000-000000000000}"/>
          </ac:spMkLst>
        </pc:spChg>
        <pc:spChg chg="add del">
          <ac:chgData name="Arseniy Buzyan (extern)" userId="S::arseniy.buzyan@edu.stockholm.se::f92a01cd-049f-4602-b292-09b82d2ea4e3" providerId="AD" clId="Web-{58900B8E-4F5B-A8CB-6C6B-C3C3EC8253ED}" dt="2026-08-16T16:53:43.055" v="5"/>
          <ac:spMkLst>
            <pc:docMk/>
            <pc:sldMk cId="3194377694" sldId="256"/>
            <ac:spMk id="8" creationId="{194A6B0C-8C4F-4A54-A0D6-AE599481586C}"/>
          </ac:spMkLst>
        </pc:spChg>
        <pc:spChg chg="add del">
          <ac:chgData name="Arseniy Buzyan (extern)" userId="S::arseniy.buzyan@edu.stockholm.se::f92a01cd-049f-4602-b292-09b82d2ea4e3" providerId="AD" clId="Web-{58900B8E-4F5B-A8CB-6C6B-C3C3EC8253ED}" dt="2026-08-16T16:53:43.055" v="5"/>
          <ac:spMkLst>
            <pc:docMk/>
            <pc:sldMk cId="3194377694" sldId="256"/>
            <ac:spMk id="10" creationId="{A429DF74-9E63-4789-8989-B67CD7010857}"/>
          </ac:spMkLst>
        </pc:spChg>
        <pc:spChg chg="add">
          <ac:chgData name="Arseniy Buzyan (extern)" userId="S::arseniy.buzyan@edu.stockholm.se::f92a01cd-049f-4602-b292-09b82d2ea4e3" providerId="AD" clId="Web-{58900B8E-4F5B-A8CB-6C6B-C3C3EC8253ED}" dt="2026-08-16T16:53:43.055" v="6"/>
          <ac:spMkLst>
            <pc:docMk/>
            <pc:sldMk cId="3194377694" sldId="256"/>
            <ac:spMk id="16" creationId="{C3896A03-3945-419A-B66B-4EE266EDD152}"/>
          </ac:spMkLst>
        </pc:spChg>
        <pc:spChg chg="add">
          <ac:chgData name="Arseniy Buzyan (extern)" userId="S::arseniy.buzyan@edu.stockholm.se::f92a01cd-049f-4602-b292-09b82d2ea4e3" providerId="AD" clId="Web-{58900B8E-4F5B-A8CB-6C6B-C3C3EC8253ED}" dt="2026-08-16T16:53:43.055" v="6"/>
          <ac:spMkLst>
            <pc:docMk/>
            <pc:sldMk cId="3194377694" sldId="256"/>
            <ac:spMk id="17" creationId="{B34F5AD2-EDBD-4BBD-A55C-EAFFD0C7097A}"/>
          </ac:spMkLst>
        </pc:spChg>
        <pc:spChg chg="add">
          <ac:chgData name="Arseniy Buzyan (extern)" userId="S::arseniy.buzyan@edu.stockholm.se::f92a01cd-049f-4602-b292-09b82d2ea4e3" providerId="AD" clId="Web-{58900B8E-4F5B-A8CB-6C6B-C3C3EC8253ED}" dt="2026-08-16T16:53:43.055" v="6"/>
          <ac:spMkLst>
            <pc:docMk/>
            <pc:sldMk cId="3194377694" sldId="256"/>
            <ac:spMk id="18" creationId="{6832F003-FCA6-4CFB-A2EA-308F3AA257D1}"/>
          </ac:spMkLst>
        </pc:spChg>
        <pc:grpChg chg="add del">
          <ac:chgData name="Arseniy Buzyan (extern)" userId="S::arseniy.buzyan@edu.stockholm.se::f92a01cd-049f-4602-b292-09b82d2ea4e3" providerId="AD" clId="Web-{58900B8E-4F5B-A8CB-6C6B-C3C3EC8253ED}" dt="2026-08-16T16:53:43.055" v="5"/>
          <ac:grpSpMkLst>
            <pc:docMk/>
            <pc:sldMk cId="3194377694" sldId="256"/>
            <ac:grpSpMk id="12" creationId="{102A1009-FCAE-4CE9-98DA-2523F93A9016}"/>
          </ac:grpSpMkLst>
        </pc:grpChg>
      </pc:sldChg>
      <pc:sldChg chg="addSp delSp modSp new mod setBg">
        <pc:chgData name="Arseniy Buzyan (extern)" userId="S::arseniy.buzyan@edu.stockholm.se::f92a01cd-049f-4602-b292-09b82d2ea4e3" providerId="AD" clId="Web-{58900B8E-4F5B-A8CB-6C6B-C3C3EC8253ED}" dt="2026-08-16T18:42:00.552" v="1114" actId="20577"/>
        <pc:sldMkLst>
          <pc:docMk/>
          <pc:sldMk cId="4252965166" sldId="257"/>
        </pc:sldMkLst>
        <pc:spChg chg="mod">
          <ac:chgData name="Arseniy Buzyan (extern)" userId="S::arseniy.buzyan@edu.stockholm.se::f92a01cd-049f-4602-b292-09b82d2ea4e3" providerId="AD" clId="Web-{58900B8E-4F5B-A8CB-6C6B-C3C3EC8253ED}" dt="2026-08-16T18:42:00.552" v="1114" actId="20577"/>
          <ac:spMkLst>
            <pc:docMk/>
            <pc:sldMk cId="4252965166" sldId="257"/>
            <ac:spMk id="2" creationId="{3DD3818E-D4D5-D7B1-37CA-602D751190F6}"/>
          </ac:spMkLst>
        </pc:spChg>
        <pc:spChg chg="del mod">
          <ac:chgData name="Arseniy Buzyan (extern)" userId="S::arseniy.buzyan@edu.stockholm.se::f92a01cd-049f-4602-b292-09b82d2ea4e3" providerId="AD" clId="Web-{58900B8E-4F5B-A8CB-6C6B-C3C3EC8253ED}" dt="2026-08-16T16:55:34.554" v="19"/>
          <ac:spMkLst>
            <pc:docMk/>
            <pc:sldMk cId="4252965166" sldId="257"/>
            <ac:spMk id="3" creationId="{09285AD0-72A2-4C54-9CEF-5334E74ACB88}"/>
          </ac:spMkLst>
        </pc:spChg>
        <pc:spChg chg="add del">
          <ac:chgData name="Arseniy Buzyan (extern)" userId="S::arseniy.buzyan@edu.stockholm.se::f92a01cd-049f-4602-b292-09b82d2ea4e3" providerId="AD" clId="Web-{58900B8E-4F5B-A8CB-6C6B-C3C3EC8253ED}" dt="2026-08-16T16:55:34.554" v="19"/>
          <ac:spMkLst>
            <pc:docMk/>
            <pc:sldMk cId="4252965166" sldId="257"/>
            <ac:spMk id="8" creationId="{70DFC902-7D23-471A-B557-B6B6917D7A0D}"/>
          </ac:spMkLst>
        </pc:spChg>
        <pc:spChg chg="add del">
          <ac:chgData name="Arseniy Buzyan (extern)" userId="S::arseniy.buzyan@edu.stockholm.se::f92a01cd-049f-4602-b292-09b82d2ea4e3" providerId="AD" clId="Web-{58900B8E-4F5B-A8CB-6C6B-C3C3EC8253ED}" dt="2026-08-16T16:55:34.554" v="19"/>
          <ac:spMkLst>
            <pc:docMk/>
            <pc:sldMk cId="4252965166" sldId="257"/>
            <ac:spMk id="10" creationId="{A55D5633-D557-4DCA-982C-FF36EB7A1C00}"/>
          </ac:spMkLst>
        </pc:spChg>
        <pc:spChg chg="add del">
          <ac:chgData name="Arseniy Buzyan (extern)" userId="S::arseniy.buzyan@edu.stockholm.se::f92a01cd-049f-4602-b292-09b82d2ea4e3" providerId="AD" clId="Web-{58900B8E-4F5B-A8CB-6C6B-C3C3EC8253ED}" dt="2026-08-16T16:55:34.554" v="19"/>
          <ac:spMkLst>
            <pc:docMk/>
            <pc:sldMk cId="4252965166" sldId="257"/>
            <ac:spMk id="12" creationId="{450D3AD2-FA80-415F-A9CE-54D884561CD7}"/>
          </ac:spMkLst>
        </pc:spChg>
        <pc:spChg chg="add del">
          <ac:chgData name="Arseniy Buzyan (extern)" userId="S::arseniy.buzyan@edu.stockholm.se::f92a01cd-049f-4602-b292-09b82d2ea4e3" providerId="AD" clId="Web-{58900B8E-4F5B-A8CB-6C6B-C3C3EC8253ED}" dt="2026-08-16T16:55:44.585" v="20"/>
          <ac:spMkLst>
            <pc:docMk/>
            <pc:sldMk cId="4252965166" sldId="257"/>
            <ac:spMk id="18" creationId="{7517A47C-B2E5-4B79-8061-D74B1311AF6E}"/>
          </ac:spMkLst>
        </pc:spChg>
        <pc:spChg chg="add del">
          <ac:chgData name="Arseniy Buzyan (extern)" userId="S::arseniy.buzyan@edu.stockholm.se::f92a01cd-049f-4602-b292-09b82d2ea4e3" providerId="AD" clId="Web-{58900B8E-4F5B-A8CB-6C6B-C3C3EC8253ED}" dt="2026-08-16T16:55:44.585" v="20"/>
          <ac:spMkLst>
            <pc:docMk/>
            <pc:sldMk cId="4252965166" sldId="257"/>
            <ac:spMk id="20" creationId="{C505E780-2083-4CB5-A42A-5E0E2908ECC3}"/>
          </ac:spMkLst>
        </pc:spChg>
        <pc:spChg chg="add del">
          <ac:chgData name="Arseniy Buzyan (extern)" userId="S::arseniy.buzyan@edu.stockholm.se::f92a01cd-049f-4602-b292-09b82d2ea4e3" providerId="AD" clId="Web-{58900B8E-4F5B-A8CB-6C6B-C3C3EC8253ED}" dt="2026-08-16T16:55:44.585" v="20"/>
          <ac:spMkLst>
            <pc:docMk/>
            <pc:sldMk cId="4252965166" sldId="257"/>
            <ac:spMk id="22" creationId="{D2C0AE1C-0118-41AE-8A10-7CDCBF10E96F}"/>
          </ac:spMkLst>
        </pc:spChg>
        <pc:spChg chg="add del">
          <ac:chgData name="Arseniy Buzyan (extern)" userId="S::arseniy.buzyan@edu.stockholm.se::f92a01cd-049f-4602-b292-09b82d2ea4e3" providerId="AD" clId="Web-{58900B8E-4F5B-A8CB-6C6B-C3C3EC8253ED}" dt="2026-08-16T16:55:44.585" v="20"/>
          <ac:spMkLst>
            <pc:docMk/>
            <pc:sldMk cId="4252965166" sldId="257"/>
            <ac:spMk id="24" creationId="{463EEC44-1BA3-44ED-81FC-A644B04B2A44}"/>
          </ac:spMkLst>
        </pc:spChg>
        <pc:spChg chg="add">
          <ac:chgData name="Arseniy Buzyan (extern)" userId="S::arseniy.buzyan@edu.stockholm.se::f92a01cd-049f-4602-b292-09b82d2ea4e3" providerId="AD" clId="Web-{58900B8E-4F5B-A8CB-6C6B-C3C3EC8253ED}" dt="2026-08-16T16:55:44.585" v="20"/>
          <ac:spMkLst>
            <pc:docMk/>
            <pc:sldMk cId="4252965166" sldId="257"/>
            <ac:spMk id="29" creationId="{271CB012-FB71-403B-A2B6-C40E95FCE079}"/>
          </ac:spMkLst>
        </pc:spChg>
        <pc:grpChg chg="add">
          <ac:chgData name="Arseniy Buzyan (extern)" userId="S::arseniy.buzyan@edu.stockholm.se::f92a01cd-049f-4602-b292-09b82d2ea4e3" providerId="AD" clId="Web-{58900B8E-4F5B-A8CB-6C6B-C3C3EC8253ED}" dt="2026-08-16T16:55:44.585" v="20"/>
          <ac:grpSpMkLst>
            <pc:docMk/>
            <pc:sldMk cId="4252965166" sldId="257"/>
            <ac:grpSpMk id="31" creationId="{067F19C3-C09C-4B70-8306-E0ACF405B7CC}"/>
          </ac:grpSpMkLst>
        </pc:grpChg>
        <pc:graphicFrameChg chg="add del mod">
          <ac:chgData name="Arseniy Buzyan (extern)" userId="S::arseniy.buzyan@edu.stockholm.se::f92a01cd-049f-4602-b292-09b82d2ea4e3" providerId="AD" clId="Web-{58900B8E-4F5B-A8CB-6C6B-C3C3EC8253ED}" dt="2026-08-16T16:55:04.944" v="15"/>
          <ac:graphicFrameMkLst>
            <pc:docMk/>
            <pc:sldMk cId="4252965166" sldId="257"/>
            <ac:graphicFrameMk id="5" creationId="{D98A7F7E-915A-9FA9-6D76-CDC647D54D15}"/>
          </ac:graphicFrameMkLst>
        </pc:graphicFrameChg>
        <pc:graphicFrameChg chg="add mod modGraphic">
          <ac:chgData name="Arseniy Buzyan (extern)" userId="S::arseniy.buzyan@edu.stockholm.se::f92a01cd-049f-4602-b292-09b82d2ea4e3" providerId="AD" clId="Web-{58900B8E-4F5B-A8CB-6C6B-C3C3EC8253ED}" dt="2026-08-16T16:56:00.116" v="22" actId="14100"/>
          <ac:graphicFrameMkLst>
            <pc:docMk/>
            <pc:sldMk cId="4252965166" sldId="257"/>
            <ac:graphicFrameMk id="14" creationId="{B288F60C-4183-C9FB-16AD-E5A8CD0A7416}"/>
          </ac:graphicFrameMkLst>
        </pc:graphicFrameChg>
      </pc:sldChg>
      <pc:sldChg chg="addSp modSp new mod setBg setClrOvrMap">
        <pc:chgData name="Arseniy Buzyan (extern)" userId="S::arseniy.buzyan@edu.stockholm.se::f92a01cd-049f-4602-b292-09b82d2ea4e3" providerId="AD" clId="Web-{58900B8E-4F5B-A8CB-6C6B-C3C3EC8253ED}" dt="2026-08-16T18:43:59.396" v="1124" actId="14100"/>
        <pc:sldMkLst>
          <pc:docMk/>
          <pc:sldMk cId="2953832639" sldId="258"/>
        </pc:sldMkLst>
        <pc:spChg chg="mod">
          <ac:chgData name="Arseniy Buzyan (extern)" userId="S::arseniy.buzyan@edu.stockholm.se::f92a01cd-049f-4602-b292-09b82d2ea4e3" providerId="AD" clId="Web-{58900B8E-4F5B-A8CB-6C6B-C3C3EC8253ED}" dt="2026-08-16T16:58:03.021" v="61" actId="14100"/>
          <ac:spMkLst>
            <pc:docMk/>
            <pc:sldMk cId="2953832639" sldId="258"/>
            <ac:spMk id="2" creationId="{CD21D460-9876-9F2F-B0CC-22B333EA38DF}"/>
          </ac:spMkLst>
        </pc:spChg>
        <pc:spChg chg="mod">
          <ac:chgData name="Arseniy Buzyan (extern)" userId="S::arseniy.buzyan@edu.stockholm.se::f92a01cd-049f-4602-b292-09b82d2ea4e3" providerId="AD" clId="Web-{58900B8E-4F5B-A8CB-6C6B-C3C3EC8253ED}" dt="2026-08-16T18:43:59.396" v="1124" actId="14100"/>
          <ac:spMkLst>
            <pc:docMk/>
            <pc:sldMk cId="2953832639" sldId="258"/>
            <ac:spMk id="3" creationId="{E00B2DC7-50A0-C33C-6AC1-8CA16549277D}"/>
          </ac:spMkLst>
        </pc:spChg>
        <pc:spChg chg="add">
          <ac:chgData name="Arseniy Buzyan (extern)" userId="S::arseniy.buzyan@edu.stockholm.se::f92a01cd-049f-4602-b292-09b82d2ea4e3" providerId="AD" clId="Web-{58900B8E-4F5B-A8CB-6C6B-C3C3EC8253ED}" dt="2026-08-16T16:57:00.287" v="36"/>
          <ac:spMkLst>
            <pc:docMk/>
            <pc:sldMk cId="2953832639" sldId="258"/>
            <ac:spMk id="8" creationId="{B95B9BA8-1D69-4796-85F5-B6D0BD52354B}"/>
          </ac:spMkLst>
        </pc:spChg>
        <pc:grpChg chg="add">
          <ac:chgData name="Arseniy Buzyan (extern)" userId="S::arseniy.buzyan@edu.stockholm.se::f92a01cd-049f-4602-b292-09b82d2ea4e3" providerId="AD" clId="Web-{58900B8E-4F5B-A8CB-6C6B-C3C3EC8253ED}" dt="2026-08-16T16:57:00.287" v="36"/>
          <ac:grpSpMkLst>
            <pc:docMk/>
            <pc:sldMk cId="2953832639" sldId="258"/>
            <ac:grpSpMk id="10" creationId="{5F892E19-92E7-4BB2-8C3F-DBDFE8D9D324}"/>
          </ac:grpSpMkLst>
        </pc:grpChg>
        <pc:graphicFrameChg chg="add mod modGraphic">
          <ac:chgData name="Arseniy Buzyan (extern)" userId="S::arseniy.buzyan@edu.stockholm.se::f92a01cd-049f-4602-b292-09b82d2ea4e3" providerId="AD" clId="Web-{58900B8E-4F5B-A8CB-6C6B-C3C3EC8253ED}" dt="2026-08-16T16:58:25.943" v="169" actId="1076"/>
          <ac:graphicFrameMkLst>
            <pc:docMk/>
            <pc:sldMk cId="2953832639" sldId="258"/>
            <ac:graphicFrameMk id="5" creationId="{AEDAD0C7-5431-8943-9402-B4F98F06E141}"/>
          </ac:graphicFrameMkLst>
        </pc:graphicFrameChg>
      </pc:sldChg>
      <pc:sldChg chg="addSp delSp modSp new mod setBg setClrOvrMap">
        <pc:chgData name="Arseniy Buzyan (extern)" userId="S::arseniy.buzyan@edu.stockholm.se::f92a01cd-049f-4602-b292-09b82d2ea4e3" providerId="AD" clId="Web-{58900B8E-4F5B-A8CB-6C6B-C3C3EC8253ED}" dt="2026-08-16T17:06:05.939" v="305"/>
        <pc:sldMkLst>
          <pc:docMk/>
          <pc:sldMk cId="2268396768" sldId="259"/>
        </pc:sldMkLst>
        <pc:spChg chg="mod">
          <ac:chgData name="Arseniy Buzyan (extern)" userId="S::arseniy.buzyan@edu.stockholm.se::f92a01cd-049f-4602-b292-09b82d2ea4e3" providerId="AD" clId="Web-{58900B8E-4F5B-A8CB-6C6B-C3C3EC8253ED}" dt="2026-08-16T17:05:23.314" v="207" actId="20577"/>
          <ac:spMkLst>
            <pc:docMk/>
            <pc:sldMk cId="2268396768" sldId="259"/>
            <ac:spMk id="2" creationId="{DA080055-2175-86C5-AC03-0CD49BF0BEEE}"/>
          </ac:spMkLst>
        </pc:spChg>
        <pc:spChg chg="mod">
          <ac:chgData name="Arseniy Buzyan (extern)" userId="S::arseniy.buzyan@edu.stockholm.se::f92a01cd-049f-4602-b292-09b82d2ea4e3" providerId="AD" clId="Web-{58900B8E-4F5B-A8CB-6C6B-C3C3EC8253ED}" dt="2026-08-16T17:04:22.784" v="185" actId="14100"/>
          <ac:spMkLst>
            <pc:docMk/>
            <pc:sldMk cId="2268396768" sldId="259"/>
            <ac:spMk id="3" creationId="{1F2B1D91-8049-6C81-71C1-4713AB163A3F}"/>
          </ac:spMkLst>
        </pc:spChg>
        <pc:spChg chg="add">
          <ac:chgData name="Arseniy Buzyan (extern)" userId="S::arseniy.buzyan@edu.stockholm.se::f92a01cd-049f-4602-b292-09b82d2ea4e3" providerId="AD" clId="Web-{58900B8E-4F5B-A8CB-6C6B-C3C3EC8253ED}" dt="2026-08-16T17:04:13.377" v="183"/>
          <ac:spMkLst>
            <pc:docMk/>
            <pc:sldMk cId="2268396768" sldId="259"/>
            <ac:spMk id="8" creationId="{B95B9BA8-1D69-4796-85F5-B6D0BD52354B}"/>
          </ac:spMkLst>
        </pc:spChg>
        <pc:spChg chg="add del mod">
          <ac:chgData name="Arseniy Buzyan (extern)" userId="S::arseniy.buzyan@edu.stockholm.se::f92a01cd-049f-4602-b292-09b82d2ea4e3" providerId="AD" clId="Web-{58900B8E-4F5B-A8CB-6C6B-C3C3EC8253ED}" dt="2026-08-16T17:05:10.705" v="198"/>
          <ac:spMkLst>
            <pc:docMk/>
            <pc:sldMk cId="2268396768" sldId="259"/>
            <ac:spMk id="22" creationId="{153BBBF6-A4BE-7648-C5A0-62E44A7CDDDD}"/>
          </ac:spMkLst>
        </pc:spChg>
        <pc:grpChg chg="add">
          <ac:chgData name="Arseniy Buzyan (extern)" userId="S::arseniy.buzyan@edu.stockholm.se::f92a01cd-049f-4602-b292-09b82d2ea4e3" providerId="AD" clId="Web-{58900B8E-4F5B-A8CB-6C6B-C3C3EC8253ED}" dt="2026-08-16T17:04:13.377" v="183"/>
          <ac:grpSpMkLst>
            <pc:docMk/>
            <pc:sldMk cId="2268396768" sldId="259"/>
            <ac:grpSpMk id="10" creationId="{5F892E19-92E7-4BB2-8C3F-DBDFE8D9D324}"/>
          </ac:grpSpMkLst>
        </pc:grpChg>
        <pc:graphicFrameChg chg="add del mod">
          <ac:chgData name="Arseniy Buzyan (extern)" userId="S::arseniy.buzyan@edu.stockholm.se::f92a01cd-049f-4602-b292-09b82d2ea4e3" providerId="AD" clId="Web-{58900B8E-4F5B-A8CB-6C6B-C3C3EC8253ED}" dt="2026-08-16T17:04:06.659" v="182"/>
          <ac:graphicFrameMkLst>
            <pc:docMk/>
            <pc:sldMk cId="2268396768" sldId="259"/>
            <ac:graphicFrameMk id="5" creationId="{79EF8F84-1268-141B-2071-A58B1A4C8288}"/>
          </ac:graphicFrameMkLst>
        </pc:graphicFrameChg>
        <pc:graphicFrameChg chg="add mod modGraphic">
          <ac:chgData name="Arseniy Buzyan (extern)" userId="S::arseniy.buzyan@edu.stockholm.se::f92a01cd-049f-4602-b292-09b82d2ea4e3" providerId="AD" clId="Web-{58900B8E-4F5B-A8CB-6C6B-C3C3EC8253ED}" dt="2026-08-16T17:05:56.048" v="282"/>
          <ac:graphicFrameMkLst>
            <pc:docMk/>
            <pc:sldMk cId="2268396768" sldId="259"/>
            <ac:graphicFrameMk id="7" creationId="{83F7B339-C16F-1DF5-ADEF-9AC6A8203DE1}"/>
          </ac:graphicFrameMkLst>
        </pc:graphicFrameChg>
        <pc:graphicFrameChg chg="add del mod">
          <ac:chgData name="Arseniy Buzyan (extern)" userId="S::arseniy.buzyan@edu.stockholm.se::f92a01cd-049f-4602-b292-09b82d2ea4e3" providerId="AD" clId="Web-{58900B8E-4F5B-A8CB-6C6B-C3C3EC8253ED}" dt="2026-08-16T17:05:10.705" v="199"/>
          <ac:graphicFrameMkLst>
            <pc:docMk/>
            <pc:sldMk cId="2268396768" sldId="259"/>
            <ac:graphicFrameMk id="21" creationId="{23A7FC8E-FFC3-F196-0FA9-DF85D3EF4532}"/>
          </ac:graphicFrameMkLst>
        </pc:graphicFrameChg>
        <pc:graphicFrameChg chg="add mod modGraphic">
          <ac:chgData name="Arseniy Buzyan (extern)" userId="S::arseniy.buzyan@edu.stockholm.se::f92a01cd-049f-4602-b292-09b82d2ea4e3" providerId="AD" clId="Web-{58900B8E-4F5B-A8CB-6C6B-C3C3EC8253ED}" dt="2026-08-16T17:06:05.939" v="305"/>
          <ac:graphicFrameMkLst>
            <pc:docMk/>
            <pc:sldMk cId="2268396768" sldId="259"/>
            <ac:graphicFrameMk id="24" creationId="{9E32B8AD-E1B7-8524-EBE7-991DF264F7AE}"/>
          </ac:graphicFrameMkLst>
        </pc:graphicFrameChg>
      </pc:sldChg>
      <pc:sldChg chg="addSp modSp new mod setBg setClrOvrMap">
        <pc:chgData name="Arseniy Buzyan (extern)" userId="S::arseniy.buzyan@edu.stockholm.se::f92a01cd-049f-4602-b292-09b82d2ea4e3" providerId="AD" clId="Web-{58900B8E-4F5B-A8CB-6C6B-C3C3EC8253ED}" dt="2026-08-16T18:48:23.756" v="1134" actId="1076"/>
        <pc:sldMkLst>
          <pc:docMk/>
          <pc:sldMk cId="30442166" sldId="260"/>
        </pc:sldMkLst>
        <pc:spChg chg="mod">
          <ac:chgData name="Arseniy Buzyan (extern)" userId="S::arseniy.buzyan@edu.stockholm.se::f92a01cd-049f-4602-b292-09b82d2ea4e3" providerId="AD" clId="Web-{58900B8E-4F5B-A8CB-6C6B-C3C3EC8253ED}" dt="2026-08-16T17:32:10.858" v="326" actId="20577"/>
          <ac:spMkLst>
            <pc:docMk/>
            <pc:sldMk cId="30442166" sldId="260"/>
            <ac:spMk id="2" creationId="{FB22BDD3-3445-1821-B873-76DAD95870A6}"/>
          </ac:spMkLst>
        </pc:spChg>
        <pc:spChg chg="mod">
          <ac:chgData name="Arseniy Buzyan (extern)" userId="S::arseniy.buzyan@edu.stockholm.se::f92a01cd-049f-4602-b292-09b82d2ea4e3" providerId="AD" clId="Web-{58900B8E-4F5B-A8CB-6C6B-C3C3EC8253ED}" dt="2026-08-16T18:48:18.193" v="1132" actId="1076"/>
          <ac:spMkLst>
            <pc:docMk/>
            <pc:sldMk cId="30442166" sldId="260"/>
            <ac:spMk id="3" creationId="{7D9982E2-9B8A-F9E8-5D5C-5D94198EC58D}"/>
          </ac:spMkLst>
        </pc:spChg>
        <pc:spChg chg="add">
          <ac:chgData name="Arseniy Buzyan (extern)" userId="S::arseniy.buzyan@edu.stockholm.se::f92a01cd-049f-4602-b292-09b82d2ea4e3" providerId="AD" clId="Web-{58900B8E-4F5B-A8CB-6C6B-C3C3EC8253ED}" dt="2026-08-16T17:31:42.342" v="310"/>
          <ac:spMkLst>
            <pc:docMk/>
            <pc:sldMk cId="30442166" sldId="260"/>
            <ac:spMk id="8" creationId="{A9CB0874-88B8-43D3-B0B6-C32F790F790D}"/>
          </ac:spMkLst>
        </pc:spChg>
        <pc:grpChg chg="add">
          <ac:chgData name="Arseniy Buzyan (extern)" userId="S::arseniy.buzyan@edu.stockholm.se::f92a01cd-049f-4602-b292-09b82d2ea4e3" providerId="AD" clId="Web-{58900B8E-4F5B-A8CB-6C6B-C3C3EC8253ED}" dt="2026-08-16T17:31:42.342" v="310"/>
          <ac:grpSpMkLst>
            <pc:docMk/>
            <pc:sldMk cId="30442166" sldId="260"/>
            <ac:grpSpMk id="10" creationId="{4BFD067A-52BE-40EE-B7CA-391830B9A265}"/>
          </ac:grpSpMkLst>
        </pc:grpChg>
        <pc:grpChg chg="add">
          <ac:chgData name="Arseniy Buzyan (extern)" userId="S::arseniy.buzyan@edu.stockholm.se::f92a01cd-049f-4602-b292-09b82d2ea4e3" providerId="AD" clId="Web-{58900B8E-4F5B-A8CB-6C6B-C3C3EC8253ED}" dt="2026-08-16T17:31:42.342" v="310"/>
          <ac:grpSpMkLst>
            <pc:docMk/>
            <pc:sldMk cId="30442166" sldId="260"/>
            <ac:grpSpMk id="14" creationId="{C15B8CC4-8CCE-428F-AE7E-28D178984CEC}"/>
          </ac:grpSpMkLst>
        </pc:grpChg>
        <pc:picChg chg="add mod modCrop">
          <ac:chgData name="Arseniy Buzyan (extern)" userId="S::arseniy.buzyan@edu.stockholm.se::f92a01cd-049f-4602-b292-09b82d2ea4e3" providerId="AD" clId="Web-{58900B8E-4F5B-A8CB-6C6B-C3C3EC8253ED}" dt="2026-08-16T18:48:23.756" v="1134" actId="1076"/>
          <ac:picMkLst>
            <pc:docMk/>
            <pc:sldMk cId="30442166" sldId="260"/>
            <ac:picMk id="4" creationId="{F6B8FCA9-CC25-1D9D-0081-A2C57CEBCFFD}"/>
          </ac:picMkLst>
        </pc:picChg>
      </pc:sldChg>
      <pc:sldChg chg="addSp modSp new mod setBg setClrOvrMap">
        <pc:chgData name="Arseniy Buzyan (extern)" userId="S::arseniy.buzyan@edu.stockholm.se::f92a01cd-049f-4602-b292-09b82d2ea4e3" providerId="AD" clId="Web-{58900B8E-4F5B-A8CB-6C6B-C3C3EC8253ED}" dt="2026-08-16T17:34:02.717" v="360" actId="20577"/>
        <pc:sldMkLst>
          <pc:docMk/>
          <pc:sldMk cId="1310566564" sldId="261"/>
        </pc:sldMkLst>
        <pc:spChg chg="mod">
          <ac:chgData name="Arseniy Buzyan (extern)" userId="S::arseniy.buzyan@edu.stockholm.se::f92a01cd-049f-4602-b292-09b82d2ea4e3" providerId="AD" clId="Web-{58900B8E-4F5B-A8CB-6C6B-C3C3EC8253ED}" dt="2026-08-16T17:32:44.967" v="335"/>
          <ac:spMkLst>
            <pc:docMk/>
            <pc:sldMk cId="1310566564" sldId="261"/>
            <ac:spMk id="2" creationId="{D8FC5DF8-E5EE-70DE-630D-343CEFC96270}"/>
          </ac:spMkLst>
        </pc:spChg>
        <pc:spChg chg="mod">
          <ac:chgData name="Arseniy Buzyan (extern)" userId="S::arseniy.buzyan@edu.stockholm.se::f92a01cd-049f-4602-b292-09b82d2ea4e3" providerId="AD" clId="Web-{58900B8E-4F5B-A8CB-6C6B-C3C3EC8253ED}" dt="2026-08-16T17:34:02.717" v="360" actId="20577"/>
          <ac:spMkLst>
            <pc:docMk/>
            <pc:sldMk cId="1310566564" sldId="261"/>
            <ac:spMk id="3" creationId="{BA5C8758-8376-47E6-EB46-D0AAFF8AB5C0}"/>
          </ac:spMkLst>
        </pc:spChg>
        <pc:spChg chg="add">
          <ac:chgData name="Arseniy Buzyan (extern)" userId="S::arseniy.buzyan@edu.stockholm.se::f92a01cd-049f-4602-b292-09b82d2ea4e3" providerId="AD" clId="Web-{58900B8E-4F5B-A8CB-6C6B-C3C3EC8253ED}" dt="2026-08-16T17:32:44.967" v="335"/>
          <ac:spMkLst>
            <pc:docMk/>
            <pc:sldMk cId="1310566564" sldId="261"/>
            <ac:spMk id="8" creationId="{5FEF463D-EE6B-46FF-B7C7-74B09A96C8AB}"/>
          </ac:spMkLst>
        </pc:spChg>
        <pc:spChg chg="add">
          <ac:chgData name="Arseniy Buzyan (extern)" userId="S::arseniy.buzyan@edu.stockholm.se::f92a01cd-049f-4602-b292-09b82d2ea4e3" providerId="AD" clId="Web-{58900B8E-4F5B-A8CB-6C6B-C3C3EC8253ED}" dt="2026-08-16T17:32:44.967" v="335"/>
          <ac:spMkLst>
            <pc:docMk/>
            <pc:sldMk cId="1310566564" sldId="261"/>
            <ac:spMk id="14" creationId="{30B5ED20-499B-41E7-95BE-8BBD3131456F}"/>
          </ac:spMkLst>
        </pc:spChg>
        <pc:spChg chg="add">
          <ac:chgData name="Arseniy Buzyan (extern)" userId="S::arseniy.buzyan@edu.stockholm.se::f92a01cd-049f-4602-b292-09b82d2ea4e3" providerId="AD" clId="Web-{58900B8E-4F5B-A8CB-6C6B-C3C3EC8253ED}" dt="2026-08-16T17:32:44.967" v="335"/>
          <ac:spMkLst>
            <pc:docMk/>
            <pc:sldMk cId="1310566564" sldId="261"/>
            <ac:spMk id="16" creationId="{35A51D22-76EA-4C70-B5C9-ED3946924CB7}"/>
          </ac:spMkLst>
        </pc:spChg>
        <pc:grpChg chg="add">
          <ac:chgData name="Arseniy Buzyan (extern)" userId="S::arseniy.buzyan@edu.stockholm.se::f92a01cd-049f-4602-b292-09b82d2ea4e3" providerId="AD" clId="Web-{58900B8E-4F5B-A8CB-6C6B-C3C3EC8253ED}" dt="2026-08-16T17:32:44.967" v="335"/>
          <ac:grpSpMkLst>
            <pc:docMk/>
            <pc:sldMk cId="1310566564" sldId="261"/>
            <ac:grpSpMk id="10" creationId="{11A27B3A-460C-4100-99B5-817F25979F6C}"/>
          </ac:grpSpMkLst>
        </pc:grpChg>
      </pc:sldChg>
      <pc:sldChg chg="addSp modSp new mod setBg setClrOvrMap">
        <pc:chgData name="Arseniy Buzyan (extern)" userId="S::arseniy.buzyan@edu.stockholm.se::f92a01cd-049f-4602-b292-09b82d2ea4e3" providerId="AD" clId="Web-{58900B8E-4F5B-A8CB-6C6B-C3C3EC8253ED}" dt="2026-08-16T17:35:42.921" v="381" actId="14100"/>
        <pc:sldMkLst>
          <pc:docMk/>
          <pc:sldMk cId="3679101575" sldId="262"/>
        </pc:sldMkLst>
        <pc:spChg chg="mod">
          <ac:chgData name="Arseniy Buzyan (extern)" userId="S::arseniy.buzyan@edu.stockholm.se::f92a01cd-049f-4602-b292-09b82d2ea4e3" providerId="AD" clId="Web-{58900B8E-4F5B-A8CB-6C6B-C3C3EC8253ED}" dt="2026-08-16T17:34:41.030" v="366"/>
          <ac:spMkLst>
            <pc:docMk/>
            <pc:sldMk cId="3679101575" sldId="262"/>
            <ac:spMk id="2" creationId="{6CCB4345-9FC7-3BD5-420E-526D7F9D8DFC}"/>
          </ac:spMkLst>
        </pc:spChg>
        <pc:spChg chg="mod">
          <ac:chgData name="Arseniy Buzyan (extern)" userId="S::arseniy.buzyan@edu.stockholm.se::f92a01cd-049f-4602-b292-09b82d2ea4e3" providerId="AD" clId="Web-{58900B8E-4F5B-A8CB-6C6B-C3C3EC8253ED}" dt="2026-08-16T17:35:42.921" v="381" actId="14100"/>
          <ac:spMkLst>
            <pc:docMk/>
            <pc:sldMk cId="3679101575" sldId="262"/>
            <ac:spMk id="3" creationId="{827B936A-9788-7FB9-5FF7-5EDA61A11B6D}"/>
          </ac:spMkLst>
        </pc:spChg>
        <pc:spChg chg="add">
          <ac:chgData name="Arseniy Buzyan (extern)" userId="S::arseniy.buzyan@edu.stockholm.se::f92a01cd-049f-4602-b292-09b82d2ea4e3" providerId="AD" clId="Web-{58900B8E-4F5B-A8CB-6C6B-C3C3EC8253ED}" dt="2026-08-16T17:34:41.030" v="366"/>
          <ac:spMkLst>
            <pc:docMk/>
            <pc:sldMk cId="3679101575" sldId="262"/>
            <ac:spMk id="8" creationId="{5FEF463D-EE6B-46FF-B7C7-74B09A96C8AB}"/>
          </ac:spMkLst>
        </pc:spChg>
        <pc:spChg chg="add">
          <ac:chgData name="Arseniy Buzyan (extern)" userId="S::arseniy.buzyan@edu.stockholm.se::f92a01cd-049f-4602-b292-09b82d2ea4e3" providerId="AD" clId="Web-{58900B8E-4F5B-A8CB-6C6B-C3C3EC8253ED}" dt="2026-08-16T17:34:41.030" v="366"/>
          <ac:spMkLst>
            <pc:docMk/>
            <pc:sldMk cId="3679101575" sldId="262"/>
            <ac:spMk id="14" creationId="{30B5ED20-499B-41E7-95BE-8BBD3131456F}"/>
          </ac:spMkLst>
        </pc:spChg>
        <pc:spChg chg="add">
          <ac:chgData name="Arseniy Buzyan (extern)" userId="S::arseniy.buzyan@edu.stockholm.se::f92a01cd-049f-4602-b292-09b82d2ea4e3" providerId="AD" clId="Web-{58900B8E-4F5B-A8CB-6C6B-C3C3EC8253ED}" dt="2026-08-16T17:34:41.030" v="366"/>
          <ac:spMkLst>
            <pc:docMk/>
            <pc:sldMk cId="3679101575" sldId="262"/>
            <ac:spMk id="16" creationId="{35A51D22-76EA-4C70-B5C9-ED3946924CB7}"/>
          </ac:spMkLst>
        </pc:spChg>
        <pc:grpChg chg="add">
          <ac:chgData name="Arseniy Buzyan (extern)" userId="S::arseniy.buzyan@edu.stockholm.se::f92a01cd-049f-4602-b292-09b82d2ea4e3" providerId="AD" clId="Web-{58900B8E-4F5B-A8CB-6C6B-C3C3EC8253ED}" dt="2026-08-16T17:34:41.030" v="366"/>
          <ac:grpSpMkLst>
            <pc:docMk/>
            <pc:sldMk cId="3679101575" sldId="262"/>
            <ac:grpSpMk id="10" creationId="{11A27B3A-460C-4100-99B5-817F25979F6C}"/>
          </ac:grpSpMkLst>
        </pc:grpChg>
      </pc:sldChg>
      <pc:sldChg chg="addSp delSp modSp new mod setBg setClrOvrMap">
        <pc:chgData name="Arseniy Buzyan (extern)" userId="S::arseniy.buzyan@edu.stockholm.se::f92a01cd-049f-4602-b292-09b82d2ea4e3" providerId="AD" clId="Web-{58900B8E-4F5B-A8CB-6C6B-C3C3EC8253ED}" dt="2026-08-16T17:38:52.734" v="399" actId="20577"/>
        <pc:sldMkLst>
          <pc:docMk/>
          <pc:sldMk cId="3642572254" sldId="263"/>
        </pc:sldMkLst>
        <pc:spChg chg="mod">
          <ac:chgData name="Arseniy Buzyan (extern)" userId="S::arseniy.buzyan@edu.stockholm.se::f92a01cd-049f-4602-b292-09b82d2ea4e3" providerId="AD" clId="Web-{58900B8E-4F5B-A8CB-6C6B-C3C3EC8253ED}" dt="2026-08-16T17:38:52.734" v="399" actId="20577"/>
          <ac:spMkLst>
            <pc:docMk/>
            <pc:sldMk cId="3642572254" sldId="263"/>
            <ac:spMk id="2" creationId="{9E1128EB-FAB7-AFE5-CDAD-A159E26C4097}"/>
          </ac:spMkLst>
        </pc:spChg>
        <pc:spChg chg="mod">
          <ac:chgData name="Arseniy Buzyan (extern)" userId="S::arseniy.buzyan@edu.stockholm.se::f92a01cd-049f-4602-b292-09b82d2ea4e3" providerId="AD" clId="Web-{58900B8E-4F5B-A8CB-6C6B-C3C3EC8253ED}" dt="2026-08-16T17:38:42.046" v="395" actId="20577"/>
          <ac:spMkLst>
            <pc:docMk/>
            <pc:sldMk cId="3642572254" sldId="263"/>
            <ac:spMk id="3" creationId="{C0A41409-1027-63F2-AE3B-D39659427BA4}"/>
          </ac:spMkLst>
        </pc:spChg>
        <pc:spChg chg="add del">
          <ac:chgData name="Arseniy Buzyan (extern)" userId="S::arseniy.buzyan@edu.stockholm.se::f92a01cd-049f-4602-b292-09b82d2ea4e3" providerId="AD" clId="Web-{58900B8E-4F5B-A8CB-6C6B-C3C3EC8253ED}" dt="2026-08-16T17:38:11.280" v="388"/>
          <ac:spMkLst>
            <pc:docMk/>
            <pc:sldMk cId="3642572254" sldId="263"/>
            <ac:spMk id="8" creationId="{B95B9BA8-1D69-4796-85F5-B6D0BD52354B}"/>
          </ac:spMkLst>
        </pc:spChg>
        <pc:spChg chg="add del">
          <ac:chgData name="Arseniy Buzyan (extern)" userId="S::arseniy.buzyan@edu.stockholm.se::f92a01cd-049f-4602-b292-09b82d2ea4e3" providerId="AD" clId="Web-{58900B8E-4F5B-A8CB-6C6B-C3C3EC8253ED}" dt="2026-08-16T17:38:11.280" v="388"/>
          <ac:spMkLst>
            <pc:docMk/>
            <pc:sldMk cId="3642572254" sldId="263"/>
            <ac:spMk id="17" creationId="{70DFC902-7D23-471A-B557-B6B6917D7A0D}"/>
          </ac:spMkLst>
        </pc:spChg>
        <pc:spChg chg="add del">
          <ac:chgData name="Arseniy Buzyan (extern)" userId="S::arseniy.buzyan@edu.stockholm.se::f92a01cd-049f-4602-b292-09b82d2ea4e3" providerId="AD" clId="Web-{58900B8E-4F5B-A8CB-6C6B-C3C3EC8253ED}" dt="2026-08-16T17:38:11.280" v="388"/>
          <ac:spMkLst>
            <pc:docMk/>
            <pc:sldMk cId="3642572254" sldId="263"/>
            <ac:spMk id="19" creationId="{A55D5633-D557-4DCA-982C-FF36EB7A1C00}"/>
          </ac:spMkLst>
        </pc:spChg>
        <pc:spChg chg="add del">
          <ac:chgData name="Arseniy Buzyan (extern)" userId="S::arseniy.buzyan@edu.stockholm.se::f92a01cd-049f-4602-b292-09b82d2ea4e3" providerId="AD" clId="Web-{58900B8E-4F5B-A8CB-6C6B-C3C3EC8253ED}" dt="2026-08-16T17:38:11.280" v="388"/>
          <ac:spMkLst>
            <pc:docMk/>
            <pc:sldMk cId="3642572254" sldId="263"/>
            <ac:spMk id="21" creationId="{450D3AD2-FA80-415F-A9CE-54D884561CD7}"/>
          </ac:spMkLst>
        </pc:spChg>
        <pc:grpChg chg="add del">
          <ac:chgData name="Arseniy Buzyan (extern)" userId="S::arseniy.buzyan@edu.stockholm.se::f92a01cd-049f-4602-b292-09b82d2ea4e3" providerId="AD" clId="Web-{58900B8E-4F5B-A8CB-6C6B-C3C3EC8253ED}" dt="2026-08-16T17:38:11.280" v="388"/>
          <ac:grpSpMkLst>
            <pc:docMk/>
            <pc:sldMk cId="3642572254" sldId="263"/>
            <ac:grpSpMk id="10" creationId="{4728F330-19FB-4D39-BD0F-53032ABFEB7F}"/>
          </ac:grpSpMkLst>
        </pc:grpChg>
      </pc:sldChg>
      <pc:sldChg chg="addSp delSp modSp new mod setBg setClrOvrMap">
        <pc:chgData name="Arseniy Buzyan (extern)" userId="S::arseniy.buzyan@edu.stockholm.se::f92a01cd-049f-4602-b292-09b82d2ea4e3" providerId="AD" clId="Web-{58900B8E-4F5B-A8CB-6C6B-C3C3EC8253ED}" dt="2026-08-16T17:52:06.360" v="712"/>
        <pc:sldMkLst>
          <pc:docMk/>
          <pc:sldMk cId="2526367637" sldId="264"/>
        </pc:sldMkLst>
        <pc:spChg chg="mod">
          <ac:chgData name="Arseniy Buzyan (extern)" userId="S::arseniy.buzyan@edu.stockholm.se::f92a01cd-049f-4602-b292-09b82d2ea4e3" providerId="AD" clId="Web-{58900B8E-4F5B-A8CB-6C6B-C3C3EC8253ED}" dt="2026-08-16T17:51:01.141" v="414" actId="14100"/>
          <ac:spMkLst>
            <pc:docMk/>
            <pc:sldMk cId="2526367637" sldId="264"/>
            <ac:spMk id="2" creationId="{BFBE3574-D42B-041B-75D8-4FDE3B90F577}"/>
          </ac:spMkLst>
        </pc:spChg>
        <pc:spChg chg="mod">
          <ac:chgData name="Arseniy Buzyan (extern)" userId="S::arseniy.buzyan@edu.stockholm.se::f92a01cd-049f-4602-b292-09b82d2ea4e3" providerId="AD" clId="Web-{58900B8E-4F5B-A8CB-6C6B-C3C3EC8253ED}" dt="2026-08-16T17:51:08.141" v="420" actId="20577"/>
          <ac:spMkLst>
            <pc:docMk/>
            <pc:sldMk cId="2526367637" sldId="264"/>
            <ac:spMk id="3" creationId="{3F7381CD-775D-C2EC-0752-79668856E01D}"/>
          </ac:spMkLst>
        </pc:spChg>
        <pc:spChg chg="add del">
          <ac:chgData name="Arseniy Buzyan (extern)" userId="S::arseniy.buzyan@edu.stockholm.se::f92a01cd-049f-4602-b292-09b82d2ea4e3" providerId="AD" clId="Web-{58900B8E-4F5B-A8CB-6C6B-C3C3EC8253ED}" dt="2026-08-16T17:50:40.813" v="404"/>
          <ac:spMkLst>
            <pc:docMk/>
            <pc:sldMk cId="2526367637" sldId="264"/>
            <ac:spMk id="8" creationId="{C3896A03-3945-419A-B66B-4EE266EDD152}"/>
          </ac:spMkLst>
        </pc:spChg>
        <pc:spChg chg="add del">
          <ac:chgData name="Arseniy Buzyan (extern)" userId="S::arseniy.buzyan@edu.stockholm.se::f92a01cd-049f-4602-b292-09b82d2ea4e3" providerId="AD" clId="Web-{58900B8E-4F5B-A8CB-6C6B-C3C3EC8253ED}" dt="2026-08-16T17:50:40.813" v="404"/>
          <ac:spMkLst>
            <pc:docMk/>
            <pc:sldMk cId="2526367637" sldId="264"/>
            <ac:spMk id="10" creationId="{B34F5AD2-EDBD-4BBD-A55C-EAFFD0C7097A}"/>
          </ac:spMkLst>
        </pc:spChg>
        <pc:spChg chg="add">
          <ac:chgData name="Arseniy Buzyan (extern)" userId="S::arseniy.buzyan@edu.stockholm.se::f92a01cd-049f-4602-b292-09b82d2ea4e3" providerId="AD" clId="Web-{58900B8E-4F5B-A8CB-6C6B-C3C3EC8253ED}" dt="2026-08-16T17:50:40.828" v="405"/>
          <ac:spMkLst>
            <pc:docMk/>
            <pc:sldMk cId="2526367637" sldId="264"/>
            <ac:spMk id="13" creationId="{B95B9BA8-1D69-4796-85F5-B6D0BD52354B}"/>
          </ac:spMkLst>
        </pc:spChg>
        <pc:grpChg chg="add">
          <ac:chgData name="Arseniy Buzyan (extern)" userId="S::arseniy.buzyan@edu.stockholm.se::f92a01cd-049f-4602-b292-09b82d2ea4e3" providerId="AD" clId="Web-{58900B8E-4F5B-A8CB-6C6B-C3C3EC8253ED}" dt="2026-08-16T17:50:40.828" v="405"/>
          <ac:grpSpMkLst>
            <pc:docMk/>
            <pc:sldMk cId="2526367637" sldId="264"/>
            <ac:grpSpMk id="14" creationId="{4728F330-19FB-4D39-BD0F-53032ABFEB7F}"/>
          </ac:grpSpMkLst>
        </pc:grpChg>
        <pc:graphicFrameChg chg="add mod modGraphic">
          <ac:chgData name="Arseniy Buzyan (extern)" userId="S::arseniy.buzyan@edu.stockholm.se::f92a01cd-049f-4602-b292-09b82d2ea4e3" providerId="AD" clId="Web-{58900B8E-4F5B-A8CB-6C6B-C3C3EC8253ED}" dt="2026-08-16T17:52:06.360" v="712"/>
          <ac:graphicFrameMkLst>
            <pc:docMk/>
            <pc:sldMk cId="2526367637" sldId="264"/>
            <ac:graphicFrameMk id="5" creationId="{5869E1B9-511B-C293-E412-1C02FD6CF321}"/>
          </ac:graphicFrameMkLst>
        </pc:graphicFrameChg>
      </pc:sldChg>
      <pc:sldChg chg="addSp modSp new mod setBg setClrOvrMap">
        <pc:chgData name="Arseniy Buzyan (extern)" userId="S::arseniy.buzyan@edu.stockholm.se::f92a01cd-049f-4602-b292-09b82d2ea4e3" providerId="AD" clId="Web-{58900B8E-4F5B-A8CB-6C6B-C3C3EC8253ED}" dt="2026-08-16T17:53:42.110" v="803" actId="1076"/>
        <pc:sldMkLst>
          <pc:docMk/>
          <pc:sldMk cId="2497435925" sldId="265"/>
        </pc:sldMkLst>
        <pc:spChg chg="mod">
          <ac:chgData name="Arseniy Buzyan (extern)" userId="S::arseniy.buzyan@edu.stockholm.se::f92a01cd-049f-4602-b292-09b82d2ea4e3" providerId="AD" clId="Web-{58900B8E-4F5B-A8CB-6C6B-C3C3EC8253ED}" dt="2026-08-16T17:53:22.719" v="776" actId="1076"/>
          <ac:spMkLst>
            <pc:docMk/>
            <pc:sldMk cId="2497435925" sldId="265"/>
            <ac:spMk id="2" creationId="{4EEA9B76-DAC2-36E8-B2BB-36A1FB11CDB9}"/>
          </ac:spMkLst>
        </pc:spChg>
        <pc:spChg chg="mod">
          <ac:chgData name="Arseniy Buzyan (extern)" userId="S::arseniy.buzyan@edu.stockholm.se::f92a01cd-049f-4602-b292-09b82d2ea4e3" providerId="AD" clId="Web-{58900B8E-4F5B-A8CB-6C6B-C3C3EC8253ED}" dt="2026-08-16T17:52:55.063" v="723" actId="14100"/>
          <ac:spMkLst>
            <pc:docMk/>
            <pc:sldMk cId="2497435925" sldId="265"/>
            <ac:spMk id="3" creationId="{176FF2C2-2DE0-C9D7-3C0B-30CE322FC25F}"/>
          </ac:spMkLst>
        </pc:spChg>
        <pc:spChg chg="add">
          <ac:chgData name="Arseniy Buzyan (extern)" userId="S::arseniy.buzyan@edu.stockholm.se::f92a01cd-049f-4602-b292-09b82d2ea4e3" providerId="AD" clId="Web-{58900B8E-4F5B-A8CB-6C6B-C3C3EC8253ED}" dt="2026-08-16T17:52:33.610" v="717"/>
          <ac:spMkLst>
            <pc:docMk/>
            <pc:sldMk cId="2497435925" sldId="265"/>
            <ac:spMk id="8" creationId="{B95B9BA8-1D69-4796-85F5-B6D0BD52354B}"/>
          </ac:spMkLst>
        </pc:spChg>
        <pc:grpChg chg="add">
          <ac:chgData name="Arseniy Buzyan (extern)" userId="S::arseniy.buzyan@edu.stockholm.se::f92a01cd-049f-4602-b292-09b82d2ea4e3" providerId="AD" clId="Web-{58900B8E-4F5B-A8CB-6C6B-C3C3EC8253ED}" dt="2026-08-16T17:52:33.610" v="717"/>
          <ac:grpSpMkLst>
            <pc:docMk/>
            <pc:sldMk cId="2497435925" sldId="265"/>
            <ac:grpSpMk id="10" creationId="{4728F330-19FB-4D39-BD0F-53032ABFEB7F}"/>
          </ac:grpSpMkLst>
        </pc:grpChg>
        <pc:graphicFrameChg chg="add mod modGraphic">
          <ac:chgData name="Arseniy Buzyan (extern)" userId="S::arseniy.buzyan@edu.stockholm.se::f92a01cd-049f-4602-b292-09b82d2ea4e3" providerId="AD" clId="Web-{58900B8E-4F5B-A8CB-6C6B-C3C3EC8253ED}" dt="2026-08-16T17:53:42.110" v="803" actId="1076"/>
          <ac:graphicFrameMkLst>
            <pc:docMk/>
            <pc:sldMk cId="2497435925" sldId="265"/>
            <ac:graphicFrameMk id="5" creationId="{10EDC79A-BCB7-D103-F57F-76A9EFBB329F}"/>
          </ac:graphicFrameMkLst>
        </pc:graphicFrameChg>
      </pc:sldChg>
      <pc:sldChg chg="addSp modSp new mod setBg setClrOvrMap">
        <pc:chgData name="Arseniy Buzyan (extern)" userId="S::arseniy.buzyan@edu.stockholm.se::f92a01cd-049f-4602-b292-09b82d2ea4e3" providerId="AD" clId="Web-{58900B8E-4F5B-A8CB-6C6B-C3C3EC8253ED}" dt="2026-08-16T17:55:41.079" v="976" actId="1076"/>
        <pc:sldMkLst>
          <pc:docMk/>
          <pc:sldMk cId="428103481" sldId="266"/>
        </pc:sldMkLst>
        <pc:spChg chg="mod">
          <ac:chgData name="Arseniy Buzyan (extern)" userId="S::arseniy.buzyan@edu.stockholm.se::f92a01cd-049f-4602-b292-09b82d2ea4e3" providerId="AD" clId="Web-{58900B8E-4F5B-A8CB-6C6B-C3C3EC8253ED}" dt="2026-08-16T17:55:18.829" v="896" actId="14100"/>
          <ac:spMkLst>
            <pc:docMk/>
            <pc:sldMk cId="428103481" sldId="266"/>
            <ac:spMk id="2" creationId="{7C5E7F93-F808-FA73-9FD2-024BB8DD40C4}"/>
          </ac:spMkLst>
        </pc:spChg>
        <pc:spChg chg="mod">
          <ac:chgData name="Arseniy Buzyan (extern)" userId="S::arseniy.buzyan@edu.stockholm.se::f92a01cd-049f-4602-b292-09b82d2ea4e3" providerId="AD" clId="Web-{58900B8E-4F5B-A8CB-6C6B-C3C3EC8253ED}" dt="2026-08-16T17:54:33.344" v="815" actId="14100"/>
          <ac:spMkLst>
            <pc:docMk/>
            <pc:sldMk cId="428103481" sldId="266"/>
            <ac:spMk id="3" creationId="{B98E76C4-5926-3EBE-9951-1FFE95ECD1CD}"/>
          </ac:spMkLst>
        </pc:spChg>
        <pc:spChg chg="add">
          <ac:chgData name="Arseniy Buzyan (extern)" userId="S::arseniy.buzyan@edu.stockholm.se::f92a01cd-049f-4602-b292-09b82d2ea4e3" providerId="AD" clId="Web-{58900B8E-4F5B-A8CB-6C6B-C3C3EC8253ED}" dt="2026-08-16T17:54:22.485" v="811"/>
          <ac:spMkLst>
            <pc:docMk/>
            <pc:sldMk cId="428103481" sldId="266"/>
            <ac:spMk id="8" creationId="{B95B9BA8-1D69-4796-85F5-B6D0BD52354B}"/>
          </ac:spMkLst>
        </pc:spChg>
        <pc:grpChg chg="add">
          <ac:chgData name="Arseniy Buzyan (extern)" userId="S::arseniy.buzyan@edu.stockholm.se::f92a01cd-049f-4602-b292-09b82d2ea4e3" providerId="AD" clId="Web-{58900B8E-4F5B-A8CB-6C6B-C3C3EC8253ED}" dt="2026-08-16T17:54:22.485" v="811"/>
          <ac:grpSpMkLst>
            <pc:docMk/>
            <pc:sldMk cId="428103481" sldId="266"/>
            <ac:grpSpMk id="10" creationId="{207EE6D2-B8A8-4EA6-879E-705FC91778E0}"/>
          </ac:grpSpMkLst>
        </pc:grpChg>
        <pc:graphicFrameChg chg="add mod modGraphic">
          <ac:chgData name="Arseniy Buzyan (extern)" userId="S::arseniy.buzyan@edu.stockholm.se::f92a01cd-049f-4602-b292-09b82d2ea4e3" providerId="AD" clId="Web-{58900B8E-4F5B-A8CB-6C6B-C3C3EC8253ED}" dt="2026-08-16T17:55:41.079" v="976" actId="1076"/>
          <ac:graphicFrameMkLst>
            <pc:docMk/>
            <pc:sldMk cId="428103481" sldId="266"/>
            <ac:graphicFrameMk id="5" creationId="{4BB4F997-33F9-125C-4A1F-5E025E715C8E}"/>
          </ac:graphicFrameMkLst>
        </pc:graphicFrameChg>
      </pc:sldChg>
      <pc:sldChg chg="addSp delSp modSp new del mod setBg">
        <pc:chgData name="Arseniy Buzyan (extern)" userId="S::arseniy.buzyan@edu.stockholm.se::f92a01cd-049f-4602-b292-09b82d2ea4e3" providerId="AD" clId="Web-{58900B8E-4F5B-A8CB-6C6B-C3C3EC8253ED}" dt="2026-08-16T18:53:16.803" v="1181"/>
        <pc:sldMkLst>
          <pc:docMk/>
          <pc:sldMk cId="2453948185" sldId="267"/>
        </pc:sldMkLst>
        <pc:spChg chg="mod">
          <ac:chgData name="Arseniy Buzyan (extern)" userId="S::arseniy.buzyan@edu.stockholm.se::f92a01cd-049f-4602-b292-09b82d2ea4e3" providerId="AD" clId="Web-{58900B8E-4F5B-A8CB-6C6B-C3C3EC8253ED}" dt="2026-08-16T17:57:25.251" v="994" actId="14100"/>
          <ac:spMkLst>
            <pc:docMk/>
            <pc:sldMk cId="2453948185" sldId="267"/>
            <ac:spMk id="2" creationId="{73736CDC-A514-A7C5-6254-B538ACF47A03}"/>
          </ac:spMkLst>
        </pc:spChg>
        <pc:spChg chg="mod">
          <ac:chgData name="Arseniy Buzyan (extern)" userId="S::arseniy.buzyan@edu.stockholm.se::f92a01cd-049f-4602-b292-09b82d2ea4e3" providerId="AD" clId="Web-{58900B8E-4F5B-A8CB-6C6B-C3C3EC8253ED}" dt="2026-08-16T17:57:39.798" v="1000" actId="14100"/>
          <ac:spMkLst>
            <pc:docMk/>
            <pc:sldMk cId="2453948185" sldId="267"/>
            <ac:spMk id="3" creationId="{31EB14B8-8F31-D3E2-E9DC-F8CD075E79A2}"/>
          </ac:spMkLst>
        </pc:spChg>
        <pc:spChg chg="add del">
          <ac:chgData name="Arseniy Buzyan (extern)" userId="S::arseniy.buzyan@edu.stockholm.se::f92a01cd-049f-4602-b292-09b82d2ea4e3" providerId="AD" clId="Web-{58900B8E-4F5B-A8CB-6C6B-C3C3EC8253ED}" dt="2026-08-16T17:57:11.314" v="988"/>
          <ac:spMkLst>
            <pc:docMk/>
            <pc:sldMk cId="2453948185" sldId="267"/>
            <ac:spMk id="9" creationId="{F0DCC097-1DB8-4B6D-85D0-6FBA0E1CA4BA}"/>
          </ac:spMkLst>
        </pc:spChg>
        <pc:spChg chg="add del">
          <ac:chgData name="Arseniy Buzyan (extern)" userId="S::arseniy.buzyan@edu.stockholm.se::f92a01cd-049f-4602-b292-09b82d2ea4e3" providerId="AD" clId="Web-{58900B8E-4F5B-A8CB-6C6B-C3C3EC8253ED}" dt="2026-08-16T17:57:11.314" v="988"/>
          <ac:spMkLst>
            <pc:docMk/>
            <pc:sldMk cId="2453948185" sldId="267"/>
            <ac:spMk id="11" creationId="{E0B58608-23C8-4441-994D-C6823EEE1DB7}"/>
          </ac:spMkLst>
        </pc:spChg>
        <pc:spChg chg="add del">
          <ac:chgData name="Arseniy Buzyan (extern)" userId="S::arseniy.buzyan@edu.stockholm.se::f92a01cd-049f-4602-b292-09b82d2ea4e3" providerId="AD" clId="Web-{58900B8E-4F5B-A8CB-6C6B-C3C3EC8253ED}" dt="2026-08-16T17:57:08.439" v="986"/>
          <ac:spMkLst>
            <pc:docMk/>
            <pc:sldMk cId="2453948185" sldId="267"/>
            <ac:spMk id="16" creationId="{54675E42-4819-4E02-8164-B516389B489A}"/>
          </ac:spMkLst>
        </pc:spChg>
        <pc:spChg chg="add del">
          <ac:chgData name="Arseniy Buzyan (extern)" userId="S::arseniy.buzyan@edu.stockholm.se::f92a01cd-049f-4602-b292-09b82d2ea4e3" providerId="AD" clId="Web-{58900B8E-4F5B-A8CB-6C6B-C3C3EC8253ED}" dt="2026-08-16T17:57:08.439" v="986"/>
          <ac:spMkLst>
            <pc:docMk/>
            <pc:sldMk cId="2453948185" sldId="267"/>
            <ac:spMk id="22" creationId="{7EA2FCBD-319F-4A4F-9834-E50E3DD2A028}"/>
          </ac:spMkLst>
        </pc:spChg>
        <pc:spChg chg="add del">
          <ac:chgData name="Arseniy Buzyan (extern)" userId="S::arseniy.buzyan@edu.stockholm.se::f92a01cd-049f-4602-b292-09b82d2ea4e3" providerId="AD" clId="Web-{58900B8E-4F5B-A8CB-6C6B-C3C3EC8253ED}" dt="2026-08-16T17:57:11.314" v="988"/>
          <ac:spMkLst>
            <pc:docMk/>
            <pc:sldMk cId="2453948185" sldId="267"/>
            <ac:spMk id="28" creationId="{059E733E-C124-4E2D-A404-9FB160C87ECA}"/>
          </ac:spMkLst>
        </pc:spChg>
        <pc:spChg chg="add del">
          <ac:chgData name="Arseniy Buzyan (extern)" userId="S::arseniy.buzyan@edu.stockholm.se::f92a01cd-049f-4602-b292-09b82d2ea4e3" providerId="AD" clId="Web-{58900B8E-4F5B-A8CB-6C6B-C3C3EC8253ED}" dt="2026-08-16T17:57:11.314" v="988"/>
          <ac:spMkLst>
            <pc:docMk/>
            <pc:sldMk cId="2453948185" sldId="267"/>
            <ac:spMk id="30" creationId="{7EA2FCBD-319F-4A4F-9834-E50E3DD2A028}"/>
          </ac:spMkLst>
        </pc:spChg>
        <pc:grpChg chg="add del">
          <ac:chgData name="Arseniy Buzyan (extern)" userId="S::arseniy.buzyan@edu.stockholm.se::f92a01cd-049f-4602-b292-09b82d2ea4e3" providerId="AD" clId="Web-{58900B8E-4F5B-A8CB-6C6B-C3C3EC8253ED}" dt="2026-08-16T17:57:08.439" v="986"/>
          <ac:grpSpMkLst>
            <pc:docMk/>
            <pc:sldMk cId="2453948185" sldId="267"/>
            <ac:grpSpMk id="18" creationId="{02E8B24A-E924-4EA4-951E-022F5DCF4279}"/>
          </ac:grpSpMkLst>
        </pc:grpChg>
        <pc:grpChg chg="add del">
          <ac:chgData name="Arseniy Buzyan (extern)" userId="S::arseniy.buzyan@edu.stockholm.se::f92a01cd-049f-4602-b292-09b82d2ea4e3" providerId="AD" clId="Web-{58900B8E-4F5B-A8CB-6C6B-C3C3EC8253ED}" dt="2026-08-16T17:57:11.314" v="988"/>
          <ac:grpSpMkLst>
            <pc:docMk/>
            <pc:sldMk cId="2453948185" sldId="267"/>
            <ac:grpSpMk id="24" creationId="{5E7D06D7-1FB8-42CA-B761-FC8150D22CE7}"/>
          </ac:grpSpMkLst>
        </pc:grpChg>
        <pc:grpChg chg="add del">
          <ac:chgData name="Arseniy Buzyan (extern)" userId="S::arseniy.buzyan@edu.stockholm.se::f92a01cd-049f-4602-b292-09b82d2ea4e3" providerId="AD" clId="Web-{58900B8E-4F5B-A8CB-6C6B-C3C3EC8253ED}" dt="2026-08-16T17:57:11.314" v="988"/>
          <ac:grpSpMkLst>
            <pc:docMk/>
            <pc:sldMk cId="2453948185" sldId="267"/>
            <ac:grpSpMk id="29" creationId="{02E8B24A-E924-4EA4-951E-022F5DCF4279}"/>
          </ac:grpSpMkLst>
        </pc:grpChg>
        <pc:picChg chg="add mod">
          <ac:chgData name="Arseniy Buzyan (extern)" userId="S::arseniy.buzyan@edu.stockholm.se::f92a01cd-049f-4602-b292-09b82d2ea4e3" providerId="AD" clId="Web-{58900B8E-4F5B-A8CB-6C6B-C3C3EC8253ED}" dt="2026-08-16T17:57:47.610" v="1002" actId="14100"/>
          <ac:picMkLst>
            <pc:docMk/>
            <pc:sldMk cId="2453948185" sldId="267"/>
            <ac:picMk id="4" creationId="{A2D4C200-FB67-A937-E349-573500487C3E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58900B8E-4F5B-A8CB-6C6B-C3C3EC8253ED}" dt="2026-08-16T18:20:10.550" v="1094" actId="20577"/>
        <pc:sldMkLst>
          <pc:docMk/>
          <pc:sldMk cId="900188088" sldId="268"/>
        </pc:sldMkLst>
        <pc:spChg chg="mod">
          <ac:chgData name="Arseniy Buzyan (extern)" userId="S::arseniy.buzyan@edu.stockholm.se::f92a01cd-049f-4602-b292-09b82d2ea4e3" providerId="AD" clId="Web-{58900B8E-4F5B-A8CB-6C6B-C3C3EC8253ED}" dt="2026-08-16T17:58:40.829" v="1012"/>
          <ac:spMkLst>
            <pc:docMk/>
            <pc:sldMk cId="900188088" sldId="268"/>
            <ac:spMk id="2" creationId="{1F28D24C-C691-2CB3-27BC-DFDF6FE224BC}"/>
          </ac:spMkLst>
        </pc:spChg>
        <pc:spChg chg="add del mod">
          <ac:chgData name="Arseniy Buzyan (extern)" userId="S::arseniy.buzyan@edu.stockholm.se::f92a01cd-049f-4602-b292-09b82d2ea4e3" providerId="AD" clId="Web-{58900B8E-4F5B-A8CB-6C6B-C3C3EC8253ED}" dt="2026-08-16T18:20:10.550" v="1094" actId="20577"/>
          <ac:spMkLst>
            <pc:docMk/>
            <pc:sldMk cId="900188088" sldId="268"/>
            <ac:spMk id="3" creationId="{1AAB89E4-7A7F-CD0E-4112-6E7C154F23AB}"/>
          </ac:spMkLst>
        </pc:spChg>
        <pc:spChg chg="add">
          <ac:chgData name="Arseniy Buzyan (extern)" userId="S::arseniy.buzyan@edu.stockholm.se::f92a01cd-049f-4602-b292-09b82d2ea4e3" providerId="AD" clId="Web-{58900B8E-4F5B-A8CB-6C6B-C3C3EC8253ED}" dt="2026-08-16T17:58:40.829" v="1012"/>
          <ac:spMkLst>
            <pc:docMk/>
            <pc:sldMk cId="900188088" sldId="268"/>
            <ac:spMk id="8" creationId="{84697CDA-BDB7-4883-B48B-1D4EDB2F0E93}"/>
          </ac:spMkLst>
        </pc:spChg>
        <pc:spChg chg="add">
          <ac:chgData name="Arseniy Buzyan (extern)" userId="S::arseniy.buzyan@edu.stockholm.se::f92a01cd-049f-4602-b292-09b82d2ea4e3" providerId="AD" clId="Web-{58900B8E-4F5B-A8CB-6C6B-C3C3EC8253ED}" dt="2026-08-16T17:58:40.829" v="1012"/>
          <ac:spMkLst>
            <pc:docMk/>
            <pc:sldMk cId="900188088" sldId="268"/>
            <ac:spMk id="10" creationId="{6295B176-FA0E-4B6A-A190-5E2E82BEA57A}"/>
          </ac:spMkLst>
        </pc:spChg>
        <pc:spChg chg="add">
          <ac:chgData name="Arseniy Buzyan (extern)" userId="S::arseniy.buzyan@edu.stockholm.se::f92a01cd-049f-4602-b292-09b82d2ea4e3" providerId="AD" clId="Web-{58900B8E-4F5B-A8CB-6C6B-C3C3EC8253ED}" dt="2026-08-16T17:58:40.829" v="1012"/>
          <ac:spMkLst>
            <pc:docMk/>
            <pc:sldMk cId="900188088" sldId="268"/>
            <ac:spMk id="12" creationId="{48F779DE-4744-42D6-9C74-33EC94460CCC}"/>
          </ac:spMkLst>
        </pc:spChg>
        <pc:graphicFrameChg chg="add del mod ord modGraphic">
          <ac:chgData name="Arseniy Buzyan (extern)" userId="S::arseniy.buzyan@edu.stockholm.se::f92a01cd-049f-4602-b292-09b82d2ea4e3" providerId="AD" clId="Web-{58900B8E-4F5B-A8CB-6C6B-C3C3EC8253ED}" dt="2026-08-16T17:58:26.501" v="1007"/>
          <ac:graphicFrameMkLst>
            <pc:docMk/>
            <pc:sldMk cId="900188088" sldId="268"/>
            <ac:graphicFrameMk id="5" creationId="{5A359011-99AA-180C-540E-C1CF0B239286}"/>
          </ac:graphicFrameMkLst>
        </pc:graphicFrameChg>
        <pc:graphicFrameChg chg="add del mod">
          <ac:chgData name="Arseniy Buzyan (extern)" userId="S::arseniy.buzyan@edu.stockholm.se::f92a01cd-049f-4602-b292-09b82d2ea4e3" providerId="AD" clId="Web-{58900B8E-4F5B-A8CB-6C6B-C3C3EC8253ED}" dt="2026-08-16T17:58:36.142" v="1011"/>
          <ac:graphicFrameMkLst>
            <pc:docMk/>
            <pc:sldMk cId="900188088" sldId="268"/>
            <ac:graphicFrameMk id="7" creationId="{B99F1E40-8163-D0AC-5139-5BB3F7AF21E5}"/>
          </ac:graphicFrameMkLst>
        </pc:graphicFrameChg>
        <pc:graphicFrameChg chg="add mod modGraphic">
          <ac:chgData name="Arseniy Buzyan (extern)" userId="S::arseniy.buzyan@edu.stockholm.se::f92a01cd-049f-4602-b292-09b82d2ea4e3" providerId="AD" clId="Web-{58900B8E-4F5B-A8CB-6C6B-C3C3EC8253ED}" dt="2026-08-16T17:59:29.298" v="1093"/>
          <ac:graphicFrameMkLst>
            <pc:docMk/>
            <pc:sldMk cId="900188088" sldId="268"/>
            <ac:graphicFrameMk id="11" creationId="{8970569A-A71A-B23D-E5F0-1AF1B6C58AD4}"/>
          </ac:graphicFrameMkLst>
        </pc:graphicFrameChg>
      </pc:sldChg>
      <pc:sldChg chg="addSp modSp new mod setBg">
        <pc:chgData name="Arseniy Buzyan (extern)" userId="S::arseniy.buzyan@edu.stockholm.se::f92a01cd-049f-4602-b292-09b82d2ea4e3" providerId="AD" clId="Web-{58900B8E-4F5B-A8CB-6C6B-C3C3EC8253ED}" dt="2026-08-16T18:40:19.865" v="1110" actId="20577"/>
        <pc:sldMkLst>
          <pc:docMk/>
          <pc:sldMk cId="310246946" sldId="269"/>
        </pc:sldMkLst>
        <pc:spChg chg="mod">
          <ac:chgData name="Arseniy Buzyan (extern)" userId="S::arseniy.buzyan@edu.stockholm.se::f92a01cd-049f-4602-b292-09b82d2ea4e3" providerId="AD" clId="Web-{58900B8E-4F5B-A8CB-6C6B-C3C3EC8253ED}" dt="2026-08-16T18:40:10.630" v="1104"/>
          <ac:spMkLst>
            <pc:docMk/>
            <pc:sldMk cId="310246946" sldId="269"/>
            <ac:spMk id="2" creationId="{4E100604-597C-803B-6765-7093F5388149}"/>
          </ac:spMkLst>
        </pc:spChg>
        <pc:spChg chg="mod">
          <ac:chgData name="Arseniy Buzyan (extern)" userId="S::arseniy.buzyan@edu.stockholm.se::f92a01cd-049f-4602-b292-09b82d2ea4e3" providerId="AD" clId="Web-{58900B8E-4F5B-A8CB-6C6B-C3C3EC8253ED}" dt="2026-08-16T18:40:19.865" v="1110" actId="20577"/>
          <ac:spMkLst>
            <pc:docMk/>
            <pc:sldMk cId="310246946" sldId="269"/>
            <ac:spMk id="3" creationId="{29D6A924-ED22-797A-6696-B0B7791E9529}"/>
          </ac:spMkLst>
        </pc:spChg>
        <pc:spChg chg="add">
          <ac:chgData name="Arseniy Buzyan (extern)" userId="S::arseniy.buzyan@edu.stockholm.se::f92a01cd-049f-4602-b292-09b82d2ea4e3" providerId="AD" clId="Web-{58900B8E-4F5B-A8CB-6C6B-C3C3EC8253ED}" dt="2026-08-16T18:40:10.630" v="1104"/>
          <ac:spMkLst>
            <pc:docMk/>
            <pc:sldMk cId="310246946" sldId="269"/>
            <ac:spMk id="8" creationId="{787F4F1C-8D3D-4EC1-B72D-A0470A5A08B8}"/>
          </ac:spMkLst>
        </pc:spChg>
        <pc:grpChg chg="add">
          <ac:chgData name="Arseniy Buzyan (extern)" userId="S::arseniy.buzyan@edu.stockholm.se::f92a01cd-049f-4602-b292-09b82d2ea4e3" providerId="AD" clId="Web-{58900B8E-4F5B-A8CB-6C6B-C3C3EC8253ED}" dt="2026-08-16T18:40:10.630" v="1104"/>
          <ac:grpSpMkLst>
            <pc:docMk/>
            <pc:sldMk cId="310246946" sldId="269"/>
            <ac:grpSpMk id="10" creationId="{D1E3DD61-64DB-46AD-B249-E273CD86B051}"/>
          </ac:grpSpMkLst>
        </pc:grpChg>
      </pc:sldChg>
      <pc:sldChg chg="addSp delSp modSp new mod setBg">
        <pc:chgData name="Arseniy Buzyan (extern)" userId="S::arseniy.buzyan@edu.stockholm.se::f92a01cd-049f-4602-b292-09b82d2ea4e3" providerId="AD" clId="Web-{58900B8E-4F5B-A8CB-6C6B-C3C3EC8253ED}" dt="2026-08-16T18:42:57.271" v="1121" actId="1076"/>
        <pc:sldMkLst>
          <pc:docMk/>
          <pc:sldMk cId="3709314227" sldId="270"/>
        </pc:sldMkLst>
        <pc:spChg chg="del">
          <ac:chgData name="Arseniy Buzyan (extern)" userId="S::arseniy.buzyan@edu.stockholm.se::f92a01cd-049f-4602-b292-09b82d2ea4e3" providerId="AD" clId="Web-{58900B8E-4F5B-A8CB-6C6B-C3C3EC8253ED}" dt="2026-08-16T18:41:36.833" v="1113"/>
          <ac:spMkLst>
            <pc:docMk/>
            <pc:sldMk cId="3709314227" sldId="270"/>
            <ac:spMk id="2" creationId="{C42FEE86-6D6F-DE54-AC9C-E988AFC54609}"/>
          </ac:spMkLst>
        </pc:spChg>
        <pc:spChg chg="del">
          <ac:chgData name="Arseniy Buzyan (extern)" userId="S::arseniy.buzyan@edu.stockholm.se::f92a01cd-049f-4602-b292-09b82d2ea4e3" providerId="AD" clId="Web-{58900B8E-4F5B-A8CB-6C6B-C3C3EC8253ED}" dt="2026-08-16T18:41:36.833" v="1112"/>
          <ac:spMkLst>
            <pc:docMk/>
            <pc:sldMk cId="3709314227" sldId="270"/>
            <ac:spMk id="3" creationId="{7B4C9389-3B63-8A32-62BE-31CE76CE2760}"/>
          </ac:spMkLst>
        </pc:spChg>
        <pc:spChg chg="add">
          <ac:chgData name="Arseniy Buzyan (extern)" userId="S::arseniy.buzyan@edu.stockholm.se::f92a01cd-049f-4602-b292-09b82d2ea4e3" providerId="AD" clId="Web-{58900B8E-4F5B-A8CB-6C6B-C3C3EC8253ED}" dt="2026-08-16T18:42:36.349" v="1116"/>
          <ac:spMkLst>
            <pc:docMk/>
            <pc:sldMk cId="3709314227" sldId="270"/>
            <ac:spMk id="9" creationId="{32BC26D8-82FB-445E-AA49-62A77D7C1EE0}"/>
          </ac:spMkLst>
        </pc:spChg>
        <pc:spChg chg="add">
          <ac:chgData name="Arseniy Buzyan (extern)" userId="S::arseniy.buzyan@edu.stockholm.se::f92a01cd-049f-4602-b292-09b82d2ea4e3" providerId="AD" clId="Web-{58900B8E-4F5B-A8CB-6C6B-C3C3EC8253ED}" dt="2026-08-16T18:42:36.349" v="1116"/>
          <ac:spMkLst>
            <pc:docMk/>
            <pc:sldMk cId="3709314227" sldId="270"/>
            <ac:spMk id="11" creationId="{CB44330D-EA18-4254-AA95-EB49948539B8}"/>
          </ac:spMkLst>
        </pc:spChg>
        <pc:picChg chg="add mod modCrop">
          <ac:chgData name="Arseniy Buzyan (extern)" userId="S::arseniy.buzyan@edu.stockholm.se::f92a01cd-049f-4602-b292-09b82d2ea4e3" providerId="AD" clId="Web-{58900B8E-4F5B-A8CB-6C6B-C3C3EC8253ED}" dt="2026-08-16T18:42:57.271" v="1121" actId="1076"/>
          <ac:picMkLst>
            <pc:docMk/>
            <pc:sldMk cId="3709314227" sldId="270"/>
            <ac:picMk id="4" creationId="{303B8761-8A3E-06E5-28BE-52913A063D90}"/>
          </ac:picMkLst>
        </pc:picChg>
      </pc:sldChg>
      <pc:sldChg chg="addSp delSp modSp new">
        <pc:chgData name="Arseniy Buzyan (extern)" userId="S::arseniy.buzyan@edu.stockholm.se::f92a01cd-049f-4602-b292-09b82d2ea4e3" providerId="AD" clId="Web-{58900B8E-4F5B-A8CB-6C6B-C3C3EC8253ED}" dt="2026-08-16T18:49:45.678" v="1151" actId="1076"/>
        <pc:sldMkLst>
          <pc:docMk/>
          <pc:sldMk cId="898951776" sldId="271"/>
        </pc:sldMkLst>
        <pc:spChg chg="del">
          <ac:chgData name="Arseniy Buzyan (extern)" userId="S::arseniy.buzyan@edu.stockholm.se::f92a01cd-049f-4602-b292-09b82d2ea4e3" providerId="AD" clId="Web-{58900B8E-4F5B-A8CB-6C6B-C3C3EC8253ED}" dt="2026-08-16T18:48:49.022" v="1137"/>
          <ac:spMkLst>
            <pc:docMk/>
            <pc:sldMk cId="898951776" sldId="271"/>
            <ac:spMk id="2" creationId="{785AA6AD-93F0-41E8-9DA4-5100A6A124CC}"/>
          </ac:spMkLst>
        </pc:spChg>
        <pc:spChg chg="del">
          <ac:chgData name="Arseniy Buzyan (extern)" userId="S::arseniy.buzyan@edu.stockholm.se::f92a01cd-049f-4602-b292-09b82d2ea4e3" providerId="AD" clId="Web-{58900B8E-4F5B-A8CB-6C6B-C3C3EC8253ED}" dt="2026-08-16T18:48:49.022" v="1136"/>
          <ac:spMkLst>
            <pc:docMk/>
            <pc:sldMk cId="898951776" sldId="271"/>
            <ac:spMk id="3" creationId="{31F0C433-E0D6-478A-411D-739252CDD3BE}"/>
          </ac:spMkLst>
        </pc:spChg>
        <pc:picChg chg="add mod modCrop">
          <ac:chgData name="Arseniy Buzyan (extern)" userId="S::arseniy.buzyan@edu.stockholm.se::f92a01cd-049f-4602-b292-09b82d2ea4e3" providerId="AD" clId="Web-{58900B8E-4F5B-A8CB-6C6B-C3C3EC8253ED}" dt="2026-08-16T18:49:45.678" v="1151" actId="1076"/>
          <ac:picMkLst>
            <pc:docMk/>
            <pc:sldMk cId="898951776" sldId="271"/>
            <ac:picMk id="4" creationId="{A89E712F-71A0-44A9-C98B-5EB7FD40C9F6}"/>
          </ac:picMkLst>
        </pc:picChg>
      </pc:sldChg>
      <pc:sldChg chg="addSp delSp modSp new">
        <pc:chgData name="Arseniy Buzyan (extern)" userId="S::arseniy.buzyan@edu.stockholm.se::f92a01cd-049f-4602-b292-09b82d2ea4e3" providerId="AD" clId="Web-{58900B8E-4F5B-A8CB-6C6B-C3C3EC8253ED}" dt="2026-08-16T18:50:56.819" v="1167" actId="1076"/>
        <pc:sldMkLst>
          <pc:docMk/>
          <pc:sldMk cId="3407756396" sldId="272"/>
        </pc:sldMkLst>
        <pc:spChg chg="del">
          <ac:chgData name="Arseniy Buzyan (extern)" userId="S::arseniy.buzyan@edu.stockholm.se::f92a01cd-049f-4602-b292-09b82d2ea4e3" providerId="AD" clId="Web-{58900B8E-4F5B-A8CB-6C6B-C3C3EC8253ED}" dt="2026-08-16T18:50:11.162" v="1154"/>
          <ac:spMkLst>
            <pc:docMk/>
            <pc:sldMk cId="3407756396" sldId="272"/>
            <ac:spMk id="2" creationId="{67B0559B-17BC-9D4B-CF1D-9617172A7629}"/>
          </ac:spMkLst>
        </pc:spChg>
        <pc:spChg chg="del">
          <ac:chgData name="Arseniy Buzyan (extern)" userId="S::arseniy.buzyan@edu.stockholm.se::f92a01cd-049f-4602-b292-09b82d2ea4e3" providerId="AD" clId="Web-{58900B8E-4F5B-A8CB-6C6B-C3C3EC8253ED}" dt="2026-08-16T18:50:11.162" v="1153"/>
          <ac:spMkLst>
            <pc:docMk/>
            <pc:sldMk cId="3407756396" sldId="272"/>
            <ac:spMk id="3" creationId="{11EC7979-051B-66AF-F6D4-8488FBEC9C97}"/>
          </ac:spMkLst>
        </pc:spChg>
        <pc:picChg chg="add mod modCrop">
          <ac:chgData name="Arseniy Buzyan (extern)" userId="S::arseniy.buzyan@edu.stockholm.se::f92a01cd-049f-4602-b292-09b82d2ea4e3" providerId="AD" clId="Web-{58900B8E-4F5B-A8CB-6C6B-C3C3EC8253ED}" dt="2026-08-16T18:50:56.819" v="1167" actId="1076"/>
          <ac:picMkLst>
            <pc:docMk/>
            <pc:sldMk cId="3407756396" sldId="272"/>
            <ac:picMk id="4" creationId="{1CE6E83A-C7E7-7A45-322C-2BB8F4FF4903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58900B8E-4F5B-A8CB-6C6B-C3C3EC8253ED}" dt="2026-08-16T18:52:35.522" v="1180" actId="1076"/>
        <pc:sldMkLst>
          <pc:docMk/>
          <pc:sldMk cId="1783368116" sldId="273"/>
        </pc:sldMkLst>
        <pc:spChg chg="del">
          <ac:chgData name="Arseniy Buzyan (extern)" userId="S::arseniy.buzyan@edu.stockholm.se::f92a01cd-049f-4602-b292-09b82d2ea4e3" providerId="AD" clId="Web-{58900B8E-4F5B-A8CB-6C6B-C3C3EC8253ED}" dt="2026-08-16T18:52:04.381" v="1170"/>
          <ac:spMkLst>
            <pc:docMk/>
            <pc:sldMk cId="1783368116" sldId="273"/>
            <ac:spMk id="2" creationId="{14D9D815-EC6E-5F11-0502-EEF0897005CB}"/>
          </ac:spMkLst>
        </pc:spChg>
        <pc:spChg chg="del">
          <ac:chgData name="Arseniy Buzyan (extern)" userId="S::arseniy.buzyan@edu.stockholm.se::f92a01cd-049f-4602-b292-09b82d2ea4e3" providerId="AD" clId="Web-{58900B8E-4F5B-A8CB-6C6B-C3C3EC8253ED}" dt="2026-08-16T18:52:04.381" v="1169"/>
          <ac:spMkLst>
            <pc:docMk/>
            <pc:sldMk cId="1783368116" sldId="273"/>
            <ac:spMk id="3" creationId="{4E825A71-3E29-447A-8383-977FCAAD97CC}"/>
          </ac:spMkLst>
        </pc:spChg>
        <pc:spChg chg="add">
          <ac:chgData name="Arseniy Buzyan (extern)" userId="S::arseniy.buzyan@edu.stockholm.se::f92a01cd-049f-4602-b292-09b82d2ea4e3" providerId="AD" clId="Web-{58900B8E-4F5B-A8CB-6C6B-C3C3EC8253ED}" dt="2026-08-16T18:52:12.100" v="1172"/>
          <ac:spMkLst>
            <pc:docMk/>
            <pc:sldMk cId="1783368116" sldId="273"/>
            <ac:spMk id="9" creationId="{32BC26D8-82FB-445E-AA49-62A77D7C1EE0}"/>
          </ac:spMkLst>
        </pc:spChg>
        <pc:spChg chg="add">
          <ac:chgData name="Arseniy Buzyan (extern)" userId="S::arseniy.buzyan@edu.stockholm.se::f92a01cd-049f-4602-b292-09b82d2ea4e3" providerId="AD" clId="Web-{58900B8E-4F5B-A8CB-6C6B-C3C3EC8253ED}" dt="2026-08-16T18:52:12.100" v="1172"/>
          <ac:spMkLst>
            <pc:docMk/>
            <pc:sldMk cId="1783368116" sldId="273"/>
            <ac:spMk id="11" creationId="{CB44330D-EA18-4254-AA95-EB49948539B8}"/>
          </ac:spMkLst>
        </pc:spChg>
        <pc:picChg chg="add mod modCrop">
          <ac:chgData name="Arseniy Buzyan (extern)" userId="S::arseniy.buzyan@edu.stockholm.se::f92a01cd-049f-4602-b292-09b82d2ea4e3" providerId="AD" clId="Web-{58900B8E-4F5B-A8CB-6C6B-C3C3EC8253ED}" dt="2026-08-16T18:52:35.522" v="1180" actId="1076"/>
          <ac:picMkLst>
            <pc:docMk/>
            <pc:sldMk cId="1783368116" sldId="273"/>
            <ac:picMk id="4" creationId="{2DC05B8C-1A5B-BBCF-F413-1AD60CD01C6C}"/>
          </ac:picMkLst>
        </pc:picChg>
      </pc:sldChg>
      <pc:sldChg chg="addSp delSp modSp new">
        <pc:chgData name="Arseniy Buzyan (extern)" userId="S::arseniy.buzyan@edu.stockholm.se::f92a01cd-049f-4602-b292-09b82d2ea4e3" providerId="AD" clId="Web-{58900B8E-4F5B-A8CB-6C6B-C3C3EC8253ED}" dt="2026-08-16T18:55:18.069" v="1198" actId="1076"/>
        <pc:sldMkLst>
          <pc:docMk/>
          <pc:sldMk cId="458826998" sldId="274"/>
        </pc:sldMkLst>
        <pc:spChg chg="del">
          <ac:chgData name="Arseniy Buzyan (extern)" userId="S::arseniy.buzyan@edu.stockholm.se::f92a01cd-049f-4602-b292-09b82d2ea4e3" providerId="AD" clId="Web-{58900B8E-4F5B-A8CB-6C6B-C3C3EC8253ED}" dt="2026-08-16T18:54:28.209" v="1184"/>
          <ac:spMkLst>
            <pc:docMk/>
            <pc:sldMk cId="458826998" sldId="274"/>
            <ac:spMk id="2" creationId="{30E21E65-BAFF-737B-C562-244AE6417102}"/>
          </ac:spMkLst>
        </pc:spChg>
        <pc:spChg chg="del">
          <ac:chgData name="Arseniy Buzyan (extern)" userId="S::arseniy.buzyan@edu.stockholm.se::f92a01cd-049f-4602-b292-09b82d2ea4e3" providerId="AD" clId="Web-{58900B8E-4F5B-A8CB-6C6B-C3C3EC8253ED}" dt="2026-08-16T18:54:28.209" v="1183"/>
          <ac:spMkLst>
            <pc:docMk/>
            <pc:sldMk cId="458826998" sldId="274"/>
            <ac:spMk id="3" creationId="{3FEE7819-4E0B-5D83-59D1-E9717A2FB7B5}"/>
          </ac:spMkLst>
        </pc:spChg>
        <pc:picChg chg="add mod modCrop">
          <ac:chgData name="Arseniy Buzyan (extern)" userId="S::arseniy.buzyan@edu.stockholm.se::f92a01cd-049f-4602-b292-09b82d2ea4e3" providerId="AD" clId="Web-{58900B8E-4F5B-A8CB-6C6B-C3C3EC8253ED}" dt="2026-08-16T18:55:18.069" v="1198" actId="1076"/>
          <ac:picMkLst>
            <pc:docMk/>
            <pc:sldMk cId="458826998" sldId="274"/>
            <ac:picMk id="4" creationId="{C91B13B2-E82A-A922-A6BE-B6B820DD0C94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58900B8E-4F5B-A8CB-6C6B-C3C3EC8253ED}" dt="2026-08-16T18:56:40.381" v="1212" actId="1076"/>
        <pc:sldMkLst>
          <pc:docMk/>
          <pc:sldMk cId="1773968036" sldId="275"/>
        </pc:sldMkLst>
        <pc:spChg chg="del">
          <ac:chgData name="Arseniy Buzyan (extern)" userId="S::arseniy.buzyan@edu.stockholm.se::f92a01cd-049f-4602-b292-09b82d2ea4e3" providerId="AD" clId="Web-{58900B8E-4F5B-A8CB-6C6B-C3C3EC8253ED}" dt="2026-08-16T18:55:57.319" v="1201"/>
          <ac:spMkLst>
            <pc:docMk/>
            <pc:sldMk cId="1773968036" sldId="275"/>
            <ac:spMk id="2" creationId="{B5C64BC4-4E93-27A2-ED39-5E98F28A8C54}"/>
          </ac:spMkLst>
        </pc:spChg>
        <pc:spChg chg="del">
          <ac:chgData name="Arseniy Buzyan (extern)" userId="S::arseniy.buzyan@edu.stockholm.se::f92a01cd-049f-4602-b292-09b82d2ea4e3" providerId="AD" clId="Web-{58900B8E-4F5B-A8CB-6C6B-C3C3EC8253ED}" dt="2026-08-16T18:55:57.319" v="1200"/>
          <ac:spMkLst>
            <pc:docMk/>
            <pc:sldMk cId="1773968036" sldId="275"/>
            <ac:spMk id="3" creationId="{AC9F3E59-C394-7A8E-AB6D-18BBB8F6C98D}"/>
          </ac:spMkLst>
        </pc:spChg>
        <pc:spChg chg="add">
          <ac:chgData name="Arseniy Buzyan (extern)" userId="S::arseniy.buzyan@edu.stockholm.se::f92a01cd-049f-4602-b292-09b82d2ea4e3" providerId="AD" clId="Web-{58900B8E-4F5B-A8CB-6C6B-C3C3EC8253ED}" dt="2026-08-16T18:56:06.678" v="1203"/>
          <ac:spMkLst>
            <pc:docMk/>
            <pc:sldMk cId="1773968036" sldId="275"/>
            <ac:spMk id="9" creationId="{32BC26D8-82FB-445E-AA49-62A77D7C1EE0}"/>
          </ac:spMkLst>
        </pc:spChg>
        <pc:spChg chg="add">
          <ac:chgData name="Arseniy Buzyan (extern)" userId="S::arseniy.buzyan@edu.stockholm.se::f92a01cd-049f-4602-b292-09b82d2ea4e3" providerId="AD" clId="Web-{58900B8E-4F5B-A8CB-6C6B-C3C3EC8253ED}" dt="2026-08-16T18:56:06.678" v="1203"/>
          <ac:spMkLst>
            <pc:docMk/>
            <pc:sldMk cId="1773968036" sldId="275"/>
            <ac:spMk id="11" creationId="{CB44330D-EA18-4254-AA95-EB49948539B8}"/>
          </ac:spMkLst>
        </pc:spChg>
        <pc:picChg chg="add mod modCrop">
          <ac:chgData name="Arseniy Buzyan (extern)" userId="S::arseniy.buzyan@edu.stockholm.se::f92a01cd-049f-4602-b292-09b82d2ea4e3" providerId="AD" clId="Web-{58900B8E-4F5B-A8CB-6C6B-C3C3EC8253ED}" dt="2026-08-16T18:56:40.381" v="1212" actId="1076"/>
          <ac:picMkLst>
            <pc:docMk/>
            <pc:sldMk cId="1773968036" sldId="275"/>
            <ac:picMk id="4" creationId="{D14C926A-F466-769D-8997-019D4CBED50B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58900B8E-4F5B-A8CB-6C6B-C3C3EC8253ED}" dt="2026-08-16T18:58:58.819" v="1222" actId="1076"/>
        <pc:sldMkLst>
          <pc:docMk/>
          <pc:sldMk cId="3322796639" sldId="276"/>
        </pc:sldMkLst>
        <pc:spChg chg="del">
          <ac:chgData name="Arseniy Buzyan (extern)" userId="S::arseniy.buzyan@edu.stockholm.se::f92a01cd-049f-4602-b292-09b82d2ea4e3" providerId="AD" clId="Web-{58900B8E-4F5B-A8CB-6C6B-C3C3EC8253ED}" dt="2026-08-16T18:58:39.319" v="1215"/>
          <ac:spMkLst>
            <pc:docMk/>
            <pc:sldMk cId="3322796639" sldId="276"/>
            <ac:spMk id="2" creationId="{86A978AF-61FE-4BEF-B2AC-F8B8AB7F5DE5}"/>
          </ac:spMkLst>
        </pc:spChg>
        <pc:spChg chg="del">
          <ac:chgData name="Arseniy Buzyan (extern)" userId="S::arseniy.buzyan@edu.stockholm.se::f92a01cd-049f-4602-b292-09b82d2ea4e3" providerId="AD" clId="Web-{58900B8E-4F5B-A8CB-6C6B-C3C3EC8253ED}" dt="2026-08-16T18:58:39.319" v="1214"/>
          <ac:spMkLst>
            <pc:docMk/>
            <pc:sldMk cId="3322796639" sldId="276"/>
            <ac:spMk id="3" creationId="{032A36DB-8851-E71F-949D-1C76D998BA4D}"/>
          </ac:spMkLst>
        </pc:spChg>
        <pc:spChg chg="add">
          <ac:chgData name="Arseniy Buzyan (extern)" userId="S::arseniy.buzyan@edu.stockholm.se::f92a01cd-049f-4602-b292-09b82d2ea4e3" providerId="AD" clId="Web-{58900B8E-4F5B-A8CB-6C6B-C3C3EC8253ED}" dt="2026-08-16T18:58:43.944" v="1217"/>
          <ac:spMkLst>
            <pc:docMk/>
            <pc:sldMk cId="3322796639" sldId="276"/>
            <ac:spMk id="9" creationId="{32BC26D8-82FB-445E-AA49-62A77D7C1EE0}"/>
          </ac:spMkLst>
        </pc:spChg>
        <pc:spChg chg="add">
          <ac:chgData name="Arseniy Buzyan (extern)" userId="S::arseniy.buzyan@edu.stockholm.se::f92a01cd-049f-4602-b292-09b82d2ea4e3" providerId="AD" clId="Web-{58900B8E-4F5B-A8CB-6C6B-C3C3EC8253ED}" dt="2026-08-16T18:58:43.944" v="1217"/>
          <ac:spMkLst>
            <pc:docMk/>
            <pc:sldMk cId="3322796639" sldId="276"/>
            <ac:spMk id="11" creationId="{CB44330D-EA18-4254-AA95-EB49948539B8}"/>
          </ac:spMkLst>
        </pc:spChg>
        <pc:picChg chg="add mod modCrop">
          <ac:chgData name="Arseniy Buzyan (extern)" userId="S::arseniy.buzyan@edu.stockholm.se::f92a01cd-049f-4602-b292-09b82d2ea4e3" providerId="AD" clId="Web-{58900B8E-4F5B-A8CB-6C6B-C3C3EC8253ED}" dt="2026-08-16T18:58:58.819" v="1222" actId="1076"/>
          <ac:picMkLst>
            <pc:docMk/>
            <pc:sldMk cId="3322796639" sldId="276"/>
            <ac:picMk id="4" creationId="{40A62200-F688-1A7A-2594-1321EFF555D0}"/>
          </ac:picMkLst>
        </pc:picChg>
      </pc:sldChg>
      <pc:sldChg chg="addSp delSp modSp new mod setBg">
        <pc:chgData name="Arseniy Buzyan (extern)" userId="S::arseniy.buzyan@edu.stockholm.se::f92a01cd-049f-4602-b292-09b82d2ea4e3" providerId="AD" clId="Web-{58900B8E-4F5B-A8CB-6C6B-C3C3EC8253ED}" dt="2026-08-16T19:01:29.475" v="1245" actId="1076"/>
        <pc:sldMkLst>
          <pc:docMk/>
          <pc:sldMk cId="4179158823" sldId="277"/>
        </pc:sldMkLst>
        <pc:spChg chg="del">
          <ac:chgData name="Arseniy Buzyan (extern)" userId="S::arseniy.buzyan@edu.stockholm.se::f92a01cd-049f-4602-b292-09b82d2ea4e3" providerId="AD" clId="Web-{58900B8E-4F5B-A8CB-6C6B-C3C3EC8253ED}" dt="2026-08-16T19:00:21.616" v="1225"/>
          <ac:spMkLst>
            <pc:docMk/>
            <pc:sldMk cId="4179158823" sldId="277"/>
            <ac:spMk id="2" creationId="{26FB43DC-026A-B4D6-F06D-3F8E7525FA45}"/>
          </ac:spMkLst>
        </pc:spChg>
        <pc:spChg chg="del">
          <ac:chgData name="Arseniy Buzyan (extern)" userId="S::arseniy.buzyan@edu.stockholm.se::f92a01cd-049f-4602-b292-09b82d2ea4e3" providerId="AD" clId="Web-{58900B8E-4F5B-A8CB-6C6B-C3C3EC8253ED}" dt="2026-08-16T19:00:21.616" v="1224"/>
          <ac:spMkLst>
            <pc:docMk/>
            <pc:sldMk cId="4179158823" sldId="277"/>
            <ac:spMk id="3" creationId="{41707F06-24A8-59D2-C226-1F779619DE5F}"/>
          </ac:spMkLst>
        </pc:spChg>
        <pc:spChg chg="add">
          <ac:chgData name="Arseniy Buzyan (extern)" userId="S::arseniy.buzyan@edu.stockholm.se::f92a01cd-049f-4602-b292-09b82d2ea4e3" providerId="AD" clId="Web-{58900B8E-4F5B-A8CB-6C6B-C3C3EC8253ED}" dt="2026-08-16T19:00:27.585" v="1227"/>
          <ac:spMkLst>
            <pc:docMk/>
            <pc:sldMk cId="4179158823" sldId="277"/>
            <ac:spMk id="9" creationId="{32BC26D8-82FB-445E-AA49-62A77D7C1EE0}"/>
          </ac:spMkLst>
        </pc:spChg>
        <pc:spChg chg="add">
          <ac:chgData name="Arseniy Buzyan (extern)" userId="S::arseniy.buzyan@edu.stockholm.se::f92a01cd-049f-4602-b292-09b82d2ea4e3" providerId="AD" clId="Web-{58900B8E-4F5B-A8CB-6C6B-C3C3EC8253ED}" dt="2026-08-16T19:00:27.585" v="1227"/>
          <ac:spMkLst>
            <pc:docMk/>
            <pc:sldMk cId="4179158823" sldId="277"/>
            <ac:spMk id="11" creationId="{CB44330D-EA18-4254-AA95-EB49948539B8}"/>
          </ac:spMkLst>
        </pc:spChg>
        <pc:picChg chg="add mod modCrop">
          <ac:chgData name="Arseniy Buzyan (extern)" userId="S::arseniy.buzyan@edu.stockholm.se::f92a01cd-049f-4602-b292-09b82d2ea4e3" providerId="AD" clId="Web-{58900B8E-4F5B-A8CB-6C6B-C3C3EC8253ED}" dt="2026-08-16T19:01:29.475" v="1245" actId="1076"/>
          <ac:picMkLst>
            <pc:docMk/>
            <pc:sldMk cId="4179158823" sldId="277"/>
            <ac:picMk id="4" creationId="{AC6B5F93-BF98-C23F-E620-179871F9F5E0}"/>
          </ac:picMkLst>
        </pc:picChg>
      </pc:sldChg>
    </pc:docChg>
  </pc:docChgLst>
  <pc:docChgLst>
    <pc:chgData clId="Web-{58900B8E-4F5B-A8CB-6C6B-C3C3EC8253ED}"/>
    <pc:docChg chg="modSld">
      <pc:chgData name="" userId="" providerId="" clId="Web-{58900B8E-4F5B-A8CB-6C6B-C3C3EC8253ED}" dt="2026-08-16T16:52:58.665" v="0" actId="20577"/>
      <pc:docMkLst>
        <pc:docMk/>
      </pc:docMkLst>
      <pc:sldChg chg="modSp">
        <pc:chgData name="" userId="" providerId="" clId="Web-{58900B8E-4F5B-A8CB-6C6B-C3C3EC8253ED}" dt="2026-08-16T16:52:58.665" v="0" actId="20577"/>
        <pc:sldMkLst>
          <pc:docMk/>
          <pc:sldMk cId="3194377694" sldId="256"/>
        </pc:sldMkLst>
        <pc:spChg chg="mod">
          <ac:chgData name="" userId="" providerId="" clId="Web-{58900B8E-4F5B-A8CB-6C6B-C3C3EC8253ED}" dt="2026-08-16T16:52:58.665" v="0" actId="20577"/>
          <ac:spMkLst>
            <pc:docMk/>
            <pc:sldMk cId="3194377694" sldId="256"/>
            <ac:spMk id="2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044B73-EC70-4608-83C8-E763351DD70B}" type="doc">
      <dgm:prSet loTypeId="urn:microsoft.com/office/officeart/2018/2/layout/IconVerticalSolidList" loCatId="icon" qsTypeId="urn:microsoft.com/office/officeart/2005/8/quickstyle/simple1#18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234A46F4-76B3-4F16-B197-2782B120B2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Individuellt projekt + muntlig redovisning (max 10 min)</a:t>
          </a:r>
        </a:p>
      </dgm:t>
    </dgm:pt>
    <dgm:pt modelId="{5AAE6A2A-54AE-4DA5-9E16-2AD24A50F2D8}" type="parTrans" cxnId="{5FE584CE-3BD5-44C4-AC34-6F4DEC523158}">
      <dgm:prSet/>
      <dgm:spPr/>
      <dgm:t>
        <a:bodyPr/>
        <a:lstStyle/>
        <a:p>
          <a:endParaRPr lang="en-US"/>
        </a:p>
      </dgm:t>
    </dgm:pt>
    <dgm:pt modelId="{A7E5763E-9793-4306-97BB-235BEC31B9DA}" type="sibTrans" cxnId="{5FE584CE-3BD5-44C4-AC34-6F4DEC523158}">
      <dgm:prSet/>
      <dgm:spPr/>
      <dgm:t>
        <a:bodyPr/>
        <a:lstStyle/>
        <a:p>
          <a:endParaRPr lang="en-US"/>
        </a:p>
      </dgm:t>
    </dgm:pt>
    <dgm:pt modelId="{5EF6AD3A-D576-4599-A0D8-D97585FC1A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G-krav (3 obligatoriska filer):</a:t>
          </a:r>
        </a:p>
      </dgm:t>
    </dgm:pt>
    <dgm:pt modelId="{F94F51FF-41D0-48F5-BC22-51AACFF1DCAA}" type="parTrans" cxnId="{144A35B4-1F03-4990-A206-F5649199507C}">
      <dgm:prSet/>
      <dgm:spPr/>
      <dgm:t>
        <a:bodyPr/>
        <a:lstStyle/>
        <a:p>
          <a:endParaRPr lang="en-US"/>
        </a:p>
      </dgm:t>
    </dgm:pt>
    <dgm:pt modelId="{DE585133-900C-4B9A-863C-19A64165CCA9}" type="sibTrans" cxnId="{144A35B4-1F03-4990-A206-F5649199507C}">
      <dgm:prSet/>
      <dgm:spPr/>
      <dgm:t>
        <a:bodyPr/>
        <a:lstStyle/>
        <a:p>
          <a:endParaRPr lang="en-US"/>
        </a:p>
      </dgm:t>
    </dgm:pt>
    <dgm:pt modelId="{AA8E10B9-BD66-4311-B08C-A11007E6B4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PowerShell-skript (.ps1)    Fungerande skript med parametrar och felhantering</a:t>
          </a:r>
        </a:p>
      </dgm:t>
    </dgm:pt>
    <dgm:pt modelId="{F5FF1F67-B4D9-4DB4-A121-288F84D97F95}" type="parTrans" cxnId="{F5E30C83-9157-4F8C-A97C-E204E3286BE1}">
      <dgm:prSet/>
      <dgm:spPr/>
      <dgm:t>
        <a:bodyPr/>
        <a:lstStyle/>
        <a:p>
          <a:endParaRPr lang="en-US"/>
        </a:p>
      </dgm:t>
    </dgm:pt>
    <dgm:pt modelId="{6B95A5A8-CD6D-444A-A66F-6753858E4D8D}" type="sibTrans" cxnId="{F5E30C83-9157-4F8C-A97C-E204E3286BE1}">
      <dgm:prSet/>
      <dgm:spPr/>
      <dgm:t>
        <a:bodyPr/>
        <a:lstStyle/>
        <a:p>
          <a:endParaRPr lang="en-US"/>
        </a:p>
      </dgm:t>
    </dgm:pt>
    <dgm:pt modelId="{E33EB6C3-D9C2-4DEA-9F05-ADB378C4B7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Terraform-konfiguration (.tf)    Fungerande HCL-kod med variabler och outputs</a:t>
          </a:r>
        </a:p>
      </dgm:t>
    </dgm:pt>
    <dgm:pt modelId="{A2435D76-AB5C-4373-B146-D01B89708786}" type="parTrans" cxnId="{45CE3D42-312D-45B2-8AC3-AFBEFB0762E1}">
      <dgm:prSet/>
      <dgm:spPr/>
      <dgm:t>
        <a:bodyPr/>
        <a:lstStyle/>
        <a:p>
          <a:endParaRPr lang="en-US"/>
        </a:p>
      </dgm:t>
    </dgm:pt>
    <dgm:pt modelId="{C2E0EBF3-0CB9-4498-8535-78BD05E8F966}" type="sibTrans" cxnId="{45CE3D42-312D-45B2-8AC3-AFBEFB0762E1}">
      <dgm:prSet/>
      <dgm:spPr/>
      <dgm:t>
        <a:bodyPr/>
        <a:lstStyle/>
        <a:p>
          <a:endParaRPr lang="en-US"/>
        </a:p>
      </dgm:t>
    </dgm:pt>
    <dgm:pt modelId="{6D2AB345-5DCE-4ABD-B7B8-50DFCC6253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README (.md)    Mål, metod, resultat, reflektion + GitHub-länk, 5+ commits</a:t>
          </a:r>
        </a:p>
      </dgm:t>
    </dgm:pt>
    <dgm:pt modelId="{597FF4F6-F2F0-4A1A-9611-D6BFE144A134}" type="parTrans" cxnId="{E92681B9-0B73-422A-B35A-994EF5B3AE41}">
      <dgm:prSet/>
      <dgm:spPr/>
      <dgm:t>
        <a:bodyPr/>
        <a:lstStyle/>
        <a:p>
          <a:endParaRPr lang="en-US"/>
        </a:p>
      </dgm:t>
    </dgm:pt>
    <dgm:pt modelId="{735E25EB-CB5E-4A12-8BD5-0B77CC719F57}" type="sibTrans" cxnId="{E92681B9-0B73-422A-B35A-994EF5B3AE41}">
      <dgm:prSet/>
      <dgm:spPr/>
      <dgm:t>
        <a:bodyPr/>
        <a:lstStyle/>
        <a:p>
          <a:endParaRPr lang="en-US"/>
        </a:p>
      </dgm:t>
    </dgm:pt>
    <dgm:pt modelId="{6407417F-7949-41CA-8407-57B567E5FB28}" type="pres">
      <dgm:prSet presAssocID="{AD044B73-EC70-4608-83C8-E763351DD70B}" presName="root" presStyleCnt="0">
        <dgm:presLayoutVars>
          <dgm:dir/>
          <dgm:resizeHandles val="exact"/>
        </dgm:presLayoutVars>
      </dgm:prSet>
      <dgm:spPr/>
    </dgm:pt>
    <dgm:pt modelId="{74D0FF20-CF50-47AB-81A7-F8918A937A18}" type="pres">
      <dgm:prSet presAssocID="{234A46F4-76B3-4F16-B197-2782B120B27B}" presName="compNode" presStyleCnt="0"/>
      <dgm:spPr/>
    </dgm:pt>
    <dgm:pt modelId="{DB0AC0F4-2AA6-4FDB-B83C-8FAB0D9764A3}" type="pres">
      <dgm:prSet presAssocID="{234A46F4-76B3-4F16-B197-2782B120B27B}" presName="bgRect" presStyleLbl="bgShp" presStyleIdx="0" presStyleCnt="5"/>
      <dgm:spPr/>
    </dgm:pt>
    <dgm:pt modelId="{D766E1FC-C7AF-4144-B104-AA98E9B0F1EA}" type="pres">
      <dgm:prSet presAssocID="{234A46F4-76B3-4F16-B197-2782B120B27B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t"/>
        </a:ext>
      </dgm:extLst>
    </dgm:pt>
    <dgm:pt modelId="{05774806-AF96-4BF1-9D1D-49B7ECF7FAE9}" type="pres">
      <dgm:prSet presAssocID="{234A46F4-76B3-4F16-B197-2782B120B27B}" presName="spaceRect" presStyleCnt="0"/>
      <dgm:spPr/>
    </dgm:pt>
    <dgm:pt modelId="{80315228-8D75-4525-AB13-F470C2FBEEA6}" type="pres">
      <dgm:prSet presAssocID="{234A46F4-76B3-4F16-B197-2782B120B27B}" presName="parTx" presStyleLbl="revTx" presStyleIdx="0" presStyleCnt="5">
        <dgm:presLayoutVars>
          <dgm:chMax val="0"/>
          <dgm:chPref val="0"/>
        </dgm:presLayoutVars>
      </dgm:prSet>
      <dgm:spPr/>
    </dgm:pt>
    <dgm:pt modelId="{C9C6633D-2C01-4CD0-B541-1FC99B538930}" type="pres">
      <dgm:prSet presAssocID="{A7E5763E-9793-4306-97BB-235BEC31B9DA}" presName="sibTrans" presStyleCnt="0"/>
      <dgm:spPr/>
    </dgm:pt>
    <dgm:pt modelId="{3168A34B-4925-447B-97C2-D4BAF91B1AFD}" type="pres">
      <dgm:prSet presAssocID="{5EF6AD3A-D576-4599-A0D8-D97585FC1ABC}" presName="compNode" presStyleCnt="0"/>
      <dgm:spPr/>
    </dgm:pt>
    <dgm:pt modelId="{9B5911F0-B346-48FD-8E30-A8E1639FA4E4}" type="pres">
      <dgm:prSet presAssocID="{5EF6AD3A-D576-4599-A0D8-D97585FC1ABC}" presName="bgRect" presStyleLbl="bgShp" presStyleIdx="1" presStyleCnt="5"/>
      <dgm:spPr/>
    </dgm:pt>
    <dgm:pt modelId="{91F20114-ABB7-47D5-BEA9-192C1F63BB00}" type="pres">
      <dgm:prSet presAssocID="{5EF6AD3A-D576-4599-A0D8-D97585FC1ABC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DDB1FEE9-FA2B-4AF1-93FF-07E69E075EEF}" type="pres">
      <dgm:prSet presAssocID="{5EF6AD3A-D576-4599-A0D8-D97585FC1ABC}" presName="spaceRect" presStyleCnt="0"/>
      <dgm:spPr/>
    </dgm:pt>
    <dgm:pt modelId="{9C17966B-67E8-4223-B31A-57B0FB80FDAC}" type="pres">
      <dgm:prSet presAssocID="{5EF6AD3A-D576-4599-A0D8-D97585FC1ABC}" presName="parTx" presStyleLbl="revTx" presStyleIdx="1" presStyleCnt="5">
        <dgm:presLayoutVars>
          <dgm:chMax val="0"/>
          <dgm:chPref val="0"/>
        </dgm:presLayoutVars>
      </dgm:prSet>
      <dgm:spPr/>
    </dgm:pt>
    <dgm:pt modelId="{20E24011-6C0C-497B-AAEE-5908B2B7250A}" type="pres">
      <dgm:prSet presAssocID="{DE585133-900C-4B9A-863C-19A64165CCA9}" presName="sibTrans" presStyleCnt="0"/>
      <dgm:spPr/>
    </dgm:pt>
    <dgm:pt modelId="{E97C1D6D-5FBF-4F5B-B346-8B860F5B110E}" type="pres">
      <dgm:prSet presAssocID="{AA8E10B9-BD66-4311-B08C-A11007E6B4DC}" presName="compNode" presStyleCnt="0"/>
      <dgm:spPr/>
    </dgm:pt>
    <dgm:pt modelId="{196CE70D-7734-48FF-88E5-932C44CABA36}" type="pres">
      <dgm:prSet presAssocID="{AA8E10B9-BD66-4311-B08C-A11007E6B4DC}" presName="bgRect" presStyleLbl="bgShp" presStyleIdx="2" presStyleCnt="5"/>
      <dgm:spPr/>
    </dgm:pt>
    <dgm:pt modelId="{58B90376-B19F-4863-9A30-85F7ECB88F50}" type="pres">
      <dgm:prSet presAssocID="{AA8E10B9-BD66-4311-B08C-A11007E6B4DC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kument"/>
        </a:ext>
      </dgm:extLst>
    </dgm:pt>
    <dgm:pt modelId="{33F80F9A-8D32-40A9-AB50-61997A2CBC8E}" type="pres">
      <dgm:prSet presAssocID="{AA8E10B9-BD66-4311-B08C-A11007E6B4DC}" presName="spaceRect" presStyleCnt="0"/>
      <dgm:spPr/>
    </dgm:pt>
    <dgm:pt modelId="{43B19692-D852-4144-822D-78F006E43CB8}" type="pres">
      <dgm:prSet presAssocID="{AA8E10B9-BD66-4311-B08C-A11007E6B4DC}" presName="parTx" presStyleLbl="revTx" presStyleIdx="2" presStyleCnt="5">
        <dgm:presLayoutVars>
          <dgm:chMax val="0"/>
          <dgm:chPref val="0"/>
        </dgm:presLayoutVars>
      </dgm:prSet>
      <dgm:spPr/>
    </dgm:pt>
    <dgm:pt modelId="{E0AAB025-FE28-429C-AFC5-86EF67F3C163}" type="pres">
      <dgm:prSet presAssocID="{6B95A5A8-CD6D-444A-A66F-6753858E4D8D}" presName="sibTrans" presStyleCnt="0"/>
      <dgm:spPr/>
    </dgm:pt>
    <dgm:pt modelId="{89F6379A-B2AF-4E49-8274-A100ACAE1F7E}" type="pres">
      <dgm:prSet presAssocID="{E33EB6C3-D9C2-4DEA-9F05-ADB378C4B70E}" presName="compNode" presStyleCnt="0"/>
      <dgm:spPr/>
    </dgm:pt>
    <dgm:pt modelId="{6361F4EA-ABEA-4209-9748-9B7685CDEB19}" type="pres">
      <dgm:prSet presAssocID="{E33EB6C3-D9C2-4DEA-9F05-ADB378C4B70E}" presName="bgRect" presStyleLbl="bgShp" presStyleIdx="3" presStyleCnt="5"/>
      <dgm:spPr/>
    </dgm:pt>
    <dgm:pt modelId="{261FB665-494A-4E51-BBCC-82027BE86928}" type="pres">
      <dgm:prSet presAssocID="{E33EB6C3-D9C2-4DEA-9F05-ADB378C4B70E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ödesschema"/>
        </a:ext>
      </dgm:extLst>
    </dgm:pt>
    <dgm:pt modelId="{88D8D2F1-D17E-4581-856A-5EEFD4A440FD}" type="pres">
      <dgm:prSet presAssocID="{E33EB6C3-D9C2-4DEA-9F05-ADB378C4B70E}" presName="spaceRect" presStyleCnt="0"/>
      <dgm:spPr/>
    </dgm:pt>
    <dgm:pt modelId="{7AC6273B-1D08-4539-9A46-AC14C9830AE0}" type="pres">
      <dgm:prSet presAssocID="{E33EB6C3-D9C2-4DEA-9F05-ADB378C4B70E}" presName="parTx" presStyleLbl="revTx" presStyleIdx="3" presStyleCnt="5">
        <dgm:presLayoutVars>
          <dgm:chMax val="0"/>
          <dgm:chPref val="0"/>
        </dgm:presLayoutVars>
      </dgm:prSet>
      <dgm:spPr/>
    </dgm:pt>
    <dgm:pt modelId="{1B67D08D-AC20-4034-9BA6-164A34990472}" type="pres">
      <dgm:prSet presAssocID="{C2E0EBF3-0CB9-4498-8535-78BD05E8F966}" presName="sibTrans" presStyleCnt="0"/>
      <dgm:spPr/>
    </dgm:pt>
    <dgm:pt modelId="{E0D966D5-2520-4684-A1F4-D22CF2E82F34}" type="pres">
      <dgm:prSet presAssocID="{6D2AB345-5DCE-4ABD-B7B8-50DFCC6253E5}" presName="compNode" presStyleCnt="0"/>
      <dgm:spPr/>
    </dgm:pt>
    <dgm:pt modelId="{FE6AEAE0-B944-4BB0-B00C-D3CFD164F447}" type="pres">
      <dgm:prSet presAssocID="{6D2AB345-5DCE-4ABD-B7B8-50DFCC6253E5}" presName="bgRect" presStyleLbl="bgShp" presStyleIdx="4" presStyleCnt="5"/>
      <dgm:spPr/>
    </dgm:pt>
    <dgm:pt modelId="{0BD0CF89-5BC7-40D9-AEDF-E24AC129E36C}" type="pres">
      <dgm:prSet presAssocID="{6D2AB345-5DCE-4ABD-B7B8-50DFCC6253E5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kumentförstörare"/>
        </a:ext>
      </dgm:extLst>
    </dgm:pt>
    <dgm:pt modelId="{487ADFCE-5301-40CE-AF75-715521996A97}" type="pres">
      <dgm:prSet presAssocID="{6D2AB345-5DCE-4ABD-B7B8-50DFCC6253E5}" presName="spaceRect" presStyleCnt="0"/>
      <dgm:spPr/>
    </dgm:pt>
    <dgm:pt modelId="{4414CC47-EC30-4E78-808B-17A25F958C79}" type="pres">
      <dgm:prSet presAssocID="{6D2AB345-5DCE-4ABD-B7B8-50DFCC6253E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5D17F0E-98B8-446D-A25C-AA098488DD5E}" type="presOf" srcId="{AD044B73-EC70-4608-83C8-E763351DD70B}" destId="{6407417F-7949-41CA-8407-57B567E5FB28}" srcOrd="0" destOrd="0" presId="urn:microsoft.com/office/officeart/2018/2/layout/IconVerticalSolidList"/>
    <dgm:cxn modelId="{30E45C15-3B6C-4F6D-A24B-008174CBECA9}" type="presOf" srcId="{234A46F4-76B3-4F16-B197-2782B120B27B}" destId="{80315228-8D75-4525-AB13-F470C2FBEEA6}" srcOrd="0" destOrd="0" presId="urn:microsoft.com/office/officeart/2018/2/layout/IconVerticalSolidList"/>
    <dgm:cxn modelId="{1375A01F-620D-4988-BE33-65CF3FF8FE0D}" type="presOf" srcId="{AA8E10B9-BD66-4311-B08C-A11007E6B4DC}" destId="{43B19692-D852-4144-822D-78F006E43CB8}" srcOrd="0" destOrd="0" presId="urn:microsoft.com/office/officeart/2018/2/layout/IconVerticalSolidList"/>
    <dgm:cxn modelId="{45CE3D42-312D-45B2-8AC3-AFBEFB0762E1}" srcId="{AD044B73-EC70-4608-83C8-E763351DD70B}" destId="{E33EB6C3-D9C2-4DEA-9F05-ADB378C4B70E}" srcOrd="3" destOrd="0" parTransId="{A2435D76-AB5C-4373-B146-D01B89708786}" sibTransId="{C2E0EBF3-0CB9-4498-8535-78BD05E8F966}"/>
    <dgm:cxn modelId="{25049D69-52FF-4400-8550-ED89EA9D4074}" type="presOf" srcId="{5EF6AD3A-D576-4599-A0D8-D97585FC1ABC}" destId="{9C17966B-67E8-4223-B31A-57B0FB80FDAC}" srcOrd="0" destOrd="0" presId="urn:microsoft.com/office/officeart/2018/2/layout/IconVerticalSolidList"/>
    <dgm:cxn modelId="{F5E30C83-9157-4F8C-A97C-E204E3286BE1}" srcId="{AD044B73-EC70-4608-83C8-E763351DD70B}" destId="{AA8E10B9-BD66-4311-B08C-A11007E6B4DC}" srcOrd="2" destOrd="0" parTransId="{F5FF1F67-B4D9-4DB4-A121-288F84D97F95}" sibTransId="{6B95A5A8-CD6D-444A-A66F-6753858E4D8D}"/>
    <dgm:cxn modelId="{144A35B4-1F03-4990-A206-F5649199507C}" srcId="{AD044B73-EC70-4608-83C8-E763351DD70B}" destId="{5EF6AD3A-D576-4599-A0D8-D97585FC1ABC}" srcOrd="1" destOrd="0" parTransId="{F94F51FF-41D0-48F5-BC22-51AACFF1DCAA}" sibTransId="{DE585133-900C-4B9A-863C-19A64165CCA9}"/>
    <dgm:cxn modelId="{E92681B9-0B73-422A-B35A-994EF5B3AE41}" srcId="{AD044B73-EC70-4608-83C8-E763351DD70B}" destId="{6D2AB345-5DCE-4ABD-B7B8-50DFCC6253E5}" srcOrd="4" destOrd="0" parTransId="{597FF4F6-F2F0-4A1A-9611-D6BFE144A134}" sibTransId="{735E25EB-CB5E-4A12-8BD5-0B77CC719F57}"/>
    <dgm:cxn modelId="{AE30E8BA-2328-405D-B6DC-642AF40FDFC5}" type="presOf" srcId="{E33EB6C3-D9C2-4DEA-9F05-ADB378C4B70E}" destId="{7AC6273B-1D08-4539-9A46-AC14C9830AE0}" srcOrd="0" destOrd="0" presId="urn:microsoft.com/office/officeart/2018/2/layout/IconVerticalSolidList"/>
    <dgm:cxn modelId="{5FE584CE-3BD5-44C4-AC34-6F4DEC523158}" srcId="{AD044B73-EC70-4608-83C8-E763351DD70B}" destId="{234A46F4-76B3-4F16-B197-2782B120B27B}" srcOrd="0" destOrd="0" parTransId="{5AAE6A2A-54AE-4DA5-9E16-2AD24A50F2D8}" sibTransId="{A7E5763E-9793-4306-97BB-235BEC31B9DA}"/>
    <dgm:cxn modelId="{6C8C7EDE-627B-4088-8EA4-F120C69EED14}" type="presOf" srcId="{6D2AB345-5DCE-4ABD-B7B8-50DFCC6253E5}" destId="{4414CC47-EC30-4E78-808B-17A25F958C79}" srcOrd="0" destOrd="0" presId="urn:microsoft.com/office/officeart/2018/2/layout/IconVerticalSolidList"/>
    <dgm:cxn modelId="{15C79AAC-64C4-4407-BB44-996FEA6C2F52}" type="presParOf" srcId="{6407417F-7949-41CA-8407-57B567E5FB28}" destId="{74D0FF20-CF50-47AB-81A7-F8918A937A18}" srcOrd="0" destOrd="0" presId="urn:microsoft.com/office/officeart/2018/2/layout/IconVerticalSolidList"/>
    <dgm:cxn modelId="{A445BAF7-42D5-44D1-8DEA-1E840113D836}" type="presParOf" srcId="{74D0FF20-CF50-47AB-81A7-F8918A937A18}" destId="{DB0AC0F4-2AA6-4FDB-B83C-8FAB0D9764A3}" srcOrd="0" destOrd="0" presId="urn:microsoft.com/office/officeart/2018/2/layout/IconVerticalSolidList"/>
    <dgm:cxn modelId="{B3201DD2-AFBF-42D4-8E9D-5451858AA179}" type="presParOf" srcId="{74D0FF20-CF50-47AB-81A7-F8918A937A18}" destId="{D766E1FC-C7AF-4144-B104-AA98E9B0F1EA}" srcOrd="1" destOrd="0" presId="urn:microsoft.com/office/officeart/2018/2/layout/IconVerticalSolidList"/>
    <dgm:cxn modelId="{6AB3E830-4F05-4C32-84D6-9FBC805D12B5}" type="presParOf" srcId="{74D0FF20-CF50-47AB-81A7-F8918A937A18}" destId="{05774806-AF96-4BF1-9D1D-49B7ECF7FAE9}" srcOrd="2" destOrd="0" presId="urn:microsoft.com/office/officeart/2018/2/layout/IconVerticalSolidList"/>
    <dgm:cxn modelId="{6FB7EDD4-29BC-49B1-9CB3-84CE73A2BE09}" type="presParOf" srcId="{74D0FF20-CF50-47AB-81A7-F8918A937A18}" destId="{80315228-8D75-4525-AB13-F470C2FBEEA6}" srcOrd="3" destOrd="0" presId="urn:microsoft.com/office/officeart/2018/2/layout/IconVerticalSolidList"/>
    <dgm:cxn modelId="{88DE9EF7-89E2-4741-9966-F968D4D1F752}" type="presParOf" srcId="{6407417F-7949-41CA-8407-57B567E5FB28}" destId="{C9C6633D-2C01-4CD0-B541-1FC99B538930}" srcOrd="1" destOrd="0" presId="urn:microsoft.com/office/officeart/2018/2/layout/IconVerticalSolidList"/>
    <dgm:cxn modelId="{4E039903-38BA-4305-BC23-6D4B276A956F}" type="presParOf" srcId="{6407417F-7949-41CA-8407-57B567E5FB28}" destId="{3168A34B-4925-447B-97C2-D4BAF91B1AFD}" srcOrd="2" destOrd="0" presId="urn:microsoft.com/office/officeart/2018/2/layout/IconVerticalSolidList"/>
    <dgm:cxn modelId="{051ABA5D-16F4-4D84-BC55-B21219A6C3AB}" type="presParOf" srcId="{3168A34B-4925-447B-97C2-D4BAF91B1AFD}" destId="{9B5911F0-B346-48FD-8E30-A8E1639FA4E4}" srcOrd="0" destOrd="0" presId="urn:microsoft.com/office/officeart/2018/2/layout/IconVerticalSolidList"/>
    <dgm:cxn modelId="{99736EDF-6B09-4A14-88B6-C827A872D002}" type="presParOf" srcId="{3168A34B-4925-447B-97C2-D4BAF91B1AFD}" destId="{91F20114-ABB7-47D5-BEA9-192C1F63BB00}" srcOrd="1" destOrd="0" presId="urn:microsoft.com/office/officeart/2018/2/layout/IconVerticalSolidList"/>
    <dgm:cxn modelId="{DE1208A0-5DFA-4499-85B3-7B732273AFDC}" type="presParOf" srcId="{3168A34B-4925-447B-97C2-D4BAF91B1AFD}" destId="{DDB1FEE9-FA2B-4AF1-93FF-07E69E075EEF}" srcOrd="2" destOrd="0" presId="urn:microsoft.com/office/officeart/2018/2/layout/IconVerticalSolidList"/>
    <dgm:cxn modelId="{44ED2DE1-23E4-4441-BDA1-A8A07BC1A425}" type="presParOf" srcId="{3168A34B-4925-447B-97C2-D4BAF91B1AFD}" destId="{9C17966B-67E8-4223-B31A-57B0FB80FDAC}" srcOrd="3" destOrd="0" presId="urn:microsoft.com/office/officeart/2018/2/layout/IconVerticalSolidList"/>
    <dgm:cxn modelId="{59D825CF-A08A-46FE-A20B-95DA82814B1F}" type="presParOf" srcId="{6407417F-7949-41CA-8407-57B567E5FB28}" destId="{20E24011-6C0C-497B-AAEE-5908B2B7250A}" srcOrd="3" destOrd="0" presId="urn:microsoft.com/office/officeart/2018/2/layout/IconVerticalSolidList"/>
    <dgm:cxn modelId="{F89699C0-327C-440E-9404-262EED98C5BF}" type="presParOf" srcId="{6407417F-7949-41CA-8407-57B567E5FB28}" destId="{E97C1D6D-5FBF-4F5B-B346-8B860F5B110E}" srcOrd="4" destOrd="0" presId="urn:microsoft.com/office/officeart/2018/2/layout/IconVerticalSolidList"/>
    <dgm:cxn modelId="{F943B953-6524-44C3-9664-A6D959591452}" type="presParOf" srcId="{E97C1D6D-5FBF-4F5B-B346-8B860F5B110E}" destId="{196CE70D-7734-48FF-88E5-932C44CABA36}" srcOrd="0" destOrd="0" presId="urn:microsoft.com/office/officeart/2018/2/layout/IconVerticalSolidList"/>
    <dgm:cxn modelId="{25578124-44AA-4348-81D5-FD6EA007C5C9}" type="presParOf" srcId="{E97C1D6D-5FBF-4F5B-B346-8B860F5B110E}" destId="{58B90376-B19F-4863-9A30-85F7ECB88F50}" srcOrd="1" destOrd="0" presId="urn:microsoft.com/office/officeart/2018/2/layout/IconVerticalSolidList"/>
    <dgm:cxn modelId="{CC61E2B3-0B8D-40E6-A645-71A6E465C103}" type="presParOf" srcId="{E97C1D6D-5FBF-4F5B-B346-8B860F5B110E}" destId="{33F80F9A-8D32-40A9-AB50-61997A2CBC8E}" srcOrd="2" destOrd="0" presId="urn:microsoft.com/office/officeart/2018/2/layout/IconVerticalSolidList"/>
    <dgm:cxn modelId="{D3A8F161-869C-473E-BEF3-8C92AA8B9C47}" type="presParOf" srcId="{E97C1D6D-5FBF-4F5B-B346-8B860F5B110E}" destId="{43B19692-D852-4144-822D-78F006E43CB8}" srcOrd="3" destOrd="0" presId="urn:microsoft.com/office/officeart/2018/2/layout/IconVerticalSolidList"/>
    <dgm:cxn modelId="{05F1203A-053A-4AC1-AED5-E20327401EE6}" type="presParOf" srcId="{6407417F-7949-41CA-8407-57B567E5FB28}" destId="{E0AAB025-FE28-429C-AFC5-86EF67F3C163}" srcOrd="5" destOrd="0" presId="urn:microsoft.com/office/officeart/2018/2/layout/IconVerticalSolidList"/>
    <dgm:cxn modelId="{BB747B50-1840-4590-B2AD-8EFEB2605914}" type="presParOf" srcId="{6407417F-7949-41CA-8407-57B567E5FB28}" destId="{89F6379A-B2AF-4E49-8274-A100ACAE1F7E}" srcOrd="6" destOrd="0" presId="urn:microsoft.com/office/officeart/2018/2/layout/IconVerticalSolidList"/>
    <dgm:cxn modelId="{97FACC0F-28E8-4207-AF5B-A3F5D68C2916}" type="presParOf" srcId="{89F6379A-B2AF-4E49-8274-A100ACAE1F7E}" destId="{6361F4EA-ABEA-4209-9748-9B7685CDEB19}" srcOrd="0" destOrd="0" presId="urn:microsoft.com/office/officeart/2018/2/layout/IconVerticalSolidList"/>
    <dgm:cxn modelId="{9E5629D2-0B75-4B58-886B-89542EF4DD1C}" type="presParOf" srcId="{89F6379A-B2AF-4E49-8274-A100ACAE1F7E}" destId="{261FB665-494A-4E51-BBCC-82027BE86928}" srcOrd="1" destOrd="0" presId="urn:microsoft.com/office/officeart/2018/2/layout/IconVerticalSolidList"/>
    <dgm:cxn modelId="{2A760404-E032-40AD-9929-5223C0ECA3E2}" type="presParOf" srcId="{89F6379A-B2AF-4E49-8274-A100ACAE1F7E}" destId="{88D8D2F1-D17E-4581-856A-5EEFD4A440FD}" srcOrd="2" destOrd="0" presId="urn:microsoft.com/office/officeart/2018/2/layout/IconVerticalSolidList"/>
    <dgm:cxn modelId="{4F6E348B-8BE0-48FA-B1FC-430B973C5C15}" type="presParOf" srcId="{89F6379A-B2AF-4E49-8274-A100ACAE1F7E}" destId="{7AC6273B-1D08-4539-9A46-AC14C9830AE0}" srcOrd="3" destOrd="0" presId="urn:microsoft.com/office/officeart/2018/2/layout/IconVerticalSolidList"/>
    <dgm:cxn modelId="{FC4DA910-DBE0-498A-B984-C0E9FF338856}" type="presParOf" srcId="{6407417F-7949-41CA-8407-57B567E5FB28}" destId="{1B67D08D-AC20-4034-9BA6-164A34990472}" srcOrd="7" destOrd="0" presId="urn:microsoft.com/office/officeart/2018/2/layout/IconVerticalSolidList"/>
    <dgm:cxn modelId="{C8396766-33E5-4901-BE28-DDE6510AECE9}" type="presParOf" srcId="{6407417F-7949-41CA-8407-57B567E5FB28}" destId="{E0D966D5-2520-4684-A1F4-D22CF2E82F34}" srcOrd="8" destOrd="0" presId="urn:microsoft.com/office/officeart/2018/2/layout/IconVerticalSolidList"/>
    <dgm:cxn modelId="{30AA15F5-30CC-47EE-B072-93498ADFA3C7}" type="presParOf" srcId="{E0D966D5-2520-4684-A1F4-D22CF2E82F34}" destId="{FE6AEAE0-B944-4BB0-B00C-D3CFD164F447}" srcOrd="0" destOrd="0" presId="urn:microsoft.com/office/officeart/2018/2/layout/IconVerticalSolidList"/>
    <dgm:cxn modelId="{F5A424BB-5917-40CA-BAB9-E1A7FAFE5DE7}" type="presParOf" srcId="{E0D966D5-2520-4684-A1F4-D22CF2E82F34}" destId="{0BD0CF89-5BC7-40D9-AEDF-E24AC129E36C}" srcOrd="1" destOrd="0" presId="urn:microsoft.com/office/officeart/2018/2/layout/IconVerticalSolidList"/>
    <dgm:cxn modelId="{6C4CD169-E7E0-49CE-8072-2CA49113332F}" type="presParOf" srcId="{E0D966D5-2520-4684-A1F4-D22CF2E82F34}" destId="{487ADFCE-5301-40CE-AF75-715521996A97}" srcOrd="2" destOrd="0" presId="urn:microsoft.com/office/officeart/2018/2/layout/IconVerticalSolidList"/>
    <dgm:cxn modelId="{28D4D700-C423-428C-97FF-B93A7DF5E7EA}" type="presParOf" srcId="{E0D966D5-2520-4684-A1F4-D22CF2E82F34}" destId="{4414CC47-EC30-4E78-808B-17A25F958C7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0AC0F4-2AA6-4FDB-B83C-8FAB0D9764A3}">
      <dsp:nvSpPr>
        <dsp:cNvPr id="0" name=""/>
        <dsp:cNvSpPr/>
      </dsp:nvSpPr>
      <dsp:spPr>
        <a:xfrm>
          <a:off x="0" y="5144"/>
          <a:ext cx="8117063" cy="10958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66E1FC-C7AF-4144-B104-AA98E9B0F1EA}">
      <dsp:nvSpPr>
        <dsp:cNvPr id="0" name=""/>
        <dsp:cNvSpPr/>
      </dsp:nvSpPr>
      <dsp:spPr>
        <a:xfrm>
          <a:off x="331497" y="251713"/>
          <a:ext cx="602723" cy="6027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315228-8D75-4525-AB13-F470C2FBEEA6}">
      <dsp:nvSpPr>
        <dsp:cNvPr id="0" name=""/>
        <dsp:cNvSpPr/>
      </dsp:nvSpPr>
      <dsp:spPr>
        <a:xfrm>
          <a:off x="1265719" y="5144"/>
          <a:ext cx="6851343" cy="1095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979" tIns="115979" rIns="115979" bIns="11597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Individuellt projekt + muntlig redovisning (max 10 min)</a:t>
          </a:r>
        </a:p>
      </dsp:txBody>
      <dsp:txXfrm>
        <a:off x="1265719" y="5144"/>
        <a:ext cx="6851343" cy="1095860"/>
      </dsp:txXfrm>
    </dsp:sp>
    <dsp:sp modelId="{9B5911F0-B346-48FD-8E30-A8E1639FA4E4}">
      <dsp:nvSpPr>
        <dsp:cNvPr id="0" name=""/>
        <dsp:cNvSpPr/>
      </dsp:nvSpPr>
      <dsp:spPr>
        <a:xfrm>
          <a:off x="0" y="1374970"/>
          <a:ext cx="8117063" cy="10958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F20114-ABB7-47D5-BEA9-192C1F63BB00}">
      <dsp:nvSpPr>
        <dsp:cNvPr id="0" name=""/>
        <dsp:cNvSpPr/>
      </dsp:nvSpPr>
      <dsp:spPr>
        <a:xfrm>
          <a:off x="331497" y="1621539"/>
          <a:ext cx="602723" cy="6027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17966B-67E8-4223-B31A-57B0FB80FDAC}">
      <dsp:nvSpPr>
        <dsp:cNvPr id="0" name=""/>
        <dsp:cNvSpPr/>
      </dsp:nvSpPr>
      <dsp:spPr>
        <a:xfrm>
          <a:off x="1265719" y="1374970"/>
          <a:ext cx="6851343" cy="1095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979" tIns="115979" rIns="115979" bIns="11597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G-krav (3 obligatoriska filer):</a:t>
          </a:r>
        </a:p>
      </dsp:txBody>
      <dsp:txXfrm>
        <a:off x="1265719" y="1374970"/>
        <a:ext cx="6851343" cy="1095860"/>
      </dsp:txXfrm>
    </dsp:sp>
    <dsp:sp modelId="{196CE70D-7734-48FF-88E5-932C44CABA36}">
      <dsp:nvSpPr>
        <dsp:cNvPr id="0" name=""/>
        <dsp:cNvSpPr/>
      </dsp:nvSpPr>
      <dsp:spPr>
        <a:xfrm>
          <a:off x="0" y="2744796"/>
          <a:ext cx="8117063" cy="10958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B90376-B19F-4863-9A30-85F7ECB88F50}">
      <dsp:nvSpPr>
        <dsp:cNvPr id="0" name=""/>
        <dsp:cNvSpPr/>
      </dsp:nvSpPr>
      <dsp:spPr>
        <a:xfrm>
          <a:off x="331497" y="2991365"/>
          <a:ext cx="602723" cy="6027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B19692-D852-4144-822D-78F006E43CB8}">
      <dsp:nvSpPr>
        <dsp:cNvPr id="0" name=""/>
        <dsp:cNvSpPr/>
      </dsp:nvSpPr>
      <dsp:spPr>
        <a:xfrm>
          <a:off x="1265719" y="2744796"/>
          <a:ext cx="6851343" cy="1095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979" tIns="115979" rIns="115979" bIns="11597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PowerShell-skript (.ps1)    Fungerande skript med parametrar och felhantering</a:t>
          </a:r>
        </a:p>
      </dsp:txBody>
      <dsp:txXfrm>
        <a:off x="1265719" y="2744796"/>
        <a:ext cx="6851343" cy="1095860"/>
      </dsp:txXfrm>
    </dsp:sp>
    <dsp:sp modelId="{6361F4EA-ABEA-4209-9748-9B7685CDEB19}">
      <dsp:nvSpPr>
        <dsp:cNvPr id="0" name=""/>
        <dsp:cNvSpPr/>
      </dsp:nvSpPr>
      <dsp:spPr>
        <a:xfrm>
          <a:off x="0" y="4114622"/>
          <a:ext cx="8117063" cy="10958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1FB665-494A-4E51-BBCC-82027BE86928}">
      <dsp:nvSpPr>
        <dsp:cNvPr id="0" name=""/>
        <dsp:cNvSpPr/>
      </dsp:nvSpPr>
      <dsp:spPr>
        <a:xfrm>
          <a:off x="331497" y="4361191"/>
          <a:ext cx="602723" cy="6027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C6273B-1D08-4539-9A46-AC14C9830AE0}">
      <dsp:nvSpPr>
        <dsp:cNvPr id="0" name=""/>
        <dsp:cNvSpPr/>
      </dsp:nvSpPr>
      <dsp:spPr>
        <a:xfrm>
          <a:off x="1265719" y="4114622"/>
          <a:ext cx="6851343" cy="1095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979" tIns="115979" rIns="115979" bIns="11597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Terraform-konfiguration (.tf)    Fungerande HCL-kod med variabler och outputs</a:t>
          </a:r>
        </a:p>
      </dsp:txBody>
      <dsp:txXfrm>
        <a:off x="1265719" y="4114622"/>
        <a:ext cx="6851343" cy="1095860"/>
      </dsp:txXfrm>
    </dsp:sp>
    <dsp:sp modelId="{FE6AEAE0-B944-4BB0-B00C-D3CFD164F447}">
      <dsp:nvSpPr>
        <dsp:cNvPr id="0" name=""/>
        <dsp:cNvSpPr/>
      </dsp:nvSpPr>
      <dsp:spPr>
        <a:xfrm>
          <a:off x="0" y="5484448"/>
          <a:ext cx="8117063" cy="109586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D0CF89-5BC7-40D9-AEDF-E24AC129E36C}">
      <dsp:nvSpPr>
        <dsp:cNvPr id="0" name=""/>
        <dsp:cNvSpPr/>
      </dsp:nvSpPr>
      <dsp:spPr>
        <a:xfrm>
          <a:off x="331497" y="5731017"/>
          <a:ext cx="602723" cy="6027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14CC47-EC30-4E78-808B-17A25F958C79}">
      <dsp:nvSpPr>
        <dsp:cNvPr id="0" name=""/>
        <dsp:cNvSpPr/>
      </dsp:nvSpPr>
      <dsp:spPr>
        <a:xfrm>
          <a:off x="1265719" y="5484448"/>
          <a:ext cx="6851343" cy="1095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979" tIns="115979" rIns="115979" bIns="11597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README (.md)    Mål, metod, resultat, reflektion + GitHub-länk, 5+ commits</a:t>
          </a:r>
        </a:p>
      </dsp:txBody>
      <dsp:txXfrm>
        <a:off x="1265719" y="5484448"/>
        <a:ext cx="6851343" cy="10958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format på underrubrik i bakgrunden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8442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22720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86728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2026-08-16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92360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2026-08-16</a:t>
            </a:fld>
            <a:endParaRPr lang="sv-SE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77650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2026-08-16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56609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2026-08-16</a:t>
            </a:fld>
            <a:endParaRPr lang="sv-SE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11076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2026-08-16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8965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2026-08-16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71453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23719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1644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0A13A-DB3F-4AD5-B6AF-BDA0278A0A39}" type="datetimeFigureOut">
              <a:rPr lang="sv-SE" smtClean="0"/>
              <a:t>2026-08-16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07285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7a1Qta3eLTidtPBX7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1"/>
            <a:ext cx="12191990" cy="37425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155558" y="637763"/>
            <a:ext cx="9889797" cy="2874471"/>
          </a:xfrm>
        </p:spPr>
        <p:txBody>
          <a:bodyPr anchor="ctr">
            <a:normAutofit/>
          </a:bodyPr>
          <a:lstStyle/>
          <a:p>
            <a:pPr algn="l"/>
            <a:r>
              <a:rPr lang="sv-SE" sz="8000">
                <a:solidFill>
                  <a:schemeClr val="bg1"/>
                </a:solidFill>
                <a:ea typeface="+mj-lt"/>
                <a:cs typeface="+mj-lt"/>
              </a:rPr>
              <a:t>Projektförberedelse &amp; Övning</a:t>
            </a:r>
            <a:endParaRPr lang="sv-SE" sz="8000">
              <a:solidFill>
                <a:schemeClr val="bg1"/>
              </a:solidFill>
            </a:endParaRPr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3742597"/>
            <a:ext cx="12191990" cy="31154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155558" y="4307684"/>
            <a:ext cx="9544153" cy="19068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sv-SE" sz="3200"/>
              <a:t>Arseniy Buzyan</a:t>
            </a:r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6832F003-FCA6-4CFB-A2EA-308F3AA25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1180" y="4101097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77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303B8761-8A3E-06E5-28BE-52913A063D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5" r="1945" b="2685"/>
          <a:stretch>
            <a:fillRect/>
          </a:stretch>
        </p:blipFill>
        <p:spPr>
          <a:xfrm>
            <a:off x="897822" y="479115"/>
            <a:ext cx="10396191" cy="589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314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71CB012-FB71-403B-A2B6-C40E95FCE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67F19C3-C09C-4B70-8306-E0ACF405B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1DC4A20-F1FA-4CA9-BCEC-949F9F4A7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A7C81C7-8023-46F2-BA0F-B2E785DBEF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3DD3818E-D4D5-D7B1-37CA-602D75119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5" y="2158596"/>
            <a:ext cx="3741384" cy="3704720"/>
          </a:xfrm>
        </p:spPr>
        <p:txBody>
          <a:bodyPr anchor="t">
            <a:normAutofit/>
          </a:bodyPr>
          <a:lstStyle/>
          <a:p>
            <a:r>
              <a:rPr lang="sv-SE" sz="4000">
                <a:ea typeface="+mj-lt"/>
                <a:cs typeface="+mj-lt"/>
              </a:rPr>
              <a:t>Examinationen – Vad Krävs För G?</a:t>
            </a:r>
            <a:endParaRPr lang="sv-SE" sz="4000"/>
          </a:p>
        </p:txBody>
      </p:sp>
      <p:graphicFrame>
        <p:nvGraphicFramePr>
          <p:cNvPr id="14" name="Platshållare för innehåll 2">
            <a:extLst>
              <a:ext uri="{FF2B5EF4-FFF2-40B4-BE49-F238E27FC236}">
                <a16:creationId xmlns:a16="http://schemas.microsoft.com/office/drawing/2014/main" id="{B288F60C-4183-C9FB-16AD-E5A8CD0A74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7000502"/>
              </p:ext>
            </p:extLst>
          </p:nvPr>
        </p:nvGraphicFramePr>
        <p:xfrm>
          <a:off x="4055181" y="258032"/>
          <a:ext cx="8117063" cy="6585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2965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CD21D460-9876-9F2F-B0CC-22B333EA3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55" y="4863"/>
            <a:ext cx="3954108" cy="2281943"/>
          </a:xfrm>
        </p:spPr>
        <p:txBody>
          <a:bodyPr anchor="t">
            <a:noAutofit/>
          </a:bodyPr>
          <a:lstStyle/>
          <a:p>
            <a:r>
              <a:rPr lang="sv-SE" sz="7200">
                <a:ea typeface="+mj-lt"/>
                <a:cs typeface="+mj-lt"/>
              </a:rPr>
              <a:t>Tekniska krav för G</a:t>
            </a:r>
            <a:endParaRPr lang="sv-SE" sz="72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00B2DC7-50A0-C33C-6AC1-8CA165492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3290" y="-1636"/>
            <a:ext cx="7608004" cy="208002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sv-SE" sz="3600">
                <a:solidFill>
                  <a:schemeClr val="bg1"/>
                </a:solidFill>
                <a:ea typeface="+mn-lt"/>
                <a:cs typeface="+mn-lt"/>
              </a:rPr>
              <a:t>OBS: Du måste kunna förklara ALL kod under redovisningen! Redovisningen är din chans att visa att du förstår vad du gjort.</a:t>
            </a:r>
            <a:endParaRPr lang="sv-SE" sz="3600">
              <a:solidFill>
                <a:schemeClr val="bg1"/>
              </a:solidFill>
            </a:endParaRPr>
          </a:p>
          <a:p>
            <a:endParaRPr lang="sv-SE" sz="2400" dirty="0">
              <a:solidFill>
                <a:schemeClr val="bg1"/>
              </a:solidFill>
            </a:endParaRPr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AEDAD0C7-5431-8943-9402-B4F98F06E1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112734"/>
              </p:ext>
            </p:extLst>
          </p:nvPr>
        </p:nvGraphicFramePr>
        <p:xfrm>
          <a:off x="0" y="2638777"/>
          <a:ext cx="12173753" cy="391363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515555">
                  <a:extLst>
                    <a:ext uri="{9D8B030D-6E8A-4147-A177-3AD203B41FA5}">
                      <a16:colId xmlns:a16="http://schemas.microsoft.com/office/drawing/2014/main" val="1620543040"/>
                    </a:ext>
                  </a:extLst>
                </a:gridCol>
                <a:gridCol w="7658198">
                  <a:extLst>
                    <a:ext uri="{9D8B030D-6E8A-4147-A177-3AD203B41FA5}">
                      <a16:colId xmlns:a16="http://schemas.microsoft.com/office/drawing/2014/main" val="3273582777"/>
                    </a:ext>
                  </a:extLst>
                </a:gridCol>
              </a:tblGrid>
              <a:tr h="59518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Område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Vad krävs?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3116271"/>
                  </a:ext>
                </a:extLst>
              </a:tr>
              <a:tr h="59518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PowerShell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Funktioner, loopar, villkor, felhantering (</a:t>
                      </a: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try/catch</a:t>
                      </a: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752862"/>
                  </a:ext>
                </a:extLst>
              </a:tr>
              <a:tr h="59518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Terraform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Provider (</a:t>
                      </a: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local</a:t>
                      </a: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), minst 2 resources, variabler, outputs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32874"/>
                  </a:ext>
                </a:extLst>
              </a:tr>
              <a:tr h="59518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Kedja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Terraform → PowerShell (minst 2 verktyg samverkar)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118135"/>
                  </a:ext>
                </a:extLst>
              </a:tr>
              <a:tr h="59518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Verifiering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PowerShell verifierar resultatet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822897"/>
                  </a:ext>
                </a:extLst>
              </a:tr>
              <a:tr h="59518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GitHub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Repository med minst 5 commits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132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38326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DA080055-2175-86C5-AC03-0CD49BF0B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4" y="1712307"/>
            <a:ext cx="3897664" cy="3834166"/>
          </a:xfrm>
        </p:spPr>
        <p:txBody>
          <a:bodyPr anchor="t">
            <a:normAutofit/>
          </a:bodyPr>
          <a:lstStyle/>
          <a:p>
            <a:r>
              <a:rPr lang="sv-SE" sz="5400" dirty="0">
                <a:ea typeface="+mj-lt"/>
                <a:cs typeface="+mj-lt"/>
              </a:rPr>
              <a:t>VG-krav (extra 2 filer)</a:t>
            </a:r>
            <a:br>
              <a:rPr lang="sv-SE" sz="5400" dirty="0">
                <a:ea typeface="+mj-lt"/>
                <a:cs typeface="+mj-lt"/>
              </a:rPr>
            </a:br>
            <a:br>
              <a:rPr lang="sv-SE" sz="5400" dirty="0">
                <a:ea typeface="+mj-lt"/>
                <a:cs typeface="+mj-lt"/>
              </a:rPr>
            </a:br>
            <a:r>
              <a:rPr lang="sv-SE" sz="5400" dirty="0">
                <a:ea typeface="+mj-lt"/>
                <a:cs typeface="+mj-lt"/>
              </a:rPr>
              <a:t>VG-tekniska </a:t>
            </a:r>
            <a:r>
              <a:rPr lang="sv-SE" sz="5400">
                <a:ea typeface="+mj-lt"/>
                <a:cs typeface="+mj-lt"/>
              </a:rPr>
              <a:t>krav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F2B1D91-8049-6C81-71C1-4713AB163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6290" y="24"/>
            <a:ext cx="7735004" cy="194887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sv-SE" sz="2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För VG ska du visa högre kvalitet i måluppfyllelsen – t.ex. större skicklighet, säkrare utförande eller bättre analys . Det handlar om att du inte bara får det att fungera, utan att du gör det på ett genomtänkt och professionellt sätt. Se till att loggning finns i ALLA skript.</a:t>
            </a:r>
          </a:p>
          <a:p>
            <a:pPr marL="0" indent="0">
              <a:buNone/>
            </a:pPr>
            <a:endParaRPr lang="sv-SE" sz="2400">
              <a:solidFill>
                <a:schemeClr val="tx1">
                  <a:alpha val="80000"/>
                </a:schemeClr>
              </a:solidFill>
            </a:endParaRPr>
          </a:p>
        </p:txBody>
      </p:sp>
      <p:graphicFrame>
        <p:nvGraphicFramePr>
          <p:cNvPr id="7" name="Tabell 6">
            <a:extLst>
              <a:ext uri="{FF2B5EF4-FFF2-40B4-BE49-F238E27FC236}">
                <a16:creationId xmlns:a16="http://schemas.microsoft.com/office/drawing/2014/main" id="{83F7B339-C16F-1DF5-ADEF-9AC6A8203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004693"/>
              </p:ext>
            </p:extLst>
          </p:nvPr>
        </p:nvGraphicFramePr>
        <p:xfrm>
          <a:off x="4588933" y="1943653"/>
          <a:ext cx="7515683" cy="14950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45833">
                  <a:extLst>
                    <a:ext uri="{9D8B030D-6E8A-4147-A177-3AD203B41FA5}">
                      <a16:colId xmlns:a16="http://schemas.microsoft.com/office/drawing/2014/main" val="1249839423"/>
                    </a:ext>
                  </a:extLst>
                </a:gridCol>
                <a:gridCol w="4869850">
                  <a:extLst>
                    <a:ext uri="{9D8B030D-6E8A-4147-A177-3AD203B41FA5}">
                      <a16:colId xmlns:a16="http://schemas.microsoft.com/office/drawing/2014/main" val="15232072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Fil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Krav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754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Python-skript (.py)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Verifiering eller orkestrering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462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Ansible-playbook (.yml)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Fungerande playbook som konfigurerar system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40899"/>
                  </a:ext>
                </a:extLst>
              </a:tr>
            </a:tbl>
          </a:graphicData>
        </a:graphic>
      </p:graphicFrame>
      <p:graphicFrame>
        <p:nvGraphicFramePr>
          <p:cNvPr id="24" name="Tabell 23">
            <a:extLst>
              <a:ext uri="{FF2B5EF4-FFF2-40B4-BE49-F238E27FC236}">
                <a16:creationId xmlns:a16="http://schemas.microsoft.com/office/drawing/2014/main" id="{9E32B8AD-E1B7-8524-EBE7-991DF264F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677007"/>
              </p:ext>
            </p:extLst>
          </p:nvPr>
        </p:nvGraphicFramePr>
        <p:xfrm>
          <a:off x="4603044" y="3632968"/>
          <a:ext cx="7498035" cy="283070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16388">
                  <a:extLst>
                    <a:ext uri="{9D8B030D-6E8A-4147-A177-3AD203B41FA5}">
                      <a16:colId xmlns:a16="http://schemas.microsoft.com/office/drawing/2014/main" val="1177789327"/>
                    </a:ext>
                  </a:extLst>
                </a:gridCol>
                <a:gridCol w="4781647">
                  <a:extLst>
                    <a:ext uri="{9D8B030D-6E8A-4147-A177-3AD203B41FA5}">
                      <a16:colId xmlns:a16="http://schemas.microsoft.com/office/drawing/2014/main" val="397712134"/>
                    </a:ext>
                  </a:extLst>
                </a:gridCol>
              </a:tblGrid>
              <a:tr h="47462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Område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Vad krävs?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479709"/>
                  </a:ext>
                </a:extLst>
              </a:tr>
              <a:tr h="47462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Optimering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Parametrar, felhantering, loggning i alla skript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623756"/>
                  </a:ext>
                </a:extLst>
              </a:tr>
              <a:tr h="73170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Kedja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Komplett kedja: Terraform → Ansible → PowerShell → Python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750168"/>
                  </a:ext>
                </a:extLst>
              </a:tr>
              <a:tr h="47462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GitHub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Minst 10 commits med tydliga meddelanden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129175"/>
                  </a:ext>
                </a:extLst>
              </a:tr>
              <a:tr h="47462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README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7 avsnitt + installationsinstruktioner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274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83967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9CB0874-88B8-43D3-B0B6-C32F790F7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BFD067A-52BE-40EE-B7CA-391830B9A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2561771"/>
            <a:chOff x="0" y="0"/>
            <a:chExt cx="12192000" cy="256177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CDA7855-806B-4A02-9C19-24872E4D8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AFE70DE-5BEC-4E54-98D2-48C13E1491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2561771"/>
            </a:xfrm>
            <a:custGeom>
              <a:avLst/>
              <a:gdLst>
                <a:gd name="connsiteX0" fmla="*/ 0 w 12192000"/>
                <a:gd name="connsiteY0" fmla="*/ 0 h 2561771"/>
                <a:gd name="connsiteX1" fmla="*/ 12192000 w 12192000"/>
                <a:gd name="connsiteY1" fmla="*/ 0 h 2561771"/>
                <a:gd name="connsiteX2" fmla="*/ 12192000 w 12192000"/>
                <a:gd name="connsiteY2" fmla="*/ 2359863 h 2561771"/>
                <a:gd name="connsiteX3" fmla="*/ 6364514 w 12192000"/>
                <a:gd name="connsiteY3" fmla="*/ 2561771 h 2561771"/>
                <a:gd name="connsiteX4" fmla="*/ 1981200 w 12192000"/>
                <a:gd name="connsiteY4" fmla="*/ 2278742 h 2561771"/>
                <a:gd name="connsiteX5" fmla="*/ 0 w 12192000"/>
                <a:gd name="connsiteY5" fmla="*/ 2343277 h 256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561771">
                  <a:moveTo>
                    <a:pt x="0" y="0"/>
                  </a:moveTo>
                  <a:lnTo>
                    <a:pt x="12192000" y="0"/>
                  </a:lnTo>
                  <a:lnTo>
                    <a:pt x="12192000" y="2359863"/>
                  </a:lnTo>
                  <a:lnTo>
                    <a:pt x="6364514" y="2561771"/>
                  </a:lnTo>
                  <a:lnTo>
                    <a:pt x="1981200" y="2278742"/>
                  </a:lnTo>
                  <a:lnTo>
                    <a:pt x="0" y="234327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FB22BDD3-3445-1821-B873-76DAD9587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249" y="504178"/>
            <a:ext cx="10928170" cy="1215886"/>
          </a:xfrm>
        </p:spPr>
        <p:txBody>
          <a:bodyPr anchor="b">
            <a:noAutofit/>
          </a:bodyPr>
          <a:lstStyle/>
          <a:p>
            <a:r>
              <a:rPr lang="sv-SE" sz="7200">
                <a:ea typeface="+mj-lt"/>
                <a:cs typeface="+mj-lt"/>
              </a:rPr>
              <a:t>Exempel – Komplett Projekt</a:t>
            </a:r>
            <a:endParaRPr lang="sv-SE" sz="72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15B8CC4-8CCE-428F-AE7E-28D178984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2027156"/>
            <a:ext cx="12192000" cy="757168"/>
            <a:chOff x="0" y="2959818"/>
            <a:chExt cx="12192000" cy="75716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6359FA2-E374-4073-8269-E10D2AE74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A1F0E66-9B5E-4980-8AEC-B4D144B48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D9982E2-9B8A-F9E8-5D5C-5D94198EC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470" y="2839131"/>
            <a:ext cx="12057889" cy="58722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sv-SE" sz="36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Detta är ett exempel på hur ett komplett G-projekt kan se ut.</a:t>
            </a:r>
            <a:endParaRPr lang="sv-SE" sz="3600" dirty="0">
              <a:solidFill>
                <a:schemeClr val="tx1">
                  <a:alpha val="80000"/>
                </a:schemeClr>
              </a:solidFill>
            </a:endParaRP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F6B8FCA9-CC25-1D9D-0081-A2C57CEBCF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04" t="19885" r="7407" b="19759"/>
          <a:stretch>
            <a:fillRect/>
          </a:stretch>
        </p:blipFill>
        <p:spPr>
          <a:xfrm>
            <a:off x="1844012" y="3673375"/>
            <a:ext cx="7958291" cy="318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1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>
            <a:extLst>
              <a:ext uri="{FF2B5EF4-FFF2-40B4-BE49-F238E27FC236}">
                <a16:creationId xmlns:a16="http://schemas.microsoft.com/office/drawing/2014/main" id="{A89E712F-71A0-44A9-C98B-5EB7FD40C9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00" t="-298" r="4844" b="9297"/>
          <a:stretch>
            <a:fillRect/>
          </a:stretch>
        </p:blipFill>
        <p:spPr>
          <a:xfrm>
            <a:off x="-7471" y="1063"/>
            <a:ext cx="12197067" cy="685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51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D8FC5DF8-E5EE-70DE-630D-343CEFC96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127" y="2023558"/>
            <a:ext cx="3521265" cy="2491292"/>
          </a:xfrm>
        </p:spPr>
        <p:txBody>
          <a:bodyPr anchor="t">
            <a:normAutofit/>
          </a:bodyPr>
          <a:lstStyle/>
          <a:p>
            <a:r>
              <a:rPr lang="sv-SE" sz="4000">
                <a:ea typeface="+mj-lt"/>
                <a:cs typeface="+mj-lt"/>
              </a:rPr>
              <a:t>Steg 1 – Terraform (provisionera)</a:t>
            </a:r>
            <a:endParaRPr lang="sv-SE" sz="40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A5C8758-8376-47E6-EB46-D0AAFF8AB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026" y="238644"/>
            <a:ext cx="6855632" cy="63874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v-SE" sz="1600">
                <a:solidFill>
                  <a:schemeClr val="tx1">
                    <a:alpha val="80000"/>
                  </a:schemeClr>
                </a:solidFill>
                <a:latin typeface="Consolas"/>
              </a:rPr>
              <a:t>l</a:t>
            </a:r>
            <a:r>
              <a:rPr lang="sv-SE" sz="1800">
                <a:solidFill>
                  <a:schemeClr val="tx1">
                    <a:alpha val="80000"/>
                  </a:schemeClr>
                </a:solidFill>
                <a:latin typeface="Consolas"/>
              </a:rPr>
              <a:t>ocal_file</a:t>
            </a:r>
            <a:r>
              <a:rPr lang="sv-SE" sz="18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 är en resurs från Terraform local provider som hanterar filer på din lokala dator . Den är perfekt för att skapa konfigurationsfiler som andra verktyg sedan kan använda i automationskedjan.</a:t>
            </a:r>
          </a:p>
          <a:p>
            <a:pPr marL="0" indent="0">
              <a:buNone/>
            </a:pPr>
            <a:endParaRPr lang="sv-SE" dirty="0">
              <a:solidFill>
                <a:schemeClr val="tx1">
                  <a:alpha val="80000"/>
                </a:schemeClr>
              </a:solidFill>
              <a:highlight>
                <a:srgbClr val="C0C0C0"/>
              </a:highlight>
              <a:ea typeface="+mn-lt"/>
              <a:cs typeface="+mn-lt"/>
            </a:endParaRPr>
          </a:p>
          <a:p>
            <a:pPr>
              <a:buNone/>
            </a:pPr>
            <a:r>
              <a:rPr lang="sv-SE" sz="1600">
                <a:solidFill>
                  <a:srgbClr val="0F1115"/>
                </a:solidFill>
                <a:highlight>
                  <a:srgbClr val="C0C0C0"/>
                </a:highlight>
                <a:ea typeface="+mn-lt"/>
                <a:cs typeface="+mn-lt"/>
              </a:rPr>
              <a:t>hcl</a:t>
            </a:r>
          </a:p>
          <a:p>
            <a:pPr>
              <a:buNone/>
            </a:pPr>
            <a:r>
              <a:rPr lang="sv-SE" sz="1800" i="1">
                <a:solidFill>
                  <a:schemeClr val="bg1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# main.tf</a:t>
            </a:r>
            <a:r>
              <a:rPr lang="sv-SE" sz="1800" dirty="0">
                <a:solidFill>
                  <a:srgbClr val="0F1115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
</a:t>
            </a:r>
            <a:r>
              <a:rPr lang="sv-SE" sz="1800">
                <a:solidFill>
                  <a:srgbClr val="A626A4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resource </a:t>
            </a:r>
            <a:r>
              <a:rPr lang="sv-SE" sz="1800">
                <a:solidFill>
                  <a:srgbClr val="4078F2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"local_file"</a:t>
            </a:r>
            <a:r>
              <a:rPr lang="sv-SE" sz="1800" dirty="0">
                <a:solidFill>
                  <a:srgbClr val="0F1115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1800">
                <a:solidFill>
                  <a:srgbClr val="50A14F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"config"</a:t>
            </a:r>
            <a:r>
              <a:rPr lang="sv-SE" sz="1800" dirty="0">
                <a:solidFill>
                  <a:srgbClr val="0F1115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1800">
                <a:solidFill>
                  <a:srgbClr val="383A42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{</a:t>
            </a:r>
            <a:r>
              <a:rPr lang="sv-SE" sz="1800" dirty="0">
                <a:solidFill>
                  <a:srgbClr val="0F1115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
  </a:t>
            </a:r>
            <a:r>
              <a:rPr lang="sv-SE" sz="1800">
                <a:solidFill>
                  <a:srgbClr val="E45649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filename</a:t>
            </a:r>
            <a:r>
              <a:rPr lang="sv-SE" sz="1800" dirty="0">
                <a:solidFill>
                  <a:srgbClr val="0F1115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1800">
                <a:solidFill>
                  <a:srgbClr val="383A42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=</a:t>
            </a:r>
            <a:r>
              <a:rPr lang="sv-SE" sz="1800" dirty="0">
                <a:solidFill>
                  <a:srgbClr val="0F1115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1800">
                <a:solidFill>
                  <a:srgbClr val="50A14F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"C:/Projekt/Config/config.json"</a:t>
            </a:r>
            <a:r>
              <a:rPr lang="sv-SE" sz="1800" dirty="0">
                <a:solidFill>
                  <a:srgbClr val="0F1115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
  </a:t>
            </a:r>
            <a:r>
              <a:rPr lang="sv-SE" sz="1800">
                <a:solidFill>
                  <a:srgbClr val="E45649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content</a:t>
            </a:r>
            <a:r>
              <a:rPr lang="sv-SE" sz="1800" dirty="0">
                <a:solidFill>
                  <a:srgbClr val="0F1115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1800">
                <a:solidFill>
                  <a:srgbClr val="383A42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=</a:t>
            </a:r>
            <a:r>
              <a:rPr lang="sv-SE" sz="1800">
                <a:solidFill>
                  <a:srgbClr val="0F1115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 jsonencode(</a:t>
            </a:r>
            <a:r>
              <a:rPr lang="sv-SE" sz="1800">
                <a:solidFill>
                  <a:srgbClr val="383A42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{</a:t>
            </a:r>
            <a:r>
              <a:rPr lang="sv-SE" sz="1800" dirty="0">
                <a:solidFill>
                  <a:srgbClr val="0F1115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
    </a:t>
            </a:r>
            <a:r>
              <a:rPr lang="sv-SE" sz="1800">
                <a:solidFill>
                  <a:srgbClr val="E45649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server_name</a:t>
            </a:r>
            <a:r>
              <a:rPr lang="sv-SE" sz="1800" dirty="0">
                <a:solidFill>
                  <a:srgbClr val="0F1115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1800">
                <a:solidFill>
                  <a:srgbClr val="383A42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=</a:t>
            </a:r>
            <a:r>
              <a:rPr lang="sv-SE" sz="1800">
                <a:solidFill>
                  <a:srgbClr val="0F1115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 var.server_name</a:t>
            </a:r>
            <a:r>
              <a:rPr lang="sv-SE" sz="1800" dirty="0">
                <a:solidFill>
                  <a:srgbClr val="0F1115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
    </a:t>
            </a:r>
            <a:r>
              <a:rPr lang="sv-SE" sz="1800">
                <a:solidFill>
                  <a:srgbClr val="E45649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port</a:t>
            </a:r>
            <a:r>
              <a:rPr lang="sv-SE" sz="1800" dirty="0">
                <a:solidFill>
                  <a:srgbClr val="0F1115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1800">
                <a:solidFill>
                  <a:srgbClr val="383A42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=</a:t>
            </a:r>
            <a:r>
              <a:rPr lang="sv-SE" sz="1800">
                <a:solidFill>
                  <a:srgbClr val="0F1115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 var.port</a:t>
            </a:r>
            <a:r>
              <a:rPr lang="sv-SE" sz="1800" dirty="0">
                <a:solidFill>
                  <a:srgbClr val="0F1115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
    </a:t>
            </a:r>
            <a:r>
              <a:rPr lang="sv-SE" sz="1800">
                <a:solidFill>
                  <a:srgbClr val="E45649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environment</a:t>
            </a:r>
            <a:r>
              <a:rPr lang="sv-SE" sz="1800" dirty="0">
                <a:solidFill>
                  <a:srgbClr val="0F1115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1800">
                <a:solidFill>
                  <a:srgbClr val="383A42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=</a:t>
            </a:r>
            <a:r>
              <a:rPr lang="sv-SE" sz="1800">
                <a:solidFill>
                  <a:srgbClr val="0F1115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 var.environment</a:t>
            </a:r>
            <a:r>
              <a:rPr lang="sv-SE" sz="1800" dirty="0">
                <a:solidFill>
                  <a:srgbClr val="0F1115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
  </a:t>
            </a:r>
            <a:r>
              <a:rPr lang="sv-SE" sz="1800">
                <a:solidFill>
                  <a:srgbClr val="383A42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}</a:t>
            </a:r>
            <a:r>
              <a:rPr lang="sv-SE" sz="1800">
                <a:solidFill>
                  <a:srgbClr val="0F1115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)</a:t>
            </a:r>
            <a:r>
              <a:rPr lang="sv-SE" sz="1800" dirty="0">
                <a:solidFill>
                  <a:srgbClr val="0F1115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
</a:t>
            </a:r>
            <a:r>
              <a:rPr lang="sv-SE" sz="1800">
                <a:solidFill>
                  <a:srgbClr val="383A42"/>
                </a:solidFill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}</a:t>
            </a:r>
            <a:endParaRPr lang="sv-SE" sz="1800">
              <a:solidFill>
                <a:srgbClr val="383A42"/>
              </a:solidFill>
              <a:highlight>
                <a:srgbClr val="C0C0C0"/>
              </a:highlight>
            </a:endParaRPr>
          </a:p>
          <a:p>
            <a:pPr marL="0" indent="0">
              <a:buNone/>
            </a:pPr>
            <a:endParaRPr lang="sv-SE" sz="1300" dirty="0">
              <a:solidFill>
                <a:schemeClr val="tx1">
                  <a:alpha val="80000"/>
                </a:schemeClr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105665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>
            <a:extLst>
              <a:ext uri="{FF2B5EF4-FFF2-40B4-BE49-F238E27FC236}">
                <a16:creationId xmlns:a16="http://schemas.microsoft.com/office/drawing/2014/main" id="{1CE6E83A-C7E7-7A45-322C-2BB8F4FF49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65" t="1511" r="4054" b="5942"/>
          <a:stretch>
            <a:fillRect/>
          </a:stretch>
        </p:blipFill>
        <p:spPr>
          <a:xfrm>
            <a:off x="1494" y="-13878"/>
            <a:ext cx="12196630" cy="687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756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2DC05B8C-1A5B-BBCF-F413-1AD60CD01C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47" r="4142" b="12014"/>
          <a:stretch>
            <a:fillRect/>
          </a:stretch>
        </p:blipFill>
        <p:spPr>
          <a:xfrm>
            <a:off x="606856" y="479243"/>
            <a:ext cx="10978173" cy="589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368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6CCB4345-9FC7-3BD5-420E-526D7F9D8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127" y="2023558"/>
            <a:ext cx="3521265" cy="2491292"/>
          </a:xfrm>
        </p:spPr>
        <p:txBody>
          <a:bodyPr anchor="t">
            <a:normAutofit/>
          </a:bodyPr>
          <a:lstStyle/>
          <a:p>
            <a:r>
              <a:rPr lang="sv-SE" sz="4000">
                <a:ea typeface="+mj-lt"/>
                <a:cs typeface="+mj-lt"/>
              </a:rPr>
              <a:t>Steg 2 – PowerShell (konfigurera och verifiera)</a:t>
            </a:r>
            <a:endParaRPr lang="sv-SE" sz="40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27B936A-9788-7FB9-5FF7-5EDA61A11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6843" y="549089"/>
            <a:ext cx="7407626" cy="586537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1600">
              <a:solidFill>
                <a:srgbClr val="0F1115"/>
              </a:solidFill>
              <a:ea typeface="+mn-lt"/>
              <a:cs typeface="+mn-lt"/>
            </a:endParaRPr>
          </a:p>
          <a:p>
            <a:pPr>
              <a:buNone/>
            </a:pPr>
            <a:r>
              <a:rPr lang="sv-SE" sz="16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verify.ps1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$config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= 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Get-Content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"C:/Projekt/Config/config.json"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|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ConvertFrom-Json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6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try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Install-WindowsFeature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Name Web-Server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Start-Service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Name W3SVC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$response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= 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Invoke-WebRequest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Uri 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"http://localhost: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(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$config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port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)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Write-Host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"✅ Webbserver svarar!"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ForegroundColor Green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A626A4"/>
                </a:solidFill>
                <a:highlight>
                  <a:srgbClr val="F9FAFB"/>
                </a:highlight>
                <a:latin typeface="Consolas"/>
              </a:rPr>
              <a:t>catch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Write-Host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"❌ Fel vid installation/verifiering"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1600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16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ForegroundColor Red</a:t>
            </a:r>
            <a:r>
              <a:rPr lang="sv-SE" sz="1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16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endParaRPr lang="sv-SE" sz="1600">
              <a:solidFill>
                <a:srgbClr val="383A42"/>
              </a:solidFill>
              <a:highlight>
                <a:srgbClr val="F9FAFB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79101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9E1128EB-FAB7-AFE5-CDAD-A159E26C4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67" y="1585308"/>
            <a:ext cx="3527425" cy="4366936"/>
          </a:xfrm>
        </p:spPr>
        <p:txBody>
          <a:bodyPr anchor="t">
            <a:normAutofit/>
          </a:bodyPr>
          <a:lstStyle/>
          <a:p>
            <a:r>
              <a:rPr lang="sv-SE" sz="6600">
                <a:ea typeface="+mj-lt"/>
                <a:cs typeface="+mj-lt"/>
              </a:rPr>
              <a:t>Steg 3 – README</a:t>
            </a:r>
            <a:endParaRPr lang="sv-SE" sz="66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0A41409-1027-63F2-AE3B-D39659427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5304" y="682197"/>
            <a:ext cx="8139640" cy="61754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 sz="32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Mål: Automatisera installation av webbserver med IaC</a:t>
            </a:r>
            <a:endParaRPr lang="sv-SE" sz="32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sv-SE" sz="32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Metod: Terraform → PowerShell</a:t>
            </a:r>
            <a:endParaRPr lang="sv-SE" sz="32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sv-SE" sz="32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Reflektion: Vad gick bra? Vad var svårt?</a:t>
            </a:r>
            <a:endParaRPr lang="sv-SE" sz="32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sv-SE" sz="32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Koppling till kursen:</a:t>
            </a:r>
            <a:r>
              <a:rPr lang="sv-SE" sz="32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 Detta är exakt vad ni har övat på i tidigare teman (PowerShell, Terraform, verifiering). Här används Terraform för att skapa </a:t>
            </a:r>
            <a:r>
              <a:rPr lang="sv-SE" sz="3200">
                <a:solidFill>
                  <a:schemeClr val="tx1">
                    <a:alpha val="80000"/>
                  </a:schemeClr>
                </a:solidFill>
                <a:latin typeface="Consolas"/>
              </a:rPr>
              <a:t>config.json</a:t>
            </a:r>
            <a:r>
              <a:rPr lang="sv-SE" sz="32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, och PowerShell läser denna JSON för att veta vad som ska installeras.</a:t>
            </a:r>
            <a:endParaRPr lang="sv-SE" sz="320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25722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BFBE3574-D42B-041B-75D8-4FDE3B90F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8" y="202419"/>
            <a:ext cx="4684535" cy="4366936"/>
          </a:xfrm>
        </p:spPr>
        <p:txBody>
          <a:bodyPr anchor="t">
            <a:normAutofit/>
          </a:bodyPr>
          <a:lstStyle/>
          <a:p>
            <a:r>
              <a:rPr lang="sv-SE" sz="5400" dirty="0" err="1">
                <a:ea typeface="+mj-lt"/>
                <a:cs typeface="+mj-lt"/>
              </a:rPr>
              <a:t>Felsökning</a:t>
            </a:r>
            <a:r>
              <a:rPr lang="sv-SE" sz="5400" dirty="0">
                <a:ea typeface="+mj-lt"/>
                <a:cs typeface="+mj-lt"/>
              </a:rPr>
              <a:t> av </a:t>
            </a:r>
            <a:r>
              <a:rPr lang="sv-SE" sz="5400" dirty="0" err="1">
                <a:ea typeface="+mj-lt"/>
                <a:cs typeface="+mj-lt"/>
              </a:rPr>
              <a:t>Vanliga</a:t>
            </a:r>
            <a:r>
              <a:rPr lang="sv-SE" sz="5400" dirty="0">
                <a:ea typeface="+mj-lt"/>
                <a:cs typeface="+mj-lt"/>
              </a:rPr>
              <a:t> Problem</a:t>
            </a:r>
            <a:endParaRPr lang="sv-SE" sz="54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F7381CD-775D-C2EC-0752-79668856E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0080" y="202418"/>
            <a:ext cx="5740752" cy="132122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sv-SE" sz="3600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Här</a:t>
            </a:r>
            <a:r>
              <a:rPr lang="sv-SE" sz="36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</a:t>
            </a:r>
            <a:r>
              <a:rPr lang="sv-SE" sz="3600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är</a:t>
            </a:r>
            <a:r>
              <a:rPr lang="sv-SE" sz="36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de </a:t>
            </a:r>
            <a:r>
              <a:rPr lang="sv-SE" sz="3600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vanligaste</a:t>
            </a:r>
            <a:r>
              <a:rPr lang="sv-SE" sz="36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</a:t>
            </a:r>
            <a:r>
              <a:rPr lang="sv-SE" sz="3600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problemen</a:t>
            </a:r>
            <a:r>
              <a:rPr lang="sv-SE" sz="36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och </a:t>
            </a:r>
            <a:r>
              <a:rPr lang="sv-SE" sz="3600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hur</a:t>
            </a:r>
            <a:r>
              <a:rPr lang="sv-SE" sz="36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du </a:t>
            </a:r>
            <a:r>
              <a:rPr lang="sv-SE" sz="3600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löser</a:t>
            </a:r>
            <a:r>
              <a:rPr lang="sv-SE" sz="36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dem.</a:t>
            </a:r>
            <a:endParaRPr lang="sv-SE" sz="360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14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5869E1B9-511B-C293-E412-1C02FD6C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969202"/>
              </p:ext>
            </p:extLst>
          </p:nvPr>
        </p:nvGraphicFramePr>
        <p:xfrm>
          <a:off x="0" y="1940693"/>
          <a:ext cx="11480555" cy="491605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67205">
                  <a:extLst>
                    <a:ext uri="{9D8B030D-6E8A-4147-A177-3AD203B41FA5}">
                      <a16:colId xmlns:a16="http://schemas.microsoft.com/office/drawing/2014/main" val="2827076524"/>
                    </a:ext>
                  </a:extLst>
                </a:gridCol>
                <a:gridCol w="3688602">
                  <a:extLst>
                    <a:ext uri="{9D8B030D-6E8A-4147-A177-3AD203B41FA5}">
                      <a16:colId xmlns:a16="http://schemas.microsoft.com/office/drawing/2014/main" val="4289673131"/>
                    </a:ext>
                  </a:extLst>
                </a:gridCol>
                <a:gridCol w="4224748">
                  <a:extLst>
                    <a:ext uri="{9D8B030D-6E8A-4147-A177-3AD203B41FA5}">
                      <a16:colId xmlns:a16="http://schemas.microsoft.com/office/drawing/2014/main" val="3363428659"/>
                    </a:ext>
                  </a:extLst>
                </a:gridCol>
              </a:tblGrid>
              <a:tr h="65185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Problem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Orsak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Lösning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38161"/>
                  </a:ext>
                </a:extLst>
              </a:tr>
              <a:tr h="65185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Terraform hittar inte provider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Glömt </a:t>
                      </a: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terraform init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Kör </a:t>
                      </a: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terraform init</a:t>
                      </a: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först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470512"/>
                  </a:ext>
                </a:extLst>
              </a:tr>
              <a:tr h="65185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PowerShell skriptet kraschar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Saknar felhantering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Lägg till </a:t>
                      </a: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try/catch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845932"/>
                  </a:ext>
                </a:extLst>
              </a:tr>
              <a:tr h="100494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Ansible kan inte ansluta till Windows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WinRM inte aktiverat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Kör </a:t>
                      </a: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Enable-PSRemoting -Force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819918"/>
                  </a:ext>
                </a:extLst>
              </a:tr>
              <a:tr h="65185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JSON-filen hittas inte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Fel sökväg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Använd absolut sökväg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16178"/>
                  </a:ext>
                </a:extLst>
              </a:tr>
              <a:tr h="65185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Git push misslyckas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Ingen remote repository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Skapa repo på GitHub först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857990"/>
                  </a:ext>
                </a:extLst>
              </a:tr>
              <a:tr h="651853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Permission denied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Inte tillräckliga rättigheter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Kör PowerShell som Administrator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416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6367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EEA9B76-DAC2-36E8-B2BB-36A1FB11C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44" y="272974"/>
            <a:ext cx="3781424" cy="1234271"/>
          </a:xfrm>
        </p:spPr>
        <p:txBody>
          <a:bodyPr anchor="t">
            <a:normAutofit/>
          </a:bodyPr>
          <a:lstStyle/>
          <a:p>
            <a:r>
              <a:rPr lang="sv-SE" sz="3700">
                <a:ea typeface="+mj-lt"/>
                <a:cs typeface="+mj-lt"/>
              </a:rPr>
              <a:t>Allmän felsökningsteknik</a:t>
            </a:r>
            <a:endParaRPr lang="sv-SE" sz="37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76FF2C2-2DE0-C9D7-3C0B-30CE322FC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8859" y="145974"/>
            <a:ext cx="6940196" cy="14764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v-SE" sz="2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Proffstips: Om du kör fast, testa varje del separat innan du försöker köra hela kedjan! Felsökning handlar om att isolera problemet – hitta var det går fel och fokusera på den delen.</a:t>
            </a:r>
            <a:endParaRPr lang="sv-S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10EDC79A-BCB7-D103-F57F-76A9EFBB32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233160"/>
              </p:ext>
            </p:extLst>
          </p:nvPr>
        </p:nvGraphicFramePr>
        <p:xfrm>
          <a:off x="-1" y="2003777"/>
          <a:ext cx="11326941" cy="45522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932404">
                  <a:extLst>
                    <a:ext uri="{9D8B030D-6E8A-4147-A177-3AD203B41FA5}">
                      <a16:colId xmlns:a16="http://schemas.microsoft.com/office/drawing/2014/main" val="54519536"/>
                    </a:ext>
                  </a:extLst>
                </a:gridCol>
                <a:gridCol w="6394537">
                  <a:extLst>
                    <a:ext uri="{9D8B030D-6E8A-4147-A177-3AD203B41FA5}">
                      <a16:colId xmlns:a16="http://schemas.microsoft.com/office/drawing/2014/main" val="3149138464"/>
                    </a:ext>
                  </a:extLst>
                </a:gridCol>
              </a:tblGrid>
              <a:tr h="91044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Teknik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Varför?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949130"/>
                  </a:ext>
                </a:extLst>
              </a:tr>
              <a:tr h="91044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Kontrollera sökvägar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Absoluta sökvägar är säkrare än relativa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112728"/>
                  </a:ext>
                </a:extLst>
              </a:tr>
              <a:tr h="91044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Lägg till loggning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Utan loggning vet du inte vad som hände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402749"/>
                  </a:ext>
                </a:extLst>
              </a:tr>
              <a:tr h="91044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Testa steg för steg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Terraform för sig, PowerShell för sig – sedan ihop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03020"/>
                  </a:ext>
                </a:extLst>
              </a:tr>
              <a:tr h="91044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Kontrollera behörigheter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Kör PowerShell som Administrator vid behov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072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74359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>
            <a:extLst>
              <a:ext uri="{FF2B5EF4-FFF2-40B4-BE49-F238E27FC236}">
                <a16:creationId xmlns:a16="http://schemas.microsoft.com/office/drawing/2014/main" id="{C91B13B2-E82A-A922-A6BE-B6B820DD0C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85" t="4188" r="3737" b="7252"/>
          <a:stretch>
            <a:fillRect/>
          </a:stretch>
        </p:blipFill>
        <p:spPr>
          <a:xfrm>
            <a:off x="-5976" y="150476"/>
            <a:ext cx="12197150" cy="655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826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40A62200-F688-1A7A-2594-1321EFF555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88" t="6846" r="4114" b="4832"/>
          <a:stretch>
            <a:fillRect/>
          </a:stretch>
        </p:blipFill>
        <p:spPr>
          <a:xfrm>
            <a:off x="636351" y="479114"/>
            <a:ext cx="10918904" cy="589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796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56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C5E7F93-F808-FA73-9FD2-024BB8DD4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704" y="1712307"/>
            <a:ext cx="3567122" cy="4296381"/>
          </a:xfrm>
        </p:spPr>
        <p:txBody>
          <a:bodyPr anchor="b">
            <a:normAutofit/>
          </a:bodyPr>
          <a:lstStyle/>
          <a:p>
            <a:r>
              <a:rPr lang="sv-SE">
                <a:ea typeface="+mj-lt"/>
                <a:cs typeface="+mj-lt"/>
              </a:rPr>
              <a:t>Vanliga Frågor (FAQ) – Examinationen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7EE6D2-B8A8-4EA6-879E-705FC9177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56" y="1"/>
            <a:ext cx="835935" cy="6858000"/>
            <a:chOff x="-456" y="1"/>
            <a:chExt cx="835935" cy="6858000"/>
          </a:xfrm>
          <a:effectLst>
            <a:outerShdw blurRad="381000" dist="1524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1DFD332-98CC-4272-A40D-289964828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-3011260" y="3011261"/>
              <a:ext cx="6858000" cy="835479"/>
            </a:xfrm>
            <a:custGeom>
              <a:avLst/>
              <a:gdLst>
                <a:gd name="connsiteX0" fmla="*/ 6564619 w 6858000"/>
                <a:gd name="connsiteY0" fmla="*/ 468946 h 835479"/>
                <a:gd name="connsiteX1" fmla="*/ 6564620 w 6858000"/>
                <a:gd name="connsiteY1" fmla="*/ 468946 h 835479"/>
                <a:gd name="connsiteX2" fmla="*/ 6588625 w 6858000"/>
                <a:gd name="connsiteY2" fmla="*/ 491425 h 835479"/>
                <a:gd name="connsiteX3" fmla="*/ 6625224 w 6858000"/>
                <a:gd name="connsiteY3" fmla="*/ 508047 h 835479"/>
                <a:gd name="connsiteX4" fmla="*/ 6662539 w 6858000"/>
                <a:gd name="connsiteY4" fmla="*/ 500953 h 835479"/>
                <a:gd name="connsiteX5" fmla="*/ 6662540 w 6858000"/>
                <a:gd name="connsiteY5" fmla="*/ 500952 h 835479"/>
                <a:gd name="connsiteX6" fmla="*/ 6662543 w 6858000"/>
                <a:gd name="connsiteY6" fmla="*/ 500951 h 835479"/>
                <a:gd name="connsiteX7" fmla="*/ 6683026 w 6858000"/>
                <a:gd name="connsiteY7" fmla="*/ 489501 h 835479"/>
                <a:gd name="connsiteX8" fmla="*/ 6702975 w 6858000"/>
                <a:gd name="connsiteY8" fmla="*/ 486354 h 835479"/>
                <a:gd name="connsiteX9" fmla="*/ 6702976 w 6858000"/>
                <a:gd name="connsiteY9" fmla="*/ 486354 h 835479"/>
                <a:gd name="connsiteX10" fmla="*/ 6742552 w 6858000"/>
                <a:gd name="connsiteY10" fmla="*/ 500190 h 835479"/>
                <a:gd name="connsiteX11" fmla="*/ 6742554 w 6858000"/>
                <a:gd name="connsiteY11" fmla="*/ 500191 h 835479"/>
                <a:gd name="connsiteX12" fmla="*/ 6812061 w 6858000"/>
                <a:gd name="connsiteY12" fmla="*/ 519668 h 835479"/>
                <a:gd name="connsiteX13" fmla="*/ 6776799 w 6858000"/>
                <a:gd name="connsiteY13" fmla="*/ 514894 h 835479"/>
                <a:gd name="connsiteX14" fmla="*/ 6742554 w 6858000"/>
                <a:gd name="connsiteY14" fmla="*/ 500191 h 835479"/>
                <a:gd name="connsiteX15" fmla="*/ 6742551 w 6858000"/>
                <a:gd name="connsiteY15" fmla="*/ 500190 h 835479"/>
                <a:gd name="connsiteX16" fmla="*/ 6702975 w 6858000"/>
                <a:gd name="connsiteY16" fmla="*/ 486354 h 835479"/>
                <a:gd name="connsiteX17" fmla="*/ 6662543 w 6858000"/>
                <a:gd name="connsiteY17" fmla="*/ 500951 h 835479"/>
                <a:gd name="connsiteX18" fmla="*/ 6662541 w 6858000"/>
                <a:gd name="connsiteY18" fmla="*/ 500952 h 835479"/>
                <a:gd name="connsiteX19" fmla="*/ 6662539 w 6858000"/>
                <a:gd name="connsiteY19" fmla="*/ 500953 h 835479"/>
                <a:gd name="connsiteX20" fmla="*/ 6645551 w 6858000"/>
                <a:gd name="connsiteY20" fmla="*/ 508036 h 835479"/>
                <a:gd name="connsiteX21" fmla="*/ 6625224 w 6858000"/>
                <a:gd name="connsiteY21" fmla="*/ 508047 h 835479"/>
                <a:gd name="connsiteX22" fmla="*/ 6625223 w 6858000"/>
                <a:gd name="connsiteY22" fmla="*/ 508047 h 835479"/>
                <a:gd name="connsiteX23" fmla="*/ 6588624 w 6858000"/>
                <a:gd name="connsiteY23" fmla="*/ 491425 h 835479"/>
                <a:gd name="connsiteX24" fmla="*/ 6438980 w 6858000"/>
                <a:gd name="connsiteY24" fmla="*/ 549267 h 835479"/>
                <a:gd name="connsiteX25" fmla="*/ 6463839 w 6858000"/>
                <a:gd name="connsiteY25" fmla="*/ 529336 h 835479"/>
                <a:gd name="connsiteX26" fmla="*/ 6463848 w 6858000"/>
                <a:gd name="connsiteY26" fmla="*/ 529334 h 835479"/>
                <a:gd name="connsiteX27" fmla="*/ 6513011 w 6858000"/>
                <a:gd name="connsiteY27" fmla="*/ 515538 h 835479"/>
                <a:gd name="connsiteX28" fmla="*/ 6546193 w 6858000"/>
                <a:gd name="connsiteY28" fmla="*/ 496733 h 835479"/>
                <a:gd name="connsiteX29" fmla="*/ 6546194 w 6858000"/>
                <a:gd name="connsiteY29" fmla="*/ 496733 h 835479"/>
                <a:gd name="connsiteX30" fmla="*/ 6521803 w 6858000"/>
                <a:gd name="connsiteY30" fmla="*/ 513071 h 835479"/>
                <a:gd name="connsiteX31" fmla="*/ 6513011 w 6858000"/>
                <a:gd name="connsiteY31" fmla="*/ 515538 h 835479"/>
                <a:gd name="connsiteX32" fmla="*/ 6508051 w 6858000"/>
                <a:gd name="connsiteY32" fmla="*/ 518349 h 835479"/>
                <a:gd name="connsiteX33" fmla="*/ 6463848 w 6858000"/>
                <a:gd name="connsiteY33" fmla="*/ 529334 h 835479"/>
                <a:gd name="connsiteX34" fmla="*/ 6463840 w 6858000"/>
                <a:gd name="connsiteY34" fmla="*/ 529336 h 835479"/>
                <a:gd name="connsiteX35" fmla="*/ 6438980 w 6858000"/>
                <a:gd name="connsiteY35" fmla="*/ 549267 h 835479"/>
                <a:gd name="connsiteX36" fmla="*/ 6365203 w 6858000"/>
                <a:gd name="connsiteY36" fmla="*/ 635242 h 835479"/>
                <a:gd name="connsiteX37" fmla="*/ 6387909 w 6858000"/>
                <a:gd name="connsiteY37" fmla="*/ 633959 h 835479"/>
                <a:gd name="connsiteX38" fmla="*/ 6391548 w 6858000"/>
                <a:gd name="connsiteY38" fmla="*/ 632195 h 835479"/>
                <a:gd name="connsiteX39" fmla="*/ 6407331 w 6858000"/>
                <a:gd name="connsiteY39" fmla="*/ 624541 h 835479"/>
                <a:gd name="connsiteX40" fmla="*/ 6407332 w 6858000"/>
                <a:gd name="connsiteY40" fmla="*/ 624541 h 835479"/>
                <a:gd name="connsiteX41" fmla="*/ 6391548 w 6858000"/>
                <a:gd name="connsiteY41" fmla="*/ 632195 h 835479"/>
                <a:gd name="connsiteX42" fmla="*/ 6387909 w 6858000"/>
                <a:gd name="connsiteY42" fmla="*/ 633961 h 835479"/>
                <a:gd name="connsiteX43" fmla="*/ 4221390 w 6858000"/>
                <a:gd name="connsiteY43" fmla="*/ 396172 h 835479"/>
                <a:gd name="connsiteX44" fmla="*/ 4221391 w 6858000"/>
                <a:gd name="connsiteY44" fmla="*/ 396172 h 835479"/>
                <a:gd name="connsiteX45" fmla="*/ 4253014 w 6858000"/>
                <a:gd name="connsiteY45" fmla="*/ 401888 h 835479"/>
                <a:gd name="connsiteX46" fmla="*/ 4324645 w 6858000"/>
                <a:gd name="connsiteY46" fmla="*/ 441704 h 835479"/>
                <a:gd name="connsiteX47" fmla="*/ 4363890 w 6858000"/>
                <a:gd name="connsiteY47" fmla="*/ 450658 h 835479"/>
                <a:gd name="connsiteX48" fmla="*/ 4482003 w 6858000"/>
                <a:gd name="connsiteY48" fmla="*/ 449896 h 835479"/>
                <a:gd name="connsiteX49" fmla="*/ 4659173 w 6858000"/>
                <a:gd name="connsiteY49" fmla="*/ 389886 h 835479"/>
                <a:gd name="connsiteX50" fmla="*/ 4677654 w 6858000"/>
                <a:gd name="connsiteY50" fmla="*/ 381884 h 835479"/>
                <a:gd name="connsiteX51" fmla="*/ 4767763 w 6858000"/>
                <a:gd name="connsiteY51" fmla="*/ 371977 h 835479"/>
                <a:gd name="connsiteX52" fmla="*/ 4800482 w 6858000"/>
                <a:gd name="connsiteY52" fmla="*/ 370668 h 835479"/>
                <a:gd name="connsiteX53" fmla="*/ 4800483 w 6858000"/>
                <a:gd name="connsiteY53" fmla="*/ 370668 h 835479"/>
                <a:gd name="connsiteX54" fmla="*/ 4828916 w 6858000"/>
                <a:gd name="connsiteY54" fmla="*/ 385504 h 835479"/>
                <a:gd name="connsiteX55" fmla="*/ 4863342 w 6858000"/>
                <a:gd name="connsiteY55" fmla="*/ 407685 h 835479"/>
                <a:gd name="connsiteX56" fmla="*/ 4889274 w 6858000"/>
                <a:gd name="connsiteY56" fmla="*/ 415214 h 835479"/>
                <a:gd name="connsiteX57" fmla="*/ 4912167 w 6858000"/>
                <a:gd name="connsiteY57" fmla="*/ 413509 h 835479"/>
                <a:gd name="connsiteX58" fmla="*/ 4933803 w 6858000"/>
                <a:gd name="connsiteY58" fmla="*/ 412107 h 835479"/>
                <a:gd name="connsiteX59" fmla="*/ 4933804 w 6858000"/>
                <a:gd name="connsiteY59" fmla="*/ 412107 h 835479"/>
                <a:gd name="connsiteX60" fmla="*/ 4952672 w 6858000"/>
                <a:gd name="connsiteY60" fmla="*/ 416866 h 835479"/>
                <a:gd name="connsiteX61" fmla="*/ 4957452 w 6858000"/>
                <a:gd name="connsiteY61" fmla="*/ 419659 h 835479"/>
                <a:gd name="connsiteX62" fmla="*/ 4961455 w 6858000"/>
                <a:gd name="connsiteY62" fmla="*/ 420937 h 835479"/>
                <a:gd name="connsiteX63" fmla="*/ 4987037 w 6858000"/>
                <a:gd name="connsiteY63" fmla="*/ 436941 h 835479"/>
                <a:gd name="connsiteX64" fmla="*/ 5041521 w 6858000"/>
                <a:gd name="connsiteY64" fmla="*/ 463420 h 835479"/>
                <a:gd name="connsiteX65" fmla="*/ 5041527 w 6858000"/>
                <a:gd name="connsiteY65" fmla="*/ 463422 h 835479"/>
                <a:gd name="connsiteX66" fmla="*/ 5064789 w 6858000"/>
                <a:gd name="connsiteY66" fmla="*/ 468043 h 835479"/>
                <a:gd name="connsiteX67" fmla="*/ 5070584 w 6858000"/>
                <a:gd name="connsiteY67" fmla="*/ 470217 h 835479"/>
                <a:gd name="connsiteX68" fmla="*/ 5072375 w 6858000"/>
                <a:gd name="connsiteY68" fmla="*/ 470636 h 835479"/>
                <a:gd name="connsiteX69" fmla="*/ 5087443 w 6858000"/>
                <a:gd name="connsiteY69" fmla="*/ 476540 h 835479"/>
                <a:gd name="connsiteX70" fmla="*/ 5133219 w 6858000"/>
                <a:gd name="connsiteY70" fmla="*/ 489567 h 835479"/>
                <a:gd name="connsiteX71" fmla="*/ 5133224 w 6858000"/>
                <a:gd name="connsiteY71" fmla="*/ 489569 h 835479"/>
                <a:gd name="connsiteX72" fmla="*/ 5166112 w 6858000"/>
                <a:gd name="connsiteY72" fmla="*/ 482853 h 835479"/>
                <a:gd name="connsiteX73" fmla="*/ 5166113 w 6858000"/>
                <a:gd name="connsiteY73" fmla="*/ 482853 h 835479"/>
                <a:gd name="connsiteX74" fmla="*/ 5172090 w 6858000"/>
                <a:gd name="connsiteY74" fmla="*/ 483545 h 835479"/>
                <a:gd name="connsiteX75" fmla="*/ 5179067 w 6858000"/>
                <a:gd name="connsiteY75" fmla="*/ 486091 h 835479"/>
                <a:gd name="connsiteX76" fmla="*/ 5229432 w 6858000"/>
                <a:gd name="connsiteY76" fmla="*/ 485925 h 835479"/>
                <a:gd name="connsiteX77" fmla="*/ 5243613 w 6858000"/>
                <a:gd name="connsiteY77" fmla="*/ 478254 h 835479"/>
                <a:gd name="connsiteX78" fmla="*/ 5272795 w 6858000"/>
                <a:gd name="connsiteY78" fmla="*/ 462468 h 835479"/>
                <a:gd name="connsiteX79" fmla="*/ 5312287 w 6858000"/>
                <a:gd name="connsiteY79" fmla="*/ 438565 h 835479"/>
                <a:gd name="connsiteX80" fmla="*/ 5321350 w 6858000"/>
                <a:gd name="connsiteY80" fmla="*/ 437509 h 835479"/>
                <a:gd name="connsiteX81" fmla="*/ 5326162 w 6858000"/>
                <a:gd name="connsiteY81" fmla="*/ 435035 h 835479"/>
                <a:gd name="connsiteX82" fmla="*/ 5355013 w 6858000"/>
                <a:gd name="connsiteY82" fmla="*/ 433589 h 835479"/>
                <a:gd name="connsiteX83" fmla="*/ 5355014 w 6858000"/>
                <a:gd name="connsiteY83" fmla="*/ 433589 h 835479"/>
                <a:gd name="connsiteX84" fmla="*/ 5385384 w 6858000"/>
                <a:gd name="connsiteY84" fmla="*/ 438465 h 835479"/>
                <a:gd name="connsiteX85" fmla="*/ 5425582 w 6858000"/>
                <a:gd name="connsiteY85" fmla="*/ 446656 h 835479"/>
                <a:gd name="connsiteX86" fmla="*/ 5480637 w 6858000"/>
                <a:gd name="connsiteY86" fmla="*/ 458278 h 835479"/>
                <a:gd name="connsiteX87" fmla="*/ 5507667 w 6858000"/>
                <a:gd name="connsiteY87" fmla="*/ 462803 h 835479"/>
                <a:gd name="connsiteX88" fmla="*/ 5531691 w 6858000"/>
                <a:gd name="connsiteY88" fmla="*/ 452184 h 835479"/>
                <a:gd name="connsiteX89" fmla="*/ 5531692 w 6858000"/>
                <a:gd name="connsiteY89" fmla="*/ 452183 h 835479"/>
                <a:gd name="connsiteX90" fmla="*/ 5547577 w 6858000"/>
                <a:gd name="connsiteY90" fmla="*/ 442037 h 835479"/>
                <a:gd name="connsiteX91" fmla="*/ 5547578 w 6858000"/>
                <a:gd name="connsiteY91" fmla="*/ 442037 h 835479"/>
                <a:gd name="connsiteX92" fmla="*/ 5562746 w 6858000"/>
                <a:gd name="connsiteY92" fmla="*/ 451610 h 835479"/>
                <a:gd name="connsiteX93" fmla="*/ 5704483 w 6858000"/>
                <a:gd name="connsiteY93" fmla="*/ 522858 h 835479"/>
                <a:gd name="connsiteX94" fmla="*/ 5740488 w 6858000"/>
                <a:gd name="connsiteY94" fmla="*/ 528765 h 835479"/>
                <a:gd name="connsiteX95" fmla="*/ 5760873 w 6858000"/>
                <a:gd name="connsiteY95" fmla="*/ 537529 h 835479"/>
                <a:gd name="connsiteX96" fmla="*/ 5883751 w 6858000"/>
                <a:gd name="connsiteY96" fmla="*/ 625924 h 835479"/>
                <a:gd name="connsiteX97" fmla="*/ 5883755 w 6858000"/>
                <a:gd name="connsiteY97" fmla="*/ 625926 h 835479"/>
                <a:gd name="connsiteX98" fmla="*/ 5935945 w 6858000"/>
                <a:gd name="connsiteY98" fmla="*/ 643829 h 835479"/>
                <a:gd name="connsiteX99" fmla="*/ 5935949 w 6858000"/>
                <a:gd name="connsiteY99" fmla="*/ 643830 h 835479"/>
                <a:gd name="connsiteX100" fmla="*/ 5993289 w 6858000"/>
                <a:gd name="connsiteY100" fmla="*/ 640211 h 835479"/>
                <a:gd name="connsiteX101" fmla="*/ 5993290 w 6858000"/>
                <a:gd name="connsiteY101" fmla="*/ 640210 h 835479"/>
                <a:gd name="connsiteX102" fmla="*/ 6026439 w 6858000"/>
                <a:gd name="connsiteY102" fmla="*/ 633735 h 835479"/>
                <a:gd name="connsiteX103" fmla="*/ 6108737 w 6858000"/>
                <a:gd name="connsiteY103" fmla="*/ 577534 h 835479"/>
                <a:gd name="connsiteX104" fmla="*/ 6133313 w 6858000"/>
                <a:gd name="connsiteY104" fmla="*/ 563843 h 835479"/>
                <a:gd name="connsiteX105" fmla="*/ 6133314 w 6858000"/>
                <a:gd name="connsiteY105" fmla="*/ 563843 h 835479"/>
                <a:gd name="connsiteX106" fmla="*/ 6143189 w 6858000"/>
                <a:gd name="connsiteY106" fmla="*/ 567542 h 835479"/>
                <a:gd name="connsiteX107" fmla="*/ 6155599 w 6858000"/>
                <a:gd name="connsiteY107" fmla="*/ 579438 h 835479"/>
                <a:gd name="connsiteX108" fmla="*/ 6155602 w 6858000"/>
                <a:gd name="connsiteY108" fmla="*/ 579440 h 835479"/>
                <a:gd name="connsiteX109" fmla="*/ 6228756 w 6858000"/>
                <a:gd name="connsiteY109" fmla="*/ 618111 h 835479"/>
                <a:gd name="connsiteX110" fmla="*/ 6361539 w 6858000"/>
                <a:gd name="connsiteY110" fmla="*/ 635448 h 835479"/>
                <a:gd name="connsiteX111" fmla="*/ 6361538 w 6858000"/>
                <a:gd name="connsiteY111" fmla="*/ 635448 h 835479"/>
                <a:gd name="connsiteX112" fmla="*/ 6228755 w 6858000"/>
                <a:gd name="connsiteY112" fmla="*/ 618111 h 835479"/>
                <a:gd name="connsiteX113" fmla="*/ 6155601 w 6858000"/>
                <a:gd name="connsiteY113" fmla="*/ 579440 h 835479"/>
                <a:gd name="connsiteX114" fmla="*/ 6155599 w 6858000"/>
                <a:gd name="connsiteY114" fmla="*/ 579438 h 835479"/>
                <a:gd name="connsiteX115" fmla="*/ 6133314 w 6858000"/>
                <a:gd name="connsiteY115" fmla="*/ 563843 h 835479"/>
                <a:gd name="connsiteX116" fmla="*/ 6108738 w 6858000"/>
                <a:gd name="connsiteY116" fmla="*/ 577534 h 835479"/>
                <a:gd name="connsiteX117" fmla="*/ 6026440 w 6858000"/>
                <a:gd name="connsiteY117" fmla="*/ 633735 h 835479"/>
                <a:gd name="connsiteX118" fmla="*/ 5993291 w 6858000"/>
                <a:gd name="connsiteY118" fmla="*/ 640210 h 835479"/>
                <a:gd name="connsiteX119" fmla="*/ 5993289 w 6858000"/>
                <a:gd name="connsiteY119" fmla="*/ 640211 h 835479"/>
                <a:gd name="connsiteX120" fmla="*/ 5964476 w 6858000"/>
                <a:gd name="connsiteY120" fmla="*/ 643664 h 835479"/>
                <a:gd name="connsiteX121" fmla="*/ 5935949 w 6858000"/>
                <a:gd name="connsiteY121" fmla="*/ 643830 h 835479"/>
                <a:gd name="connsiteX122" fmla="*/ 5935948 w 6858000"/>
                <a:gd name="connsiteY122" fmla="*/ 643830 h 835479"/>
                <a:gd name="connsiteX123" fmla="*/ 5935945 w 6858000"/>
                <a:gd name="connsiteY123" fmla="*/ 643829 h 835479"/>
                <a:gd name="connsiteX124" fmla="*/ 5909350 w 6858000"/>
                <a:gd name="connsiteY124" fmla="*/ 636949 h 835479"/>
                <a:gd name="connsiteX125" fmla="*/ 5883755 w 6858000"/>
                <a:gd name="connsiteY125" fmla="*/ 625926 h 835479"/>
                <a:gd name="connsiteX126" fmla="*/ 5883750 w 6858000"/>
                <a:gd name="connsiteY126" fmla="*/ 625924 h 835479"/>
                <a:gd name="connsiteX127" fmla="*/ 5760872 w 6858000"/>
                <a:gd name="connsiteY127" fmla="*/ 537529 h 835479"/>
                <a:gd name="connsiteX128" fmla="*/ 5740487 w 6858000"/>
                <a:gd name="connsiteY128" fmla="*/ 528765 h 835479"/>
                <a:gd name="connsiteX129" fmla="*/ 5704482 w 6858000"/>
                <a:gd name="connsiteY129" fmla="*/ 522858 h 835479"/>
                <a:gd name="connsiteX130" fmla="*/ 5562745 w 6858000"/>
                <a:gd name="connsiteY130" fmla="*/ 451610 h 835479"/>
                <a:gd name="connsiteX131" fmla="*/ 5547577 w 6858000"/>
                <a:gd name="connsiteY131" fmla="*/ 442037 h 835479"/>
                <a:gd name="connsiteX132" fmla="*/ 5531693 w 6858000"/>
                <a:gd name="connsiteY132" fmla="*/ 452183 h 835479"/>
                <a:gd name="connsiteX133" fmla="*/ 5531691 w 6858000"/>
                <a:gd name="connsiteY133" fmla="*/ 452184 h 835479"/>
                <a:gd name="connsiteX134" fmla="*/ 5520421 w 6858000"/>
                <a:gd name="connsiteY134" fmla="*/ 460582 h 835479"/>
                <a:gd name="connsiteX135" fmla="*/ 5507667 w 6858000"/>
                <a:gd name="connsiteY135" fmla="*/ 462803 h 835479"/>
                <a:gd name="connsiteX136" fmla="*/ 5507666 w 6858000"/>
                <a:gd name="connsiteY136" fmla="*/ 462803 h 835479"/>
                <a:gd name="connsiteX137" fmla="*/ 5480636 w 6858000"/>
                <a:gd name="connsiteY137" fmla="*/ 458278 h 835479"/>
                <a:gd name="connsiteX138" fmla="*/ 5425581 w 6858000"/>
                <a:gd name="connsiteY138" fmla="*/ 446656 h 835479"/>
                <a:gd name="connsiteX139" fmla="*/ 5385383 w 6858000"/>
                <a:gd name="connsiteY139" fmla="*/ 438465 h 835479"/>
                <a:gd name="connsiteX140" fmla="*/ 5355013 w 6858000"/>
                <a:gd name="connsiteY140" fmla="*/ 433589 h 835479"/>
                <a:gd name="connsiteX141" fmla="*/ 5321350 w 6858000"/>
                <a:gd name="connsiteY141" fmla="*/ 437509 h 835479"/>
                <a:gd name="connsiteX142" fmla="*/ 5272796 w 6858000"/>
                <a:gd name="connsiteY142" fmla="*/ 462468 h 835479"/>
                <a:gd name="connsiteX143" fmla="*/ 5243613 w 6858000"/>
                <a:gd name="connsiteY143" fmla="*/ 478254 h 835479"/>
                <a:gd name="connsiteX144" fmla="*/ 5229433 w 6858000"/>
                <a:gd name="connsiteY144" fmla="*/ 485925 h 835479"/>
                <a:gd name="connsiteX145" fmla="*/ 5179067 w 6858000"/>
                <a:gd name="connsiteY145" fmla="*/ 486091 h 835479"/>
                <a:gd name="connsiteX146" fmla="*/ 5179066 w 6858000"/>
                <a:gd name="connsiteY146" fmla="*/ 486091 h 835479"/>
                <a:gd name="connsiteX147" fmla="*/ 5172089 w 6858000"/>
                <a:gd name="connsiteY147" fmla="*/ 483545 h 835479"/>
                <a:gd name="connsiteX148" fmla="*/ 5166113 w 6858000"/>
                <a:gd name="connsiteY148" fmla="*/ 482853 h 835479"/>
                <a:gd name="connsiteX149" fmla="*/ 5133224 w 6858000"/>
                <a:gd name="connsiteY149" fmla="*/ 489569 h 835479"/>
                <a:gd name="connsiteX150" fmla="*/ 5133223 w 6858000"/>
                <a:gd name="connsiteY150" fmla="*/ 489569 h 835479"/>
                <a:gd name="connsiteX151" fmla="*/ 5133219 w 6858000"/>
                <a:gd name="connsiteY151" fmla="*/ 489567 h 835479"/>
                <a:gd name="connsiteX152" fmla="*/ 5102460 w 6858000"/>
                <a:gd name="connsiteY152" fmla="*/ 482424 h 835479"/>
                <a:gd name="connsiteX153" fmla="*/ 5087443 w 6858000"/>
                <a:gd name="connsiteY153" fmla="*/ 476540 h 835479"/>
                <a:gd name="connsiteX154" fmla="*/ 5087422 w 6858000"/>
                <a:gd name="connsiteY154" fmla="*/ 476534 h 835479"/>
                <a:gd name="connsiteX155" fmla="*/ 5070584 w 6858000"/>
                <a:gd name="connsiteY155" fmla="*/ 470217 h 835479"/>
                <a:gd name="connsiteX156" fmla="*/ 5041527 w 6858000"/>
                <a:gd name="connsiteY156" fmla="*/ 463422 h 835479"/>
                <a:gd name="connsiteX157" fmla="*/ 5041520 w 6858000"/>
                <a:gd name="connsiteY157" fmla="*/ 463420 h 835479"/>
                <a:gd name="connsiteX158" fmla="*/ 4987036 w 6858000"/>
                <a:gd name="connsiteY158" fmla="*/ 436941 h 835479"/>
                <a:gd name="connsiteX159" fmla="*/ 4957452 w 6858000"/>
                <a:gd name="connsiteY159" fmla="*/ 419659 h 835479"/>
                <a:gd name="connsiteX160" fmla="*/ 4933804 w 6858000"/>
                <a:gd name="connsiteY160" fmla="*/ 412107 h 835479"/>
                <a:gd name="connsiteX161" fmla="*/ 4912168 w 6858000"/>
                <a:gd name="connsiteY161" fmla="*/ 413509 h 835479"/>
                <a:gd name="connsiteX162" fmla="*/ 4889275 w 6858000"/>
                <a:gd name="connsiteY162" fmla="*/ 415214 h 835479"/>
                <a:gd name="connsiteX163" fmla="*/ 4889274 w 6858000"/>
                <a:gd name="connsiteY163" fmla="*/ 415214 h 835479"/>
                <a:gd name="connsiteX164" fmla="*/ 4867613 w 6858000"/>
                <a:gd name="connsiteY164" fmla="*/ 410436 h 835479"/>
                <a:gd name="connsiteX165" fmla="*/ 4863342 w 6858000"/>
                <a:gd name="connsiteY165" fmla="*/ 407685 h 835479"/>
                <a:gd name="connsiteX166" fmla="*/ 4857316 w 6858000"/>
                <a:gd name="connsiteY166" fmla="*/ 405935 h 835479"/>
                <a:gd name="connsiteX167" fmla="*/ 4828915 w 6858000"/>
                <a:gd name="connsiteY167" fmla="*/ 385504 h 835479"/>
                <a:gd name="connsiteX168" fmla="*/ 4800482 w 6858000"/>
                <a:gd name="connsiteY168" fmla="*/ 370668 h 835479"/>
                <a:gd name="connsiteX169" fmla="*/ 4767764 w 6858000"/>
                <a:gd name="connsiteY169" fmla="*/ 371977 h 835479"/>
                <a:gd name="connsiteX170" fmla="*/ 4677655 w 6858000"/>
                <a:gd name="connsiteY170" fmla="*/ 381884 h 835479"/>
                <a:gd name="connsiteX171" fmla="*/ 4659174 w 6858000"/>
                <a:gd name="connsiteY171" fmla="*/ 389886 h 835479"/>
                <a:gd name="connsiteX172" fmla="*/ 4482004 w 6858000"/>
                <a:gd name="connsiteY172" fmla="*/ 449896 h 835479"/>
                <a:gd name="connsiteX173" fmla="*/ 4363890 w 6858000"/>
                <a:gd name="connsiteY173" fmla="*/ 450658 h 835479"/>
                <a:gd name="connsiteX174" fmla="*/ 4363889 w 6858000"/>
                <a:gd name="connsiteY174" fmla="*/ 450658 h 835479"/>
                <a:gd name="connsiteX175" fmla="*/ 4324644 w 6858000"/>
                <a:gd name="connsiteY175" fmla="*/ 441704 h 835479"/>
                <a:gd name="connsiteX176" fmla="*/ 4253013 w 6858000"/>
                <a:gd name="connsiteY176" fmla="*/ 401888 h 835479"/>
                <a:gd name="connsiteX177" fmla="*/ 4165382 w 6858000"/>
                <a:gd name="connsiteY177" fmla="*/ 392362 h 835479"/>
                <a:gd name="connsiteX178" fmla="*/ 4165383 w 6858000"/>
                <a:gd name="connsiteY178" fmla="*/ 392362 h 835479"/>
                <a:gd name="connsiteX179" fmla="*/ 4192387 w 6858000"/>
                <a:gd name="connsiteY179" fmla="*/ 396267 h 835479"/>
                <a:gd name="connsiteX180" fmla="*/ 4192386 w 6858000"/>
                <a:gd name="connsiteY180" fmla="*/ 396267 h 835479"/>
                <a:gd name="connsiteX181" fmla="*/ 4165382 w 6858000"/>
                <a:gd name="connsiteY181" fmla="*/ 392362 h 835479"/>
                <a:gd name="connsiteX182" fmla="*/ 3885337 w 6858000"/>
                <a:gd name="connsiteY182" fmla="*/ 379980 h 835479"/>
                <a:gd name="connsiteX183" fmla="*/ 3885338 w 6858000"/>
                <a:gd name="connsiteY183" fmla="*/ 379980 h 835479"/>
                <a:gd name="connsiteX184" fmla="*/ 3885341 w 6858000"/>
                <a:gd name="connsiteY184" fmla="*/ 379982 h 835479"/>
                <a:gd name="connsiteX185" fmla="*/ 3962157 w 6858000"/>
                <a:gd name="connsiteY185" fmla="*/ 411865 h 835479"/>
                <a:gd name="connsiteX186" fmla="*/ 3962159 w 6858000"/>
                <a:gd name="connsiteY186" fmla="*/ 411865 h 835479"/>
                <a:gd name="connsiteX187" fmla="*/ 4043837 w 6858000"/>
                <a:gd name="connsiteY187" fmla="*/ 396173 h 835479"/>
                <a:gd name="connsiteX188" fmla="*/ 4043838 w 6858000"/>
                <a:gd name="connsiteY188" fmla="*/ 396172 h 835479"/>
                <a:gd name="connsiteX189" fmla="*/ 4103824 w 6858000"/>
                <a:gd name="connsiteY189" fmla="*/ 381051 h 835479"/>
                <a:gd name="connsiteX190" fmla="*/ 4103825 w 6858000"/>
                <a:gd name="connsiteY190" fmla="*/ 381051 h 835479"/>
                <a:gd name="connsiteX191" fmla="*/ 4134255 w 6858000"/>
                <a:gd name="connsiteY191" fmla="*/ 383018 h 835479"/>
                <a:gd name="connsiteX192" fmla="*/ 4165381 w 6858000"/>
                <a:gd name="connsiteY192" fmla="*/ 392362 h 835479"/>
                <a:gd name="connsiteX193" fmla="*/ 4103825 w 6858000"/>
                <a:gd name="connsiteY193" fmla="*/ 381051 h 835479"/>
                <a:gd name="connsiteX194" fmla="*/ 4043839 w 6858000"/>
                <a:gd name="connsiteY194" fmla="*/ 396172 h 835479"/>
                <a:gd name="connsiteX195" fmla="*/ 4043837 w 6858000"/>
                <a:gd name="connsiteY195" fmla="*/ 396173 h 835479"/>
                <a:gd name="connsiteX196" fmla="*/ 4002409 w 6858000"/>
                <a:gd name="connsiteY196" fmla="*/ 409475 h 835479"/>
                <a:gd name="connsiteX197" fmla="*/ 3962159 w 6858000"/>
                <a:gd name="connsiteY197" fmla="*/ 411865 h 835479"/>
                <a:gd name="connsiteX198" fmla="*/ 3962158 w 6858000"/>
                <a:gd name="connsiteY198" fmla="*/ 411865 h 835479"/>
                <a:gd name="connsiteX199" fmla="*/ 3962157 w 6858000"/>
                <a:gd name="connsiteY199" fmla="*/ 411865 h 835479"/>
                <a:gd name="connsiteX200" fmla="*/ 3923124 w 6858000"/>
                <a:gd name="connsiteY200" fmla="*/ 402361 h 835479"/>
                <a:gd name="connsiteX201" fmla="*/ 3885341 w 6858000"/>
                <a:gd name="connsiteY201" fmla="*/ 379982 h 835479"/>
                <a:gd name="connsiteX202" fmla="*/ 3669899 w 6858000"/>
                <a:gd name="connsiteY202" fmla="*/ 394577 h 835479"/>
                <a:gd name="connsiteX203" fmla="*/ 3680163 w 6858000"/>
                <a:gd name="connsiteY203" fmla="*/ 397173 h 835479"/>
                <a:gd name="connsiteX204" fmla="*/ 3734836 w 6858000"/>
                <a:gd name="connsiteY204" fmla="*/ 393125 h 835479"/>
                <a:gd name="connsiteX205" fmla="*/ 3734837 w 6858000"/>
                <a:gd name="connsiteY205" fmla="*/ 393125 h 835479"/>
                <a:gd name="connsiteX206" fmla="*/ 3754652 w 6858000"/>
                <a:gd name="connsiteY206" fmla="*/ 393507 h 835479"/>
                <a:gd name="connsiteX207" fmla="*/ 3789775 w 6858000"/>
                <a:gd name="connsiteY207" fmla="*/ 399864 h 835479"/>
                <a:gd name="connsiteX208" fmla="*/ 3822471 w 6858000"/>
                <a:gd name="connsiteY208" fmla="*/ 384932 h 835479"/>
                <a:gd name="connsiteX209" fmla="*/ 3852618 w 6858000"/>
                <a:gd name="connsiteY209" fmla="*/ 370597 h 835479"/>
                <a:gd name="connsiteX210" fmla="*/ 3852619 w 6858000"/>
                <a:gd name="connsiteY210" fmla="*/ 370597 h 835479"/>
                <a:gd name="connsiteX211" fmla="*/ 3868763 w 6858000"/>
                <a:gd name="connsiteY211" fmla="*/ 371377 h 835479"/>
                <a:gd name="connsiteX212" fmla="*/ 3885336 w 6858000"/>
                <a:gd name="connsiteY212" fmla="*/ 379980 h 835479"/>
                <a:gd name="connsiteX213" fmla="*/ 3852619 w 6858000"/>
                <a:gd name="connsiteY213" fmla="*/ 370597 h 835479"/>
                <a:gd name="connsiteX214" fmla="*/ 3822472 w 6858000"/>
                <a:gd name="connsiteY214" fmla="*/ 384932 h 835479"/>
                <a:gd name="connsiteX215" fmla="*/ 3789776 w 6858000"/>
                <a:gd name="connsiteY215" fmla="*/ 399864 h 835479"/>
                <a:gd name="connsiteX216" fmla="*/ 3789775 w 6858000"/>
                <a:gd name="connsiteY216" fmla="*/ 399864 h 835479"/>
                <a:gd name="connsiteX217" fmla="*/ 3754651 w 6858000"/>
                <a:gd name="connsiteY217" fmla="*/ 393507 h 835479"/>
                <a:gd name="connsiteX218" fmla="*/ 3734837 w 6858000"/>
                <a:gd name="connsiteY218" fmla="*/ 393125 h 835479"/>
                <a:gd name="connsiteX219" fmla="*/ 3680163 w 6858000"/>
                <a:gd name="connsiteY219" fmla="*/ 397173 h 835479"/>
                <a:gd name="connsiteX220" fmla="*/ 3680162 w 6858000"/>
                <a:gd name="connsiteY220" fmla="*/ 397173 h 835479"/>
                <a:gd name="connsiteX221" fmla="*/ 2836171 w 6858000"/>
                <a:gd name="connsiteY221" fmla="*/ 465063 h 835479"/>
                <a:gd name="connsiteX222" fmla="*/ 2848792 w 6858000"/>
                <a:gd name="connsiteY222" fmla="*/ 456372 h 835479"/>
                <a:gd name="connsiteX223" fmla="*/ 2897784 w 6858000"/>
                <a:gd name="connsiteY223" fmla="*/ 440769 h 835479"/>
                <a:gd name="connsiteX224" fmla="*/ 2903549 w 6858000"/>
                <a:gd name="connsiteY224" fmla="*/ 439740 h 835479"/>
                <a:gd name="connsiteX225" fmla="*/ 2914327 w 6858000"/>
                <a:gd name="connsiteY225" fmla="*/ 436466 h 835479"/>
                <a:gd name="connsiteX226" fmla="*/ 2947858 w 6858000"/>
                <a:gd name="connsiteY226" fmla="*/ 431835 h 835479"/>
                <a:gd name="connsiteX227" fmla="*/ 2947861 w 6858000"/>
                <a:gd name="connsiteY227" fmla="*/ 431834 h 835479"/>
                <a:gd name="connsiteX228" fmla="*/ 2947862 w 6858000"/>
                <a:gd name="connsiteY228" fmla="*/ 431834 h 835479"/>
                <a:gd name="connsiteX229" fmla="*/ 2982148 w 6858000"/>
                <a:gd name="connsiteY229" fmla="*/ 435418 h 835479"/>
                <a:gd name="connsiteX230" fmla="*/ 3077401 w 6858000"/>
                <a:gd name="connsiteY230" fmla="*/ 447111 h 835479"/>
                <a:gd name="connsiteX231" fmla="*/ 3172653 w 6858000"/>
                <a:gd name="connsiteY231" fmla="*/ 434656 h 835479"/>
                <a:gd name="connsiteX232" fmla="*/ 3489466 w 6858000"/>
                <a:gd name="connsiteY232" fmla="*/ 387029 h 835479"/>
                <a:gd name="connsiteX233" fmla="*/ 3544712 w 6858000"/>
                <a:gd name="connsiteY233" fmla="*/ 364930 h 835479"/>
                <a:gd name="connsiteX234" fmla="*/ 3574407 w 6858000"/>
                <a:gd name="connsiteY234" fmla="*/ 347308 h 835479"/>
                <a:gd name="connsiteX235" fmla="*/ 3574408 w 6858000"/>
                <a:gd name="connsiteY235" fmla="*/ 347308 h 835479"/>
                <a:gd name="connsiteX236" fmla="*/ 3606817 w 6858000"/>
                <a:gd name="connsiteY236" fmla="*/ 359406 h 835479"/>
                <a:gd name="connsiteX237" fmla="*/ 3630632 w 6858000"/>
                <a:gd name="connsiteY237" fmla="*/ 372932 h 835479"/>
                <a:gd name="connsiteX238" fmla="*/ 3651953 w 6858000"/>
                <a:gd name="connsiteY238" fmla="*/ 388826 h 835479"/>
                <a:gd name="connsiteX239" fmla="*/ 3630631 w 6858000"/>
                <a:gd name="connsiteY239" fmla="*/ 372932 h 835479"/>
                <a:gd name="connsiteX240" fmla="*/ 3606816 w 6858000"/>
                <a:gd name="connsiteY240" fmla="*/ 359406 h 835479"/>
                <a:gd name="connsiteX241" fmla="*/ 3587173 w 6858000"/>
                <a:gd name="connsiteY241" fmla="*/ 349660 h 835479"/>
                <a:gd name="connsiteX242" fmla="*/ 3574407 w 6858000"/>
                <a:gd name="connsiteY242" fmla="*/ 347308 h 835479"/>
                <a:gd name="connsiteX243" fmla="*/ 3562320 w 6858000"/>
                <a:gd name="connsiteY243" fmla="*/ 352387 h 835479"/>
                <a:gd name="connsiteX244" fmla="*/ 3544713 w 6858000"/>
                <a:gd name="connsiteY244" fmla="*/ 364930 h 835479"/>
                <a:gd name="connsiteX245" fmla="*/ 3489467 w 6858000"/>
                <a:gd name="connsiteY245" fmla="*/ 387029 h 835479"/>
                <a:gd name="connsiteX246" fmla="*/ 3172654 w 6858000"/>
                <a:gd name="connsiteY246" fmla="*/ 434656 h 835479"/>
                <a:gd name="connsiteX247" fmla="*/ 3077401 w 6858000"/>
                <a:gd name="connsiteY247" fmla="*/ 447111 h 835479"/>
                <a:gd name="connsiteX248" fmla="*/ 3077400 w 6858000"/>
                <a:gd name="connsiteY248" fmla="*/ 447111 h 835479"/>
                <a:gd name="connsiteX249" fmla="*/ 2982147 w 6858000"/>
                <a:gd name="connsiteY249" fmla="*/ 435418 h 835479"/>
                <a:gd name="connsiteX250" fmla="*/ 2947862 w 6858000"/>
                <a:gd name="connsiteY250" fmla="*/ 431834 h 835479"/>
                <a:gd name="connsiteX251" fmla="*/ 2947858 w 6858000"/>
                <a:gd name="connsiteY251" fmla="*/ 431835 h 835479"/>
                <a:gd name="connsiteX252" fmla="*/ 2903549 w 6858000"/>
                <a:gd name="connsiteY252" fmla="*/ 439740 h 835479"/>
                <a:gd name="connsiteX253" fmla="*/ 2848793 w 6858000"/>
                <a:gd name="connsiteY253" fmla="*/ 456372 h 835479"/>
                <a:gd name="connsiteX254" fmla="*/ 2836172 w 6858000"/>
                <a:gd name="connsiteY254" fmla="*/ 465063 h 835479"/>
                <a:gd name="connsiteX255" fmla="*/ 1268757 w 6858000"/>
                <a:gd name="connsiteY255" fmla="*/ 18376 h 835479"/>
                <a:gd name="connsiteX256" fmla="*/ 1286069 w 6858000"/>
                <a:gd name="connsiteY256" fmla="*/ 23543 h 835479"/>
                <a:gd name="connsiteX257" fmla="*/ 1350627 w 6858000"/>
                <a:gd name="connsiteY257" fmla="*/ 45880 h 835479"/>
                <a:gd name="connsiteX258" fmla="*/ 1413839 w 6858000"/>
                <a:gd name="connsiteY258" fmla="*/ 40286 h 835479"/>
                <a:gd name="connsiteX259" fmla="*/ 1350626 w 6858000"/>
                <a:gd name="connsiteY259" fmla="*/ 45881 h 835479"/>
                <a:gd name="connsiteX260" fmla="*/ 1286068 w 6858000"/>
                <a:gd name="connsiteY260" fmla="*/ 23543 h 835479"/>
                <a:gd name="connsiteX261" fmla="*/ 313532 w 6858000"/>
                <a:gd name="connsiteY261" fmla="*/ 14019 h 835479"/>
                <a:gd name="connsiteX262" fmla="*/ 313533 w 6858000"/>
                <a:gd name="connsiteY262" fmla="*/ 14018 h 835479"/>
                <a:gd name="connsiteX263" fmla="*/ 338870 w 6858000"/>
                <a:gd name="connsiteY263" fmla="*/ 13446 h 835479"/>
                <a:gd name="connsiteX264" fmla="*/ 338902 w 6858000"/>
                <a:gd name="connsiteY264" fmla="*/ 13453 h 835479"/>
                <a:gd name="connsiteX265" fmla="*/ 395639 w 6858000"/>
                <a:gd name="connsiteY265" fmla="*/ 23353 h 835479"/>
                <a:gd name="connsiteX266" fmla="*/ 367327 w 6858000"/>
                <a:gd name="connsiteY266" fmla="*/ 19543 h 835479"/>
                <a:gd name="connsiteX267" fmla="*/ 338902 w 6858000"/>
                <a:gd name="connsiteY267" fmla="*/ 13453 h 835479"/>
                <a:gd name="connsiteX268" fmla="*/ 338869 w 6858000"/>
                <a:gd name="connsiteY268" fmla="*/ 13447 h 835479"/>
                <a:gd name="connsiteX269" fmla="*/ 324057 w 6858000"/>
                <a:gd name="connsiteY269" fmla="*/ 11661 h 835479"/>
                <a:gd name="connsiteX270" fmla="*/ 281567 w 6858000"/>
                <a:gd name="connsiteY270" fmla="*/ 36346 h 835479"/>
                <a:gd name="connsiteX271" fmla="*/ 295414 w 6858000"/>
                <a:gd name="connsiteY271" fmla="*/ 31451 h 835479"/>
                <a:gd name="connsiteX272" fmla="*/ 295414 w 6858000"/>
                <a:gd name="connsiteY272" fmla="*/ 31452 h 835479"/>
                <a:gd name="connsiteX273" fmla="*/ 24485 w 6858000"/>
                <a:gd name="connsiteY273" fmla="*/ 23026 h 835479"/>
                <a:gd name="connsiteX274" fmla="*/ 74128 w 6858000"/>
                <a:gd name="connsiteY274" fmla="*/ 20763 h 835479"/>
                <a:gd name="connsiteX275" fmla="*/ 125860 w 6858000"/>
                <a:gd name="connsiteY275" fmla="*/ 26687 h 835479"/>
                <a:gd name="connsiteX276" fmla="*/ 153386 w 6858000"/>
                <a:gd name="connsiteY276" fmla="*/ 31082 h 835479"/>
                <a:gd name="connsiteX277" fmla="*/ 228943 w 6858000"/>
                <a:gd name="connsiteY277" fmla="*/ 39355 h 835479"/>
                <a:gd name="connsiteX278" fmla="*/ 177270 w 6858000"/>
                <a:gd name="connsiteY278" fmla="*/ 34896 h 835479"/>
                <a:gd name="connsiteX279" fmla="*/ 153386 w 6858000"/>
                <a:gd name="connsiteY279" fmla="*/ 31082 h 835479"/>
                <a:gd name="connsiteX280" fmla="*/ 151568 w 6858000"/>
                <a:gd name="connsiteY280" fmla="*/ 30883 h 835479"/>
                <a:gd name="connsiteX281" fmla="*/ 74128 w 6858000"/>
                <a:gd name="connsiteY281" fmla="*/ 20764 h 835479"/>
                <a:gd name="connsiteX282" fmla="*/ 0 w 6858000"/>
                <a:gd name="connsiteY282" fmla="*/ 29969 h 835479"/>
                <a:gd name="connsiteX283" fmla="*/ 0 w 6858000"/>
                <a:gd name="connsiteY283" fmla="*/ 494077 h 835479"/>
                <a:gd name="connsiteX284" fmla="*/ 2816 w 6858000"/>
                <a:gd name="connsiteY284" fmla="*/ 492950 h 835479"/>
                <a:gd name="connsiteX285" fmla="*/ 63586 w 6858000"/>
                <a:gd name="connsiteY285" fmla="*/ 478851 h 835479"/>
                <a:gd name="connsiteX286" fmla="*/ 176938 w 6858000"/>
                <a:gd name="connsiteY286" fmla="*/ 464945 h 835479"/>
                <a:gd name="connsiteX287" fmla="*/ 200181 w 6858000"/>
                <a:gd name="connsiteY287" fmla="*/ 456943 h 835479"/>
                <a:gd name="connsiteX288" fmla="*/ 340773 w 6858000"/>
                <a:gd name="connsiteY288" fmla="*/ 419031 h 835479"/>
                <a:gd name="connsiteX289" fmla="*/ 453363 w 6858000"/>
                <a:gd name="connsiteY289" fmla="*/ 419796 h 835479"/>
                <a:gd name="connsiteX290" fmla="*/ 462125 w 6858000"/>
                <a:gd name="connsiteY290" fmla="*/ 421510 h 835479"/>
                <a:gd name="connsiteX291" fmla="*/ 505181 w 6858000"/>
                <a:gd name="connsiteY291" fmla="*/ 434082 h 835479"/>
                <a:gd name="connsiteX292" fmla="*/ 571859 w 6858000"/>
                <a:gd name="connsiteY292" fmla="*/ 430654 h 835479"/>
                <a:gd name="connsiteX293" fmla="*/ 617771 w 6858000"/>
                <a:gd name="connsiteY293" fmla="*/ 413317 h 835479"/>
                <a:gd name="connsiteX294" fmla="*/ 674922 w 6858000"/>
                <a:gd name="connsiteY294" fmla="*/ 412555 h 835479"/>
                <a:gd name="connsiteX295" fmla="*/ 740267 w 6858000"/>
                <a:gd name="connsiteY295" fmla="*/ 423414 h 835479"/>
                <a:gd name="connsiteX296" fmla="*/ 769604 w 6858000"/>
                <a:gd name="connsiteY296" fmla="*/ 425700 h 835479"/>
                <a:gd name="connsiteX297" fmla="*/ 850188 w 6858000"/>
                <a:gd name="connsiteY297" fmla="*/ 448180 h 835479"/>
                <a:gd name="connsiteX298" fmla="*/ 898197 w 6858000"/>
                <a:gd name="connsiteY298" fmla="*/ 442656 h 835479"/>
                <a:gd name="connsiteX299" fmla="*/ 945443 w 6858000"/>
                <a:gd name="connsiteY299" fmla="*/ 427796 h 835479"/>
                <a:gd name="connsiteX300" fmla="*/ 975732 w 6858000"/>
                <a:gd name="connsiteY300" fmla="*/ 413507 h 835479"/>
                <a:gd name="connsiteX301" fmla="*/ 1036886 w 6858000"/>
                <a:gd name="connsiteY301" fmla="*/ 403411 h 835479"/>
                <a:gd name="connsiteX302" fmla="*/ 1048124 w 6858000"/>
                <a:gd name="connsiteY302" fmla="*/ 404935 h 835479"/>
                <a:gd name="connsiteX303" fmla="*/ 1230632 w 6858000"/>
                <a:gd name="connsiteY303" fmla="*/ 417509 h 835479"/>
                <a:gd name="connsiteX304" fmla="*/ 1303023 w 6858000"/>
                <a:gd name="connsiteY304" fmla="*/ 437702 h 835479"/>
                <a:gd name="connsiteX305" fmla="*/ 1318455 w 6858000"/>
                <a:gd name="connsiteY305" fmla="*/ 440178 h 835479"/>
                <a:gd name="connsiteX306" fmla="*/ 1472574 w 6858000"/>
                <a:gd name="connsiteY306" fmla="*/ 462849 h 835479"/>
                <a:gd name="connsiteX307" fmla="*/ 1489719 w 6858000"/>
                <a:gd name="connsiteY307" fmla="*/ 463801 h 835479"/>
                <a:gd name="connsiteX308" fmla="*/ 1537536 w 6858000"/>
                <a:gd name="connsiteY308" fmla="*/ 459801 h 835479"/>
                <a:gd name="connsiteX309" fmla="*/ 1650316 w 6858000"/>
                <a:gd name="connsiteY309" fmla="*/ 500950 h 835479"/>
                <a:gd name="connsiteX310" fmla="*/ 1763286 w 6858000"/>
                <a:gd name="connsiteY310" fmla="*/ 515049 h 835479"/>
                <a:gd name="connsiteX311" fmla="*/ 1825392 w 6858000"/>
                <a:gd name="connsiteY311" fmla="*/ 514857 h 835479"/>
                <a:gd name="connsiteX312" fmla="*/ 1869779 w 6858000"/>
                <a:gd name="connsiteY312" fmla="*/ 524955 h 835479"/>
                <a:gd name="connsiteX313" fmla="*/ 1978939 w 6858000"/>
                <a:gd name="connsiteY313" fmla="*/ 555626 h 835479"/>
                <a:gd name="connsiteX314" fmla="*/ 2030377 w 6858000"/>
                <a:gd name="connsiteY314" fmla="*/ 560388 h 835479"/>
                <a:gd name="connsiteX315" fmla="*/ 2085053 w 6858000"/>
                <a:gd name="connsiteY315" fmla="*/ 570677 h 835479"/>
                <a:gd name="connsiteX316" fmla="*/ 2220311 w 6858000"/>
                <a:gd name="connsiteY316" fmla="*/ 616778 h 835479"/>
                <a:gd name="connsiteX317" fmla="*/ 2330805 w 6858000"/>
                <a:gd name="connsiteY317" fmla="*/ 614112 h 835479"/>
                <a:gd name="connsiteX318" fmla="*/ 2401291 w 6858000"/>
                <a:gd name="connsiteY318" fmla="*/ 614682 h 835479"/>
                <a:gd name="connsiteX319" fmla="*/ 2485306 w 6858000"/>
                <a:gd name="connsiteY319" fmla="*/ 629923 h 835479"/>
                <a:gd name="connsiteX320" fmla="*/ 2554078 w 6858000"/>
                <a:gd name="connsiteY320" fmla="*/ 652213 h 835479"/>
                <a:gd name="connsiteX321" fmla="*/ 2649142 w 6858000"/>
                <a:gd name="connsiteY321" fmla="*/ 669930 h 835479"/>
                <a:gd name="connsiteX322" fmla="*/ 2743825 w 6858000"/>
                <a:gd name="connsiteY322" fmla="*/ 704031 h 835479"/>
                <a:gd name="connsiteX323" fmla="*/ 2809929 w 6858000"/>
                <a:gd name="connsiteY323" fmla="*/ 730130 h 835479"/>
                <a:gd name="connsiteX324" fmla="*/ 2901942 w 6858000"/>
                <a:gd name="connsiteY324" fmla="*/ 753181 h 835479"/>
                <a:gd name="connsiteX325" fmla="*/ 3042727 w 6858000"/>
                <a:gd name="connsiteY325" fmla="*/ 769373 h 835479"/>
                <a:gd name="connsiteX326" fmla="*/ 3107499 w 6858000"/>
                <a:gd name="connsiteY326" fmla="*/ 771089 h 835479"/>
                <a:gd name="connsiteX327" fmla="*/ 3209992 w 6858000"/>
                <a:gd name="connsiteY327" fmla="*/ 808998 h 835479"/>
                <a:gd name="connsiteX328" fmla="*/ 3253808 w 6858000"/>
                <a:gd name="connsiteY328" fmla="*/ 827287 h 835479"/>
                <a:gd name="connsiteX329" fmla="*/ 3293243 w 6858000"/>
                <a:gd name="connsiteY329" fmla="*/ 812047 h 835479"/>
                <a:gd name="connsiteX330" fmla="*/ 3318770 w 6858000"/>
                <a:gd name="connsiteY330" fmla="*/ 794520 h 835479"/>
                <a:gd name="connsiteX331" fmla="*/ 3399545 w 6858000"/>
                <a:gd name="connsiteY331" fmla="*/ 809381 h 835479"/>
                <a:gd name="connsiteX332" fmla="*/ 3485274 w 6858000"/>
                <a:gd name="connsiteY332" fmla="*/ 825001 h 835479"/>
                <a:gd name="connsiteX333" fmla="*/ 3546616 w 6858000"/>
                <a:gd name="connsiteY333" fmla="*/ 835479 h 835479"/>
                <a:gd name="connsiteX334" fmla="*/ 3623200 w 6858000"/>
                <a:gd name="connsiteY334" fmla="*/ 827097 h 835479"/>
                <a:gd name="connsiteX335" fmla="*/ 3683590 w 6858000"/>
                <a:gd name="connsiteY335" fmla="*/ 823669 h 835479"/>
                <a:gd name="connsiteX336" fmla="*/ 3732360 w 6858000"/>
                <a:gd name="connsiteY336" fmla="*/ 813953 h 835479"/>
                <a:gd name="connsiteX337" fmla="*/ 3749505 w 6858000"/>
                <a:gd name="connsiteY337" fmla="*/ 808236 h 835479"/>
                <a:gd name="connsiteX338" fmla="*/ 3885337 w 6858000"/>
                <a:gd name="connsiteY338" fmla="*/ 763659 h 835479"/>
                <a:gd name="connsiteX339" fmla="*/ 4030502 w 6858000"/>
                <a:gd name="connsiteY339" fmla="*/ 728034 h 835479"/>
                <a:gd name="connsiteX340" fmla="*/ 4124613 w 6858000"/>
                <a:gd name="connsiteY340" fmla="*/ 750515 h 835479"/>
                <a:gd name="connsiteX341" fmla="*/ 4159666 w 6858000"/>
                <a:gd name="connsiteY341" fmla="*/ 750133 h 835479"/>
                <a:gd name="connsiteX342" fmla="*/ 4320836 w 6858000"/>
                <a:gd name="connsiteY342" fmla="*/ 755277 h 835479"/>
                <a:gd name="connsiteX343" fmla="*/ 4349221 w 6858000"/>
                <a:gd name="connsiteY343" fmla="*/ 760801 h 835479"/>
                <a:gd name="connsiteX344" fmla="*/ 4502578 w 6858000"/>
                <a:gd name="connsiteY344" fmla="*/ 738130 h 835479"/>
                <a:gd name="connsiteX345" fmla="*/ 4558206 w 6858000"/>
                <a:gd name="connsiteY345" fmla="*/ 734320 h 835479"/>
                <a:gd name="connsiteX346" fmla="*/ 4609451 w 6858000"/>
                <a:gd name="connsiteY346" fmla="*/ 728034 h 835479"/>
                <a:gd name="connsiteX347" fmla="*/ 4681082 w 6858000"/>
                <a:gd name="connsiteY347" fmla="*/ 726510 h 835479"/>
                <a:gd name="connsiteX348" fmla="*/ 4755380 w 6858000"/>
                <a:gd name="connsiteY348" fmla="*/ 729368 h 835479"/>
                <a:gd name="connsiteX349" fmla="*/ 4838249 w 6858000"/>
                <a:gd name="connsiteY349" fmla="*/ 728796 h 835479"/>
                <a:gd name="connsiteX350" fmla="*/ 4871018 w 6858000"/>
                <a:gd name="connsiteY350" fmla="*/ 723844 h 835479"/>
                <a:gd name="connsiteX351" fmla="*/ 4959601 w 6858000"/>
                <a:gd name="connsiteY351" fmla="*/ 727272 h 835479"/>
                <a:gd name="connsiteX352" fmla="*/ 5006085 w 6858000"/>
                <a:gd name="connsiteY352" fmla="*/ 721558 h 835479"/>
                <a:gd name="connsiteX353" fmla="*/ 5082669 w 6858000"/>
                <a:gd name="connsiteY353" fmla="*/ 720414 h 835479"/>
                <a:gd name="connsiteX354" fmla="*/ 5107626 w 6858000"/>
                <a:gd name="connsiteY354" fmla="*/ 719079 h 835479"/>
                <a:gd name="connsiteX355" fmla="*/ 5129915 w 6858000"/>
                <a:gd name="connsiteY355" fmla="*/ 718317 h 835479"/>
                <a:gd name="connsiteX356" fmla="*/ 5206307 w 6858000"/>
                <a:gd name="connsiteY356" fmla="*/ 733940 h 835479"/>
                <a:gd name="connsiteX357" fmla="*/ 5274128 w 6858000"/>
                <a:gd name="connsiteY357" fmla="*/ 734892 h 835479"/>
                <a:gd name="connsiteX358" fmla="*/ 5393004 w 6858000"/>
                <a:gd name="connsiteY358" fmla="*/ 747466 h 835479"/>
                <a:gd name="connsiteX359" fmla="*/ 5419294 w 6858000"/>
                <a:gd name="connsiteY359" fmla="*/ 743084 h 835479"/>
                <a:gd name="connsiteX360" fmla="*/ 5501593 w 6858000"/>
                <a:gd name="connsiteY360" fmla="*/ 741370 h 835479"/>
                <a:gd name="connsiteX361" fmla="*/ 5548459 w 6858000"/>
                <a:gd name="connsiteY361" fmla="*/ 740036 h 835479"/>
                <a:gd name="connsiteX362" fmla="*/ 5606371 w 6858000"/>
                <a:gd name="connsiteY362" fmla="*/ 749180 h 835479"/>
                <a:gd name="connsiteX363" fmla="*/ 5706958 w 6858000"/>
                <a:gd name="connsiteY363" fmla="*/ 768611 h 835479"/>
                <a:gd name="connsiteX364" fmla="*/ 5733439 w 6858000"/>
                <a:gd name="connsiteY364" fmla="*/ 771659 h 835479"/>
                <a:gd name="connsiteX365" fmla="*/ 5781829 w 6858000"/>
                <a:gd name="connsiteY365" fmla="*/ 780996 h 835479"/>
                <a:gd name="connsiteX366" fmla="*/ 5790591 w 6858000"/>
                <a:gd name="connsiteY366" fmla="*/ 782710 h 835479"/>
                <a:gd name="connsiteX367" fmla="*/ 5864317 w 6858000"/>
                <a:gd name="connsiteY367" fmla="*/ 806332 h 835479"/>
                <a:gd name="connsiteX368" fmla="*/ 5902609 w 6858000"/>
                <a:gd name="connsiteY368" fmla="*/ 808236 h 835479"/>
                <a:gd name="connsiteX369" fmla="*/ 6012722 w 6858000"/>
                <a:gd name="connsiteY369" fmla="*/ 808428 h 835479"/>
                <a:gd name="connsiteX370" fmla="*/ 6059396 w 6858000"/>
                <a:gd name="connsiteY370" fmla="*/ 804808 h 835479"/>
                <a:gd name="connsiteX371" fmla="*/ 6171604 w 6858000"/>
                <a:gd name="connsiteY371" fmla="*/ 790902 h 835479"/>
                <a:gd name="connsiteX372" fmla="*/ 6242092 w 6858000"/>
                <a:gd name="connsiteY372" fmla="*/ 784044 h 835479"/>
                <a:gd name="connsiteX373" fmla="*/ 6323057 w 6858000"/>
                <a:gd name="connsiteY373" fmla="*/ 773183 h 835479"/>
                <a:gd name="connsiteX374" fmla="*/ 6415832 w 6858000"/>
                <a:gd name="connsiteY374" fmla="*/ 766325 h 835479"/>
                <a:gd name="connsiteX375" fmla="*/ 6584811 w 6858000"/>
                <a:gd name="connsiteY375" fmla="*/ 745560 h 835479"/>
                <a:gd name="connsiteX376" fmla="*/ 6748457 w 6858000"/>
                <a:gd name="connsiteY376" fmla="*/ 724034 h 835479"/>
                <a:gd name="connsiteX377" fmla="*/ 6815515 w 6858000"/>
                <a:gd name="connsiteY377" fmla="*/ 704983 h 835479"/>
                <a:gd name="connsiteX378" fmla="*/ 6858000 w 6858000"/>
                <a:gd name="connsiteY378" fmla="*/ 695283 h 835479"/>
                <a:gd name="connsiteX379" fmla="*/ 6858000 w 6858000"/>
                <a:gd name="connsiteY379" fmla="*/ 456 h 835479"/>
                <a:gd name="connsiteX380" fmla="*/ 1687322 w 6858000"/>
                <a:gd name="connsiteY380" fmla="*/ 456 h 835479"/>
                <a:gd name="connsiteX381" fmla="*/ 1697753 w 6858000"/>
                <a:gd name="connsiteY381" fmla="*/ 10970 h 835479"/>
                <a:gd name="connsiteX382" fmla="*/ 1733188 w 6858000"/>
                <a:gd name="connsiteY382" fmla="*/ 33639 h 835479"/>
                <a:gd name="connsiteX383" fmla="*/ 1833775 w 6858000"/>
                <a:gd name="connsiteY383" fmla="*/ 75360 h 835479"/>
                <a:gd name="connsiteX384" fmla="*/ 1842158 w 6858000"/>
                <a:gd name="connsiteY384" fmla="*/ 82981 h 835479"/>
                <a:gd name="connsiteX385" fmla="*/ 1916454 w 6858000"/>
                <a:gd name="connsiteY385" fmla="*/ 173472 h 835479"/>
                <a:gd name="connsiteX386" fmla="*/ 1933219 w 6858000"/>
                <a:gd name="connsiteY386" fmla="*/ 188902 h 835479"/>
                <a:gd name="connsiteX387" fmla="*/ 1953413 w 6858000"/>
                <a:gd name="connsiteY387" fmla="*/ 212907 h 835479"/>
                <a:gd name="connsiteX388" fmla="*/ 2016469 w 6858000"/>
                <a:gd name="connsiteY388" fmla="*/ 259390 h 835479"/>
                <a:gd name="connsiteX389" fmla="*/ 2094578 w 6858000"/>
                <a:gd name="connsiteY389" fmla="*/ 274249 h 835479"/>
                <a:gd name="connsiteX390" fmla="*/ 2188879 w 6858000"/>
                <a:gd name="connsiteY390" fmla="*/ 296920 h 835479"/>
                <a:gd name="connsiteX391" fmla="*/ 2228314 w 6858000"/>
                <a:gd name="connsiteY391" fmla="*/ 312160 h 835479"/>
                <a:gd name="connsiteX392" fmla="*/ 2334044 w 6858000"/>
                <a:gd name="connsiteY392" fmla="*/ 341117 h 835479"/>
                <a:gd name="connsiteX393" fmla="*/ 2409485 w 6858000"/>
                <a:gd name="connsiteY393" fmla="*/ 365502 h 835479"/>
                <a:gd name="connsiteX394" fmla="*/ 2409487 w 6858000"/>
                <a:gd name="connsiteY394" fmla="*/ 365504 h 835479"/>
                <a:gd name="connsiteX395" fmla="*/ 2463015 w 6858000"/>
                <a:gd name="connsiteY395" fmla="*/ 388434 h 835479"/>
                <a:gd name="connsiteX396" fmla="*/ 2463017 w 6858000"/>
                <a:gd name="connsiteY396" fmla="*/ 388434 h 835479"/>
                <a:gd name="connsiteX397" fmla="*/ 2518262 w 6858000"/>
                <a:gd name="connsiteY397" fmla="*/ 379792 h 835479"/>
                <a:gd name="connsiteX398" fmla="*/ 2518263 w 6858000"/>
                <a:gd name="connsiteY398" fmla="*/ 379791 h 835479"/>
                <a:gd name="connsiteX399" fmla="*/ 2545005 w 6858000"/>
                <a:gd name="connsiteY399" fmla="*/ 376147 h 835479"/>
                <a:gd name="connsiteX400" fmla="*/ 2545006 w 6858000"/>
                <a:gd name="connsiteY400" fmla="*/ 376147 h 835479"/>
                <a:gd name="connsiteX401" fmla="*/ 2571034 w 6858000"/>
                <a:gd name="connsiteY401" fmla="*/ 380361 h 835479"/>
                <a:gd name="connsiteX402" fmla="*/ 2668001 w 6858000"/>
                <a:gd name="connsiteY402" fmla="*/ 453514 h 835479"/>
                <a:gd name="connsiteX403" fmla="*/ 2745348 w 6858000"/>
                <a:gd name="connsiteY403" fmla="*/ 501904 h 835479"/>
                <a:gd name="connsiteX404" fmla="*/ 2745351 w 6858000"/>
                <a:gd name="connsiteY404" fmla="*/ 501906 h 835479"/>
                <a:gd name="connsiteX405" fmla="*/ 2778005 w 6858000"/>
                <a:gd name="connsiteY405" fmla="*/ 507825 h 835479"/>
                <a:gd name="connsiteX406" fmla="*/ 2785439 w 6858000"/>
                <a:gd name="connsiteY406" fmla="*/ 507405 h 835479"/>
                <a:gd name="connsiteX407" fmla="*/ 2811779 w 6858000"/>
                <a:gd name="connsiteY407" fmla="*/ 497326 h 835479"/>
                <a:gd name="connsiteX408" fmla="*/ 2811786 w 6858000"/>
                <a:gd name="connsiteY408" fmla="*/ 497322 h 835479"/>
                <a:gd name="connsiteX409" fmla="*/ 2811786 w 6858000"/>
                <a:gd name="connsiteY409" fmla="*/ 497323 h 835479"/>
                <a:gd name="connsiteX410" fmla="*/ 2811779 w 6858000"/>
                <a:gd name="connsiteY410" fmla="*/ 497326 h 835479"/>
                <a:gd name="connsiteX411" fmla="*/ 2793022 w 6858000"/>
                <a:gd name="connsiteY411" fmla="*/ 506976 h 835479"/>
                <a:gd name="connsiteX412" fmla="*/ 2785439 w 6858000"/>
                <a:gd name="connsiteY412" fmla="*/ 507405 h 835479"/>
                <a:gd name="connsiteX413" fmla="*/ 2782304 w 6858000"/>
                <a:gd name="connsiteY413" fmla="*/ 508605 h 835479"/>
                <a:gd name="connsiteX414" fmla="*/ 2778005 w 6858000"/>
                <a:gd name="connsiteY414" fmla="*/ 507825 h 835479"/>
                <a:gd name="connsiteX415" fmla="*/ 2770757 w 6858000"/>
                <a:gd name="connsiteY415" fmla="*/ 508235 h 835479"/>
                <a:gd name="connsiteX416" fmla="*/ 2745351 w 6858000"/>
                <a:gd name="connsiteY416" fmla="*/ 501906 h 835479"/>
                <a:gd name="connsiteX417" fmla="*/ 2745347 w 6858000"/>
                <a:gd name="connsiteY417" fmla="*/ 501904 h 835479"/>
                <a:gd name="connsiteX418" fmla="*/ 2668000 w 6858000"/>
                <a:gd name="connsiteY418" fmla="*/ 453514 h 835479"/>
                <a:gd name="connsiteX419" fmla="*/ 2571033 w 6858000"/>
                <a:gd name="connsiteY419" fmla="*/ 380361 h 835479"/>
                <a:gd name="connsiteX420" fmla="*/ 2545006 w 6858000"/>
                <a:gd name="connsiteY420" fmla="*/ 376147 h 835479"/>
                <a:gd name="connsiteX421" fmla="*/ 2518264 w 6858000"/>
                <a:gd name="connsiteY421" fmla="*/ 379791 h 835479"/>
                <a:gd name="connsiteX422" fmla="*/ 2518262 w 6858000"/>
                <a:gd name="connsiteY422" fmla="*/ 379792 h 835479"/>
                <a:gd name="connsiteX423" fmla="*/ 2490550 w 6858000"/>
                <a:gd name="connsiteY423" fmla="*/ 386372 h 835479"/>
                <a:gd name="connsiteX424" fmla="*/ 2463017 w 6858000"/>
                <a:gd name="connsiteY424" fmla="*/ 388434 h 835479"/>
                <a:gd name="connsiteX425" fmla="*/ 2463016 w 6858000"/>
                <a:gd name="connsiteY425" fmla="*/ 388434 h 835479"/>
                <a:gd name="connsiteX426" fmla="*/ 2463015 w 6858000"/>
                <a:gd name="connsiteY426" fmla="*/ 388434 h 835479"/>
                <a:gd name="connsiteX427" fmla="*/ 2435912 w 6858000"/>
                <a:gd name="connsiteY427" fmla="*/ 382603 h 835479"/>
                <a:gd name="connsiteX428" fmla="*/ 2409487 w 6858000"/>
                <a:gd name="connsiteY428" fmla="*/ 365504 h 835479"/>
                <a:gd name="connsiteX429" fmla="*/ 2409484 w 6858000"/>
                <a:gd name="connsiteY429" fmla="*/ 365502 h 835479"/>
                <a:gd name="connsiteX430" fmla="*/ 2334043 w 6858000"/>
                <a:gd name="connsiteY430" fmla="*/ 341117 h 835479"/>
                <a:gd name="connsiteX431" fmla="*/ 2228313 w 6858000"/>
                <a:gd name="connsiteY431" fmla="*/ 312160 h 835479"/>
                <a:gd name="connsiteX432" fmla="*/ 2188878 w 6858000"/>
                <a:gd name="connsiteY432" fmla="*/ 296920 h 835479"/>
                <a:gd name="connsiteX433" fmla="*/ 2094577 w 6858000"/>
                <a:gd name="connsiteY433" fmla="*/ 274249 h 835479"/>
                <a:gd name="connsiteX434" fmla="*/ 2016468 w 6858000"/>
                <a:gd name="connsiteY434" fmla="*/ 259390 h 835479"/>
                <a:gd name="connsiteX435" fmla="*/ 1953412 w 6858000"/>
                <a:gd name="connsiteY435" fmla="*/ 212907 h 835479"/>
                <a:gd name="connsiteX436" fmla="*/ 1933218 w 6858000"/>
                <a:gd name="connsiteY436" fmla="*/ 188902 h 835479"/>
                <a:gd name="connsiteX437" fmla="*/ 1916453 w 6858000"/>
                <a:gd name="connsiteY437" fmla="*/ 173472 h 835479"/>
                <a:gd name="connsiteX438" fmla="*/ 1842157 w 6858000"/>
                <a:gd name="connsiteY438" fmla="*/ 82981 h 835479"/>
                <a:gd name="connsiteX439" fmla="*/ 1833774 w 6858000"/>
                <a:gd name="connsiteY439" fmla="*/ 75360 h 835479"/>
                <a:gd name="connsiteX440" fmla="*/ 1733187 w 6858000"/>
                <a:gd name="connsiteY440" fmla="*/ 33639 h 835479"/>
                <a:gd name="connsiteX441" fmla="*/ 1697752 w 6858000"/>
                <a:gd name="connsiteY441" fmla="*/ 10971 h 835479"/>
                <a:gd name="connsiteX442" fmla="*/ 1687320 w 6858000"/>
                <a:gd name="connsiteY442" fmla="*/ 456 h 835479"/>
                <a:gd name="connsiteX443" fmla="*/ 916806 w 6858000"/>
                <a:gd name="connsiteY443" fmla="*/ 456 h 835479"/>
                <a:gd name="connsiteX444" fmla="*/ 927155 w 6858000"/>
                <a:gd name="connsiteY444" fmla="*/ 9636 h 835479"/>
                <a:gd name="connsiteX445" fmla="*/ 1097087 w 6858000"/>
                <a:gd name="connsiteY445" fmla="*/ 6016 h 835479"/>
                <a:gd name="connsiteX446" fmla="*/ 1123185 w 6858000"/>
                <a:gd name="connsiteY446" fmla="*/ 1634 h 835479"/>
                <a:gd name="connsiteX447" fmla="*/ 1184028 w 6858000"/>
                <a:gd name="connsiteY447" fmla="*/ 26353 h 835479"/>
                <a:gd name="connsiteX448" fmla="*/ 1123184 w 6858000"/>
                <a:gd name="connsiteY448" fmla="*/ 1635 h 835479"/>
                <a:gd name="connsiteX449" fmla="*/ 1097086 w 6858000"/>
                <a:gd name="connsiteY449" fmla="*/ 6017 h 835479"/>
                <a:gd name="connsiteX450" fmla="*/ 927154 w 6858000"/>
                <a:gd name="connsiteY450" fmla="*/ 9637 h 835479"/>
                <a:gd name="connsiteX451" fmla="*/ 916804 w 6858000"/>
                <a:gd name="connsiteY451" fmla="*/ 456 h 835479"/>
                <a:gd name="connsiteX452" fmla="*/ 578772 w 6858000"/>
                <a:gd name="connsiteY452" fmla="*/ 456 h 835479"/>
                <a:gd name="connsiteX453" fmla="*/ 556046 w 6858000"/>
                <a:gd name="connsiteY453" fmla="*/ 6589 h 835479"/>
                <a:gd name="connsiteX454" fmla="*/ 517850 w 6858000"/>
                <a:gd name="connsiteY454" fmla="*/ 15506 h 835479"/>
                <a:gd name="connsiteX455" fmla="*/ 556047 w 6858000"/>
                <a:gd name="connsiteY455" fmla="*/ 6588 h 835479"/>
                <a:gd name="connsiteX456" fmla="*/ 578770 w 6858000"/>
                <a:gd name="connsiteY456" fmla="*/ 456 h 835479"/>
                <a:gd name="connsiteX457" fmla="*/ 0 w 6858000"/>
                <a:gd name="connsiteY457" fmla="*/ 456 h 835479"/>
                <a:gd name="connsiteX458" fmla="*/ 0 w 6858000"/>
                <a:gd name="connsiteY458" fmla="*/ 20445 h 835479"/>
                <a:gd name="connsiteX459" fmla="*/ 0 w 6858000"/>
                <a:gd name="connsiteY459" fmla="*/ 29969 h 83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</a:cxnLst>
              <a:rect l="l" t="t" r="r" b="b"/>
              <a:pathLst>
                <a:path w="6858000" h="835479">
                  <a:moveTo>
                    <a:pt x="6564619" y="468946"/>
                  </a:moveTo>
                  <a:lnTo>
                    <a:pt x="6564620" y="468946"/>
                  </a:lnTo>
                  <a:cubicBezTo>
                    <a:pt x="6575478" y="479233"/>
                    <a:pt x="6582146" y="485329"/>
                    <a:pt x="6588625" y="491425"/>
                  </a:cubicBezTo>
                  <a:lnTo>
                    <a:pt x="6625224" y="508047"/>
                  </a:lnTo>
                  <a:lnTo>
                    <a:pt x="6662539" y="500953"/>
                  </a:lnTo>
                  <a:lnTo>
                    <a:pt x="6662540" y="500952"/>
                  </a:lnTo>
                  <a:lnTo>
                    <a:pt x="6662543" y="500951"/>
                  </a:lnTo>
                  <a:lnTo>
                    <a:pt x="6683026" y="489501"/>
                  </a:lnTo>
                  <a:lnTo>
                    <a:pt x="6702975" y="486354"/>
                  </a:lnTo>
                  <a:lnTo>
                    <a:pt x="6702976" y="486354"/>
                  </a:lnTo>
                  <a:cubicBezTo>
                    <a:pt x="6716168" y="486759"/>
                    <a:pt x="6729218" y="491903"/>
                    <a:pt x="6742552" y="500190"/>
                  </a:cubicBezTo>
                  <a:lnTo>
                    <a:pt x="6742554" y="500191"/>
                  </a:lnTo>
                  <a:lnTo>
                    <a:pt x="6812061" y="519668"/>
                  </a:lnTo>
                  <a:lnTo>
                    <a:pt x="6776799" y="514894"/>
                  </a:lnTo>
                  <a:lnTo>
                    <a:pt x="6742554" y="500191"/>
                  </a:lnTo>
                  <a:lnTo>
                    <a:pt x="6742551" y="500190"/>
                  </a:lnTo>
                  <a:lnTo>
                    <a:pt x="6702975" y="486354"/>
                  </a:lnTo>
                  <a:lnTo>
                    <a:pt x="6662543" y="500951"/>
                  </a:lnTo>
                  <a:lnTo>
                    <a:pt x="6662541" y="500952"/>
                  </a:lnTo>
                  <a:lnTo>
                    <a:pt x="6662539" y="500953"/>
                  </a:lnTo>
                  <a:lnTo>
                    <a:pt x="6645551" y="508036"/>
                  </a:lnTo>
                  <a:lnTo>
                    <a:pt x="6625224" y="508047"/>
                  </a:lnTo>
                  <a:lnTo>
                    <a:pt x="6625223" y="508047"/>
                  </a:lnTo>
                  <a:cubicBezTo>
                    <a:pt x="6611340" y="505951"/>
                    <a:pt x="6597577" y="499903"/>
                    <a:pt x="6588624" y="491425"/>
                  </a:cubicBezTo>
                  <a:close/>
                  <a:moveTo>
                    <a:pt x="6438980" y="549267"/>
                  </a:moveTo>
                  <a:lnTo>
                    <a:pt x="6463839" y="529336"/>
                  </a:lnTo>
                  <a:lnTo>
                    <a:pt x="6463848" y="529334"/>
                  </a:lnTo>
                  <a:lnTo>
                    <a:pt x="6513011" y="515538"/>
                  </a:lnTo>
                  <a:lnTo>
                    <a:pt x="6546193" y="496733"/>
                  </a:lnTo>
                  <a:lnTo>
                    <a:pt x="6546194" y="496733"/>
                  </a:lnTo>
                  <a:lnTo>
                    <a:pt x="6521803" y="513071"/>
                  </a:lnTo>
                  <a:lnTo>
                    <a:pt x="6513011" y="515538"/>
                  </a:lnTo>
                  <a:lnTo>
                    <a:pt x="6508051" y="518349"/>
                  </a:lnTo>
                  <a:lnTo>
                    <a:pt x="6463848" y="529334"/>
                  </a:lnTo>
                  <a:lnTo>
                    <a:pt x="6463840" y="529336"/>
                  </a:lnTo>
                  <a:cubicBezTo>
                    <a:pt x="6451649" y="532288"/>
                    <a:pt x="6444076" y="539765"/>
                    <a:pt x="6438980" y="549267"/>
                  </a:cubicBezTo>
                  <a:close/>
                  <a:moveTo>
                    <a:pt x="6365203" y="635242"/>
                  </a:moveTo>
                  <a:lnTo>
                    <a:pt x="6387909" y="633959"/>
                  </a:lnTo>
                  <a:lnTo>
                    <a:pt x="6391548" y="632195"/>
                  </a:lnTo>
                  <a:lnTo>
                    <a:pt x="6407331" y="624541"/>
                  </a:lnTo>
                  <a:lnTo>
                    <a:pt x="6407332" y="624541"/>
                  </a:lnTo>
                  <a:lnTo>
                    <a:pt x="6391548" y="632195"/>
                  </a:lnTo>
                  <a:lnTo>
                    <a:pt x="6387909" y="633961"/>
                  </a:lnTo>
                  <a:close/>
                  <a:moveTo>
                    <a:pt x="4221390" y="396172"/>
                  </a:moveTo>
                  <a:lnTo>
                    <a:pt x="4221391" y="396172"/>
                  </a:lnTo>
                  <a:cubicBezTo>
                    <a:pt x="4232060" y="396934"/>
                    <a:pt x="4243872" y="397124"/>
                    <a:pt x="4253014" y="401888"/>
                  </a:cubicBezTo>
                  <a:cubicBezTo>
                    <a:pt x="4277401" y="414081"/>
                    <a:pt x="4300070" y="429701"/>
                    <a:pt x="4324645" y="441704"/>
                  </a:cubicBezTo>
                  <a:lnTo>
                    <a:pt x="4363890" y="450658"/>
                  </a:lnTo>
                  <a:lnTo>
                    <a:pt x="4482003" y="449896"/>
                  </a:lnTo>
                  <a:cubicBezTo>
                    <a:pt x="4546775" y="447228"/>
                    <a:pt x="4612499" y="446656"/>
                    <a:pt x="4659173" y="389886"/>
                  </a:cubicBezTo>
                  <a:cubicBezTo>
                    <a:pt x="4662985" y="385314"/>
                    <a:pt x="4671175" y="382646"/>
                    <a:pt x="4677654" y="381884"/>
                  </a:cubicBezTo>
                  <a:cubicBezTo>
                    <a:pt x="4707563" y="378265"/>
                    <a:pt x="4738234" y="377883"/>
                    <a:pt x="4767763" y="371977"/>
                  </a:cubicBezTo>
                  <a:cubicBezTo>
                    <a:pt x="4779574" y="369596"/>
                    <a:pt x="4790386" y="368787"/>
                    <a:pt x="4800482" y="370668"/>
                  </a:cubicBezTo>
                  <a:lnTo>
                    <a:pt x="4800483" y="370668"/>
                  </a:lnTo>
                  <a:cubicBezTo>
                    <a:pt x="4810580" y="372549"/>
                    <a:pt x="4819963" y="377122"/>
                    <a:pt x="4828916" y="385504"/>
                  </a:cubicBezTo>
                  <a:lnTo>
                    <a:pt x="4863342" y="407685"/>
                  </a:lnTo>
                  <a:lnTo>
                    <a:pt x="4889274" y="415214"/>
                  </a:lnTo>
                  <a:lnTo>
                    <a:pt x="4912167" y="413509"/>
                  </a:lnTo>
                  <a:cubicBezTo>
                    <a:pt x="4919977" y="411794"/>
                    <a:pt x="4927121" y="411437"/>
                    <a:pt x="4933803" y="412107"/>
                  </a:cubicBezTo>
                  <a:lnTo>
                    <a:pt x="4933804" y="412107"/>
                  </a:lnTo>
                  <a:lnTo>
                    <a:pt x="4952672" y="416866"/>
                  </a:lnTo>
                  <a:lnTo>
                    <a:pt x="4957452" y="419659"/>
                  </a:lnTo>
                  <a:lnTo>
                    <a:pt x="4961455" y="420937"/>
                  </a:lnTo>
                  <a:cubicBezTo>
                    <a:pt x="4970096" y="425448"/>
                    <a:pt x="4978393" y="431154"/>
                    <a:pt x="4987037" y="436941"/>
                  </a:cubicBezTo>
                  <a:cubicBezTo>
                    <a:pt x="5003801" y="448180"/>
                    <a:pt x="5022852" y="462278"/>
                    <a:pt x="5041521" y="463420"/>
                  </a:cubicBezTo>
                  <a:lnTo>
                    <a:pt x="5041527" y="463422"/>
                  </a:lnTo>
                  <a:lnTo>
                    <a:pt x="5064789" y="468043"/>
                  </a:lnTo>
                  <a:lnTo>
                    <a:pt x="5070584" y="470217"/>
                  </a:lnTo>
                  <a:lnTo>
                    <a:pt x="5072375" y="470636"/>
                  </a:lnTo>
                  <a:lnTo>
                    <a:pt x="5087443" y="476540"/>
                  </a:lnTo>
                  <a:lnTo>
                    <a:pt x="5133219" y="489567"/>
                  </a:lnTo>
                  <a:lnTo>
                    <a:pt x="5133224" y="489569"/>
                  </a:lnTo>
                  <a:lnTo>
                    <a:pt x="5166112" y="482853"/>
                  </a:lnTo>
                  <a:lnTo>
                    <a:pt x="5166113" y="482853"/>
                  </a:lnTo>
                  <a:cubicBezTo>
                    <a:pt x="5167637" y="482091"/>
                    <a:pt x="5169780" y="482663"/>
                    <a:pt x="5172090" y="483545"/>
                  </a:cubicBezTo>
                  <a:lnTo>
                    <a:pt x="5179067" y="486091"/>
                  </a:lnTo>
                  <a:lnTo>
                    <a:pt x="5229432" y="485925"/>
                  </a:lnTo>
                  <a:lnTo>
                    <a:pt x="5243613" y="478254"/>
                  </a:lnTo>
                  <a:lnTo>
                    <a:pt x="5272795" y="462468"/>
                  </a:lnTo>
                  <a:cubicBezTo>
                    <a:pt x="5285440" y="450823"/>
                    <a:pt x="5298594" y="443117"/>
                    <a:pt x="5312287" y="438565"/>
                  </a:cubicBezTo>
                  <a:lnTo>
                    <a:pt x="5321350" y="437509"/>
                  </a:lnTo>
                  <a:lnTo>
                    <a:pt x="5326162" y="435035"/>
                  </a:lnTo>
                  <a:lnTo>
                    <a:pt x="5355013" y="433589"/>
                  </a:lnTo>
                  <a:lnTo>
                    <a:pt x="5355014" y="433589"/>
                  </a:lnTo>
                  <a:cubicBezTo>
                    <a:pt x="5364882" y="434238"/>
                    <a:pt x="5375002" y="435941"/>
                    <a:pt x="5385384" y="438465"/>
                  </a:cubicBezTo>
                  <a:cubicBezTo>
                    <a:pt x="5398721" y="441704"/>
                    <a:pt x="5412057" y="443990"/>
                    <a:pt x="5425582" y="446656"/>
                  </a:cubicBezTo>
                  <a:cubicBezTo>
                    <a:pt x="5443870" y="450466"/>
                    <a:pt x="5462351" y="454468"/>
                    <a:pt x="5480637" y="458278"/>
                  </a:cubicBezTo>
                  <a:lnTo>
                    <a:pt x="5507667" y="462803"/>
                  </a:lnTo>
                  <a:lnTo>
                    <a:pt x="5531691" y="452184"/>
                  </a:lnTo>
                  <a:lnTo>
                    <a:pt x="5531692" y="452183"/>
                  </a:lnTo>
                  <a:cubicBezTo>
                    <a:pt x="5537599" y="445133"/>
                    <a:pt x="5542648" y="441941"/>
                    <a:pt x="5547577" y="442037"/>
                  </a:cubicBezTo>
                  <a:lnTo>
                    <a:pt x="5547578" y="442037"/>
                  </a:lnTo>
                  <a:cubicBezTo>
                    <a:pt x="5552507" y="442132"/>
                    <a:pt x="5557317" y="445514"/>
                    <a:pt x="5562746" y="451610"/>
                  </a:cubicBezTo>
                  <a:cubicBezTo>
                    <a:pt x="5600467" y="494284"/>
                    <a:pt x="5646189" y="520954"/>
                    <a:pt x="5704483" y="522858"/>
                  </a:cubicBezTo>
                  <a:cubicBezTo>
                    <a:pt x="5716485" y="523241"/>
                    <a:pt x="5728678" y="525906"/>
                    <a:pt x="5740488" y="528765"/>
                  </a:cubicBezTo>
                  <a:cubicBezTo>
                    <a:pt x="5747728" y="530479"/>
                    <a:pt x="5756493" y="532385"/>
                    <a:pt x="5760873" y="537529"/>
                  </a:cubicBezTo>
                  <a:cubicBezTo>
                    <a:pt x="5794974" y="576772"/>
                    <a:pt x="5837457" y="604015"/>
                    <a:pt x="5883751" y="625924"/>
                  </a:cubicBezTo>
                  <a:lnTo>
                    <a:pt x="5883755" y="625926"/>
                  </a:lnTo>
                  <a:lnTo>
                    <a:pt x="5935945" y="643829"/>
                  </a:lnTo>
                  <a:lnTo>
                    <a:pt x="5935949" y="643830"/>
                  </a:lnTo>
                  <a:lnTo>
                    <a:pt x="5993289" y="640211"/>
                  </a:lnTo>
                  <a:lnTo>
                    <a:pt x="5993290" y="640210"/>
                  </a:lnTo>
                  <a:cubicBezTo>
                    <a:pt x="6004530" y="639068"/>
                    <a:pt x="6017484" y="639259"/>
                    <a:pt x="6026439" y="633735"/>
                  </a:cubicBezTo>
                  <a:cubicBezTo>
                    <a:pt x="6054824" y="616397"/>
                    <a:pt x="6082257" y="597729"/>
                    <a:pt x="6108737" y="577534"/>
                  </a:cubicBezTo>
                  <a:cubicBezTo>
                    <a:pt x="6120073" y="568866"/>
                    <a:pt x="6126883" y="563913"/>
                    <a:pt x="6133313" y="563843"/>
                  </a:cubicBezTo>
                  <a:lnTo>
                    <a:pt x="6133314" y="563843"/>
                  </a:lnTo>
                  <a:lnTo>
                    <a:pt x="6143189" y="567542"/>
                  </a:lnTo>
                  <a:lnTo>
                    <a:pt x="6155599" y="579438"/>
                  </a:lnTo>
                  <a:lnTo>
                    <a:pt x="6155602" y="579440"/>
                  </a:lnTo>
                  <a:cubicBezTo>
                    <a:pt x="6175797" y="601729"/>
                    <a:pt x="6200944" y="613349"/>
                    <a:pt x="6228756" y="618111"/>
                  </a:cubicBezTo>
                  <a:lnTo>
                    <a:pt x="6361539" y="635448"/>
                  </a:lnTo>
                  <a:lnTo>
                    <a:pt x="6361538" y="635448"/>
                  </a:lnTo>
                  <a:cubicBezTo>
                    <a:pt x="6317150" y="631828"/>
                    <a:pt x="6272763" y="625542"/>
                    <a:pt x="6228755" y="618111"/>
                  </a:cubicBezTo>
                  <a:cubicBezTo>
                    <a:pt x="6200943" y="613349"/>
                    <a:pt x="6175796" y="601729"/>
                    <a:pt x="6155601" y="579440"/>
                  </a:cubicBezTo>
                  <a:lnTo>
                    <a:pt x="6155599" y="579438"/>
                  </a:lnTo>
                  <a:lnTo>
                    <a:pt x="6133314" y="563843"/>
                  </a:lnTo>
                  <a:lnTo>
                    <a:pt x="6108738" y="577534"/>
                  </a:lnTo>
                  <a:cubicBezTo>
                    <a:pt x="6082258" y="597729"/>
                    <a:pt x="6054825" y="616397"/>
                    <a:pt x="6026440" y="633735"/>
                  </a:cubicBezTo>
                  <a:cubicBezTo>
                    <a:pt x="6017485" y="639259"/>
                    <a:pt x="6004531" y="639068"/>
                    <a:pt x="5993291" y="640210"/>
                  </a:cubicBezTo>
                  <a:lnTo>
                    <a:pt x="5993289" y="640211"/>
                  </a:lnTo>
                  <a:lnTo>
                    <a:pt x="5964476" y="643664"/>
                  </a:lnTo>
                  <a:lnTo>
                    <a:pt x="5935949" y="643830"/>
                  </a:lnTo>
                  <a:lnTo>
                    <a:pt x="5935948" y="643830"/>
                  </a:lnTo>
                  <a:lnTo>
                    <a:pt x="5935945" y="643829"/>
                  </a:lnTo>
                  <a:lnTo>
                    <a:pt x="5909350" y="636949"/>
                  </a:lnTo>
                  <a:lnTo>
                    <a:pt x="5883755" y="625926"/>
                  </a:lnTo>
                  <a:lnTo>
                    <a:pt x="5883750" y="625924"/>
                  </a:lnTo>
                  <a:cubicBezTo>
                    <a:pt x="5837456" y="604015"/>
                    <a:pt x="5794973" y="576772"/>
                    <a:pt x="5760872" y="537529"/>
                  </a:cubicBezTo>
                  <a:cubicBezTo>
                    <a:pt x="5756492" y="532385"/>
                    <a:pt x="5747727" y="530479"/>
                    <a:pt x="5740487" y="528765"/>
                  </a:cubicBezTo>
                  <a:cubicBezTo>
                    <a:pt x="5728677" y="525906"/>
                    <a:pt x="5716484" y="523241"/>
                    <a:pt x="5704482" y="522858"/>
                  </a:cubicBezTo>
                  <a:cubicBezTo>
                    <a:pt x="5646188" y="520954"/>
                    <a:pt x="5600466" y="494284"/>
                    <a:pt x="5562745" y="451610"/>
                  </a:cubicBezTo>
                  <a:lnTo>
                    <a:pt x="5547577" y="442037"/>
                  </a:lnTo>
                  <a:lnTo>
                    <a:pt x="5531693" y="452183"/>
                  </a:lnTo>
                  <a:lnTo>
                    <a:pt x="5531691" y="452184"/>
                  </a:lnTo>
                  <a:lnTo>
                    <a:pt x="5520421" y="460582"/>
                  </a:lnTo>
                  <a:lnTo>
                    <a:pt x="5507667" y="462803"/>
                  </a:lnTo>
                  <a:lnTo>
                    <a:pt x="5507666" y="462803"/>
                  </a:lnTo>
                  <a:cubicBezTo>
                    <a:pt x="5498831" y="462755"/>
                    <a:pt x="5489496" y="460183"/>
                    <a:pt x="5480636" y="458278"/>
                  </a:cubicBezTo>
                  <a:cubicBezTo>
                    <a:pt x="5462350" y="454468"/>
                    <a:pt x="5443869" y="450466"/>
                    <a:pt x="5425581" y="446656"/>
                  </a:cubicBezTo>
                  <a:cubicBezTo>
                    <a:pt x="5412056" y="443990"/>
                    <a:pt x="5398720" y="441704"/>
                    <a:pt x="5385383" y="438465"/>
                  </a:cubicBezTo>
                  <a:lnTo>
                    <a:pt x="5355013" y="433589"/>
                  </a:lnTo>
                  <a:lnTo>
                    <a:pt x="5321350" y="437509"/>
                  </a:lnTo>
                  <a:lnTo>
                    <a:pt x="5272796" y="462468"/>
                  </a:lnTo>
                  <a:lnTo>
                    <a:pt x="5243613" y="478254"/>
                  </a:lnTo>
                  <a:lnTo>
                    <a:pt x="5229433" y="485925"/>
                  </a:lnTo>
                  <a:cubicBezTo>
                    <a:pt x="5213597" y="489759"/>
                    <a:pt x="5196594" y="489711"/>
                    <a:pt x="5179067" y="486091"/>
                  </a:cubicBezTo>
                  <a:lnTo>
                    <a:pt x="5179066" y="486091"/>
                  </a:lnTo>
                  <a:cubicBezTo>
                    <a:pt x="5176875" y="485615"/>
                    <a:pt x="5174399" y="484425"/>
                    <a:pt x="5172089" y="483545"/>
                  </a:cubicBezTo>
                  <a:lnTo>
                    <a:pt x="5166113" y="482853"/>
                  </a:lnTo>
                  <a:lnTo>
                    <a:pt x="5133224" y="489569"/>
                  </a:lnTo>
                  <a:lnTo>
                    <a:pt x="5133223" y="489569"/>
                  </a:lnTo>
                  <a:lnTo>
                    <a:pt x="5133219" y="489567"/>
                  </a:lnTo>
                  <a:lnTo>
                    <a:pt x="5102460" y="482424"/>
                  </a:lnTo>
                  <a:lnTo>
                    <a:pt x="5087443" y="476540"/>
                  </a:lnTo>
                  <a:lnTo>
                    <a:pt x="5087422" y="476534"/>
                  </a:lnTo>
                  <a:lnTo>
                    <a:pt x="5070584" y="470217"/>
                  </a:lnTo>
                  <a:lnTo>
                    <a:pt x="5041527" y="463422"/>
                  </a:lnTo>
                  <a:lnTo>
                    <a:pt x="5041520" y="463420"/>
                  </a:lnTo>
                  <a:cubicBezTo>
                    <a:pt x="5022851" y="462278"/>
                    <a:pt x="5003800" y="448180"/>
                    <a:pt x="4987036" y="436941"/>
                  </a:cubicBezTo>
                  <a:lnTo>
                    <a:pt x="4957452" y="419659"/>
                  </a:lnTo>
                  <a:lnTo>
                    <a:pt x="4933804" y="412107"/>
                  </a:lnTo>
                  <a:lnTo>
                    <a:pt x="4912168" y="413509"/>
                  </a:lnTo>
                  <a:cubicBezTo>
                    <a:pt x="4904357" y="415271"/>
                    <a:pt x="4896713" y="415783"/>
                    <a:pt x="4889275" y="415214"/>
                  </a:cubicBezTo>
                  <a:lnTo>
                    <a:pt x="4889274" y="415214"/>
                  </a:lnTo>
                  <a:lnTo>
                    <a:pt x="4867613" y="410436"/>
                  </a:lnTo>
                  <a:lnTo>
                    <a:pt x="4863342" y="407685"/>
                  </a:lnTo>
                  <a:lnTo>
                    <a:pt x="4857316" y="405935"/>
                  </a:lnTo>
                  <a:cubicBezTo>
                    <a:pt x="4847213" y="400792"/>
                    <a:pt x="4837702" y="393791"/>
                    <a:pt x="4828915" y="385504"/>
                  </a:cubicBezTo>
                  <a:lnTo>
                    <a:pt x="4800482" y="370668"/>
                  </a:lnTo>
                  <a:lnTo>
                    <a:pt x="4767764" y="371977"/>
                  </a:lnTo>
                  <a:cubicBezTo>
                    <a:pt x="4738235" y="377883"/>
                    <a:pt x="4707564" y="378265"/>
                    <a:pt x="4677655" y="381884"/>
                  </a:cubicBezTo>
                  <a:cubicBezTo>
                    <a:pt x="4671176" y="382646"/>
                    <a:pt x="4662986" y="385314"/>
                    <a:pt x="4659174" y="389886"/>
                  </a:cubicBezTo>
                  <a:cubicBezTo>
                    <a:pt x="4612500" y="446656"/>
                    <a:pt x="4546776" y="447228"/>
                    <a:pt x="4482004" y="449896"/>
                  </a:cubicBezTo>
                  <a:cubicBezTo>
                    <a:pt x="4442761" y="451610"/>
                    <a:pt x="4403325" y="451610"/>
                    <a:pt x="4363890" y="450658"/>
                  </a:cubicBezTo>
                  <a:lnTo>
                    <a:pt x="4363889" y="450658"/>
                  </a:lnTo>
                  <a:cubicBezTo>
                    <a:pt x="4350553" y="450466"/>
                    <a:pt x="4336456" y="447418"/>
                    <a:pt x="4324644" y="441704"/>
                  </a:cubicBezTo>
                  <a:cubicBezTo>
                    <a:pt x="4300069" y="429701"/>
                    <a:pt x="4277400" y="414081"/>
                    <a:pt x="4253013" y="401888"/>
                  </a:cubicBezTo>
                  <a:close/>
                  <a:moveTo>
                    <a:pt x="4165382" y="392362"/>
                  </a:moveTo>
                  <a:lnTo>
                    <a:pt x="4165383" y="392362"/>
                  </a:lnTo>
                  <a:lnTo>
                    <a:pt x="4192387" y="396267"/>
                  </a:lnTo>
                  <a:lnTo>
                    <a:pt x="4192386" y="396267"/>
                  </a:lnTo>
                  <a:cubicBezTo>
                    <a:pt x="4182766" y="396363"/>
                    <a:pt x="4173479" y="395791"/>
                    <a:pt x="4165382" y="392362"/>
                  </a:cubicBezTo>
                  <a:close/>
                  <a:moveTo>
                    <a:pt x="3885337" y="379980"/>
                  </a:moveTo>
                  <a:lnTo>
                    <a:pt x="3885338" y="379980"/>
                  </a:lnTo>
                  <a:lnTo>
                    <a:pt x="3885341" y="379982"/>
                  </a:lnTo>
                  <a:lnTo>
                    <a:pt x="3962157" y="411865"/>
                  </a:lnTo>
                  <a:lnTo>
                    <a:pt x="3962159" y="411865"/>
                  </a:lnTo>
                  <a:lnTo>
                    <a:pt x="4043837" y="396173"/>
                  </a:lnTo>
                  <a:lnTo>
                    <a:pt x="4043838" y="396172"/>
                  </a:lnTo>
                  <a:cubicBezTo>
                    <a:pt x="4063841" y="387409"/>
                    <a:pt x="4083701" y="382027"/>
                    <a:pt x="4103824" y="381051"/>
                  </a:cubicBezTo>
                  <a:lnTo>
                    <a:pt x="4103825" y="381051"/>
                  </a:lnTo>
                  <a:lnTo>
                    <a:pt x="4134255" y="383018"/>
                  </a:lnTo>
                  <a:lnTo>
                    <a:pt x="4165381" y="392362"/>
                  </a:lnTo>
                  <a:lnTo>
                    <a:pt x="4103825" y="381051"/>
                  </a:lnTo>
                  <a:lnTo>
                    <a:pt x="4043839" y="396172"/>
                  </a:lnTo>
                  <a:lnTo>
                    <a:pt x="4043837" y="396173"/>
                  </a:lnTo>
                  <a:lnTo>
                    <a:pt x="4002409" y="409475"/>
                  </a:lnTo>
                  <a:lnTo>
                    <a:pt x="3962159" y="411865"/>
                  </a:lnTo>
                  <a:lnTo>
                    <a:pt x="3962158" y="411865"/>
                  </a:lnTo>
                  <a:lnTo>
                    <a:pt x="3962157" y="411865"/>
                  </a:lnTo>
                  <a:lnTo>
                    <a:pt x="3923124" y="402361"/>
                  </a:lnTo>
                  <a:lnTo>
                    <a:pt x="3885341" y="379982"/>
                  </a:lnTo>
                  <a:close/>
                  <a:moveTo>
                    <a:pt x="3669899" y="394577"/>
                  </a:moveTo>
                  <a:lnTo>
                    <a:pt x="3680163" y="397173"/>
                  </a:lnTo>
                  <a:lnTo>
                    <a:pt x="3734836" y="393125"/>
                  </a:lnTo>
                  <a:lnTo>
                    <a:pt x="3734837" y="393125"/>
                  </a:lnTo>
                  <a:cubicBezTo>
                    <a:pt x="3741315" y="392173"/>
                    <a:pt x="3749125" y="390839"/>
                    <a:pt x="3754652" y="393507"/>
                  </a:cubicBezTo>
                  <a:lnTo>
                    <a:pt x="3789775" y="399864"/>
                  </a:lnTo>
                  <a:lnTo>
                    <a:pt x="3822471" y="384932"/>
                  </a:lnTo>
                  <a:cubicBezTo>
                    <a:pt x="3831901" y="377884"/>
                    <a:pt x="3842045" y="372264"/>
                    <a:pt x="3852618" y="370597"/>
                  </a:cubicBezTo>
                  <a:lnTo>
                    <a:pt x="3852619" y="370597"/>
                  </a:lnTo>
                  <a:lnTo>
                    <a:pt x="3868763" y="371377"/>
                  </a:lnTo>
                  <a:lnTo>
                    <a:pt x="3885336" y="379980"/>
                  </a:lnTo>
                  <a:lnTo>
                    <a:pt x="3852619" y="370597"/>
                  </a:lnTo>
                  <a:lnTo>
                    <a:pt x="3822472" y="384932"/>
                  </a:lnTo>
                  <a:cubicBezTo>
                    <a:pt x="3811613" y="393124"/>
                    <a:pt x="3800896" y="398269"/>
                    <a:pt x="3789776" y="399864"/>
                  </a:cubicBezTo>
                  <a:lnTo>
                    <a:pt x="3789775" y="399864"/>
                  </a:lnTo>
                  <a:cubicBezTo>
                    <a:pt x="3778654" y="401460"/>
                    <a:pt x="3767129" y="399507"/>
                    <a:pt x="3754651" y="393507"/>
                  </a:cubicBezTo>
                  <a:lnTo>
                    <a:pt x="3734837" y="393125"/>
                  </a:lnTo>
                  <a:lnTo>
                    <a:pt x="3680163" y="397173"/>
                  </a:lnTo>
                  <a:lnTo>
                    <a:pt x="3680162" y="397173"/>
                  </a:lnTo>
                  <a:close/>
                  <a:moveTo>
                    <a:pt x="2836171" y="465063"/>
                  </a:moveTo>
                  <a:lnTo>
                    <a:pt x="2848792" y="456372"/>
                  </a:lnTo>
                  <a:cubicBezTo>
                    <a:pt x="2865009" y="451372"/>
                    <a:pt x="2881306" y="445515"/>
                    <a:pt x="2897784" y="440769"/>
                  </a:cubicBezTo>
                  <a:lnTo>
                    <a:pt x="2903549" y="439740"/>
                  </a:lnTo>
                  <a:lnTo>
                    <a:pt x="2914327" y="436466"/>
                  </a:lnTo>
                  <a:lnTo>
                    <a:pt x="2947858" y="431835"/>
                  </a:lnTo>
                  <a:lnTo>
                    <a:pt x="2947861" y="431834"/>
                  </a:lnTo>
                  <a:lnTo>
                    <a:pt x="2947862" y="431834"/>
                  </a:lnTo>
                  <a:cubicBezTo>
                    <a:pt x="2959156" y="431465"/>
                    <a:pt x="2970575" y="432465"/>
                    <a:pt x="2982148" y="435418"/>
                  </a:cubicBezTo>
                  <a:lnTo>
                    <a:pt x="3077401" y="447111"/>
                  </a:lnTo>
                  <a:lnTo>
                    <a:pt x="3172653" y="434656"/>
                  </a:lnTo>
                  <a:cubicBezTo>
                    <a:pt x="3276479" y="408747"/>
                    <a:pt x="3380304" y="381315"/>
                    <a:pt x="3489466" y="387029"/>
                  </a:cubicBezTo>
                  <a:cubicBezTo>
                    <a:pt x="3507562" y="387981"/>
                    <a:pt x="3529089" y="376360"/>
                    <a:pt x="3544712" y="364930"/>
                  </a:cubicBezTo>
                  <a:cubicBezTo>
                    <a:pt x="3559667" y="354072"/>
                    <a:pt x="3566811" y="348213"/>
                    <a:pt x="3574407" y="347308"/>
                  </a:cubicBezTo>
                  <a:lnTo>
                    <a:pt x="3574408" y="347308"/>
                  </a:lnTo>
                  <a:cubicBezTo>
                    <a:pt x="3582004" y="346403"/>
                    <a:pt x="3590053" y="350452"/>
                    <a:pt x="3606817" y="359406"/>
                  </a:cubicBezTo>
                  <a:cubicBezTo>
                    <a:pt x="3614819" y="363788"/>
                    <a:pt x="3624725" y="366454"/>
                    <a:pt x="3630632" y="372932"/>
                  </a:cubicBezTo>
                  <a:lnTo>
                    <a:pt x="3651953" y="388826"/>
                  </a:lnTo>
                  <a:lnTo>
                    <a:pt x="3630631" y="372932"/>
                  </a:lnTo>
                  <a:cubicBezTo>
                    <a:pt x="3624724" y="366454"/>
                    <a:pt x="3614818" y="363788"/>
                    <a:pt x="3606816" y="359406"/>
                  </a:cubicBezTo>
                  <a:cubicBezTo>
                    <a:pt x="3598434" y="354929"/>
                    <a:pt x="3592231" y="351678"/>
                    <a:pt x="3587173" y="349660"/>
                  </a:cubicBezTo>
                  <a:lnTo>
                    <a:pt x="3574407" y="347308"/>
                  </a:lnTo>
                  <a:lnTo>
                    <a:pt x="3562320" y="352387"/>
                  </a:lnTo>
                  <a:cubicBezTo>
                    <a:pt x="3557715" y="355322"/>
                    <a:pt x="3552190" y="359501"/>
                    <a:pt x="3544713" y="364930"/>
                  </a:cubicBezTo>
                  <a:cubicBezTo>
                    <a:pt x="3529090" y="376360"/>
                    <a:pt x="3507563" y="387981"/>
                    <a:pt x="3489467" y="387029"/>
                  </a:cubicBezTo>
                  <a:cubicBezTo>
                    <a:pt x="3380305" y="381315"/>
                    <a:pt x="3276480" y="408747"/>
                    <a:pt x="3172654" y="434656"/>
                  </a:cubicBezTo>
                  <a:cubicBezTo>
                    <a:pt x="3140649" y="442658"/>
                    <a:pt x="3109025" y="446896"/>
                    <a:pt x="3077401" y="447111"/>
                  </a:cubicBezTo>
                  <a:lnTo>
                    <a:pt x="3077400" y="447111"/>
                  </a:lnTo>
                  <a:cubicBezTo>
                    <a:pt x="3045776" y="447325"/>
                    <a:pt x="3014152" y="443515"/>
                    <a:pt x="2982147" y="435418"/>
                  </a:cubicBezTo>
                  <a:lnTo>
                    <a:pt x="2947862" y="431834"/>
                  </a:lnTo>
                  <a:lnTo>
                    <a:pt x="2947858" y="431835"/>
                  </a:lnTo>
                  <a:lnTo>
                    <a:pt x="2903549" y="439740"/>
                  </a:lnTo>
                  <a:lnTo>
                    <a:pt x="2848793" y="456372"/>
                  </a:lnTo>
                  <a:cubicBezTo>
                    <a:pt x="2844316" y="457705"/>
                    <a:pt x="2839982" y="460991"/>
                    <a:pt x="2836172" y="465063"/>
                  </a:cubicBezTo>
                  <a:close/>
                  <a:moveTo>
                    <a:pt x="1268757" y="18376"/>
                  </a:moveTo>
                  <a:cubicBezTo>
                    <a:pt x="1275401" y="18828"/>
                    <a:pt x="1281688" y="20400"/>
                    <a:pt x="1286069" y="23543"/>
                  </a:cubicBezTo>
                  <a:cubicBezTo>
                    <a:pt x="1306929" y="38116"/>
                    <a:pt x="1328552" y="44356"/>
                    <a:pt x="1350627" y="45880"/>
                  </a:cubicBezTo>
                  <a:lnTo>
                    <a:pt x="1413839" y="40286"/>
                  </a:lnTo>
                  <a:lnTo>
                    <a:pt x="1350626" y="45881"/>
                  </a:lnTo>
                  <a:cubicBezTo>
                    <a:pt x="1328551" y="44356"/>
                    <a:pt x="1306929" y="38117"/>
                    <a:pt x="1286068" y="23543"/>
                  </a:cubicBezTo>
                  <a:close/>
                  <a:moveTo>
                    <a:pt x="313532" y="14019"/>
                  </a:moveTo>
                  <a:lnTo>
                    <a:pt x="313533" y="14018"/>
                  </a:lnTo>
                  <a:cubicBezTo>
                    <a:pt x="316389" y="9826"/>
                    <a:pt x="330298" y="12112"/>
                    <a:pt x="338870" y="13446"/>
                  </a:cubicBezTo>
                  <a:lnTo>
                    <a:pt x="338902" y="13453"/>
                  </a:lnTo>
                  <a:lnTo>
                    <a:pt x="395639" y="23353"/>
                  </a:lnTo>
                  <a:lnTo>
                    <a:pt x="367327" y="19543"/>
                  </a:lnTo>
                  <a:lnTo>
                    <a:pt x="338902" y="13453"/>
                  </a:lnTo>
                  <a:lnTo>
                    <a:pt x="338869" y="13447"/>
                  </a:lnTo>
                  <a:cubicBezTo>
                    <a:pt x="334583" y="12780"/>
                    <a:pt x="328963" y="11875"/>
                    <a:pt x="324057" y="11661"/>
                  </a:cubicBezTo>
                  <a:close/>
                  <a:moveTo>
                    <a:pt x="281567" y="36346"/>
                  </a:moveTo>
                  <a:lnTo>
                    <a:pt x="295414" y="31451"/>
                  </a:lnTo>
                  <a:lnTo>
                    <a:pt x="295414" y="31452"/>
                  </a:lnTo>
                  <a:close/>
                  <a:moveTo>
                    <a:pt x="24485" y="23026"/>
                  </a:moveTo>
                  <a:lnTo>
                    <a:pt x="74128" y="20763"/>
                  </a:lnTo>
                  <a:cubicBezTo>
                    <a:pt x="91491" y="21686"/>
                    <a:pt x="108702" y="23996"/>
                    <a:pt x="125860" y="26687"/>
                  </a:cubicBezTo>
                  <a:lnTo>
                    <a:pt x="153386" y="31082"/>
                  </a:lnTo>
                  <a:lnTo>
                    <a:pt x="228943" y="39355"/>
                  </a:lnTo>
                  <a:lnTo>
                    <a:pt x="177270" y="34896"/>
                  </a:lnTo>
                  <a:lnTo>
                    <a:pt x="153386" y="31082"/>
                  </a:lnTo>
                  <a:lnTo>
                    <a:pt x="151568" y="30883"/>
                  </a:lnTo>
                  <a:cubicBezTo>
                    <a:pt x="125875" y="26653"/>
                    <a:pt x="100173" y="22148"/>
                    <a:pt x="74128" y="20764"/>
                  </a:cubicBezTo>
                  <a:close/>
                  <a:moveTo>
                    <a:pt x="0" y="29969"/>
                  </a:moveTo>
                  <a:lnTo>
                    <a:pt x="0" y="494077"/>
                  </a:lnTo>
                  <a:lnTo>
                    <a:pt x="2816" y="492950"/>
                  </a:lnTo>
                  <a:cubicBezTo>
                    <a:pt x="21485" y="484568"/>
                    <a:pt x="43011" y="481900"/>
                    <a:pt x="63586" y="478851"/>
                  </a:cubicBezTo>
                  <a:cubicBezTo>
                    <a:pt x="101307" y="473327"/>
                    <a:pt x="139218" y="469897"/>
                    <a:pt x="176938" y="464945"/>
                  </a:cubicBezTo>
                  <a:cubicBezTo>
                    <a:pt x="184940" y="463801"/>
                    <a:pt x="194084" y="461707"/>
                    <a:pt x="200181" y="456943"/>
                  </a:cubicBezTo>
                  <a:cubicBezTo>
                    <a:pt x="241900" y="424938"/>
                    <a:pt x="292578" y="415985"/>
                    <a:pt x="340773" y="419031"/>
                  </a:cubicBezTo>
                  <a:cubicBezTo>
                    <a:pt x="378685" y="421320"/>
                    <a:pt x="415834" y="423034"/>
                    <a:pt x="453363" y="419796"/>
                  </a:cubicBezTo>
                  <a:cubicBezTo>
                    <a:pt x="456221" y="419604"/>
                    <a:pt x="460031" y="419986"/>
                    <a:pt x="462125" y="421510"/>
                  </a:cubicBezTo>
                  <a:cubicBezTo>
                    <a:pt x="475080" y="431606"/>
                    <a:pt x="488606" y="432368"/>
                    <a:pt x="505181" y="434082"/>
                  </a:cubicBezTo>
                  <a:cubicBezTo>
                    <a:pt x="528614" y="436560"/>
                    <a:pt x="550140" y="434844"/>
                    <a:pt x="571859" y="430654"/>
                  </a:cubicBezTo>
                  <a:cubicBezTo>
                    <a:pt x="587671" y="427606"/>
                    <a:pt x="603672" y="421320"/>
                    <a:pt x="617771" y="413317"/>
                  </a:cubicBezTo>
                  <a:cubicBezTo>
                    <a:pt x="637391" y="402077"/>
                    <a:pt x="656254" y="397697"/>
                    <a:pt x="674922" y="412555"/>
                  </a:cubicBezTo>
                  <a:cubicBezTo>
                    <a:pt x="695115" y="428368"/>
                    <a:pt x="717976" y="422844"/>
                    <a:pt x="740267" y="423414"/>
                  </a:cubicBezTo>
                  <a:cubicBezTo>
                    <a:pt x="749981" y="423606"/>
                    <a:pt x="760269" y="423224"/>
                    <a:pt x="769604" y="425700"/>
                  </a:cubicBezTo>
                  <a:cubicBezTo>
                    <a:pt x="796654" y="432750"/>
                    <a:pt x="822755" y="443418"/>
                    <a:pt x="850188" y="448180"/>
                  </a:cubicBezTo>
                  <a:cubicBezTo>
                    <a:pt x="865429" y="450847"/>
                    <a:pt x="882383" y="446084"/>
                    <a:pt x="898197" y="442656"/>
                  </a:cubicBezTo>
                  <a:cubicBezTo>
                    <a:pt x="914199" y="439036"/>
                    <a:pt x="930010" y="433512"/>
                    <a:pt x="945443" y="427796"/>
                  </a:cubicBezTo>
                  <a:cubicBezTo>
                    <a:pt x="955919" y="423986"/>
                    <a:pt x="967349" y="420366"/>
                    <a:pt x="975732" y="413507"/>
                  </a:cubicBezTo>
                  <a:cubicBezTo>
                    <a:pt x="994784" y="397887"/>
                    <a:pt x="1014405" y="395219"/>
                    <a:pt x="1036886" y="403411"/>
                  </a:cubicBezTo>
                  <a:cubicBezTo>
                    <a:pt x="1040314" y="404745"/>
                    <a:pt x="1044314" y="404745"/>
                    <a:pt x="1048124" y="404935"/>
                  </a:cubicBezTo>
                  <a:cubicBezTo>
                    <a:pt x="1109090" y="408935"/>
                    <a:pt x="1170050" y="411413"/>
                    <a:pt x="1230632" y="417509"/>
                  </a:cubicBezTo>
                  <a:cubicBezTo>
                    <a:pt x="1255205" y="419986"/>
                    <a:pt x="1278828" y="430844"/>
                    <a:pt x="1303023" y="437702"/>
                  </a:cubicBezTo>
                  <a:cubicBezTo>
                    <a:pt x="1307977" y="439036"/>
                    <a:pt x="1313503" y="441132"/>
                    <a:pt x="1318455" y="440178"/>
                  </a:cubicBezTo>
                  <a:cubicBezTo>
                    <a:pt x="1372367" y="430654"/>
                    <a:pt x="1422853" y="444560"/>
                    <a:pt x="1472574" y="462849"/>
                  </a:cubicBezTo>
                  <a:cubicBezTo>
                    <a:pt x="1477716" y="464755"/>
                    <a:pt x="1484003" y="464183"/>
                    <a:pt x="1489719" y="463801"/>
                  </a:cubicBezTo>
                  <a:cubicBezTo>
                    <a:pt x="1505723" y="462469"/>
                    <a:pt x="1523058" y="455801"/>
                    <a:pt x="1537536" y="459801"/>
                  </a:cubicBezTo>
                  <a:cubicBezTo>
                    <a:pt x="1576018" y="470851"/>
                    <a:pt x="1614119" y="484186"/>
                    <a:pt x="1650316" y="500950"/>
                  </a:cubicBezTo>
                  <a:cubicBezTo>
                    <a:pt x="1687085" y="517905"/>
                    <a:pt x="1721184" y="532193"/>
                    <a:pt x="1763286" y="515049"/>
                  </a:cubicBezTo>
                  <a:cubicBezTo>
                    <a:pt x="1781193" y="507808"/>
                    <a:pt x="1804815" y="512953"/>
                    <a:pt x="1825392" y="514857"/>
                  </a:cubicBezTo>
                  <a:cubicBezTo>
                    <a:pt x="1840440" y="516381"/>
                    <a:pt x="1854919" y="524955"/>
                    <a:pt x="1869779" y="524955"/>
                  </a:cubicBezTo>
                  <a:cubicBezTo>
                    <a:pt x="1909407" y="524955"/>
                    <a:pt x="1944648" y="535051"/>
                    <a:pt x="1978939" y="555626"/>
                  </a:cubicBezTo>
                  <a:cubicBezTo>
                    <a:pt x="1992278" y="563626"/>
                    <a:pt x="2013042" y="558292"/>
                    <a:pt x="2030377" y="560388"/>
                  </a:cubicBezTo>
                  <a:cubicBezTo>
                    <a:pt x="2048667" y="562864"/>
                    <a:pt x="2067524" y="565150"/>
                    <a:pt x="2085053" y="570677"/>
                  </a:cubicBezTo>
                  <a:cubicBezTo>
                    <a:pt x="2130392" y="585155"/>
                    <a:pt x="2175162" y="601538"/>
                    <a:pt x="2220311" y="616778"/>
                  </a:cubicBezTo>
                  <a:cubicBezTo>
                    <a:pt x="2257458" y="629353"/>
                    <a:pt x="2294038" y="619446"/>
                    <a:pt x="2330805" y="614112"/>
                  </a:cubicBezTo>
                  <a:cubicBezTo>
                    <a:pt x="2353858" y="610682"/>
                    <a:pt x="2375382" y="602490"/>
                    <a:pt x="2401291" y="614682"/>
                  </a:cubicBezTo>
                  <a:cubicBezTo>
                    <a:pt x="2426058" y="626304"/>
                    <a:pt x="2457491" y="623636"/>
                    <a:pt x="2485306" y="629923"/>
                  </a:cubicBezTo>
                  <a:cubicBezTo>
                    <a:pt x="2508741" y="635257"/>
                    <a:pt x="2531408" y="643831"/>
                    <a:pt x="2554078" y="652213"/>
                  </a:cubicBezTo>
                  <a:cubicBezTo>
                    <a:pt x="2584941" y="663644"/>
                    <a:pt x="2615420" y="675644"/>
                    <a:pt x="2649142" y="669930"/>
                  </a:cubicBezTo>
                  <a:cubicBezTo>
                    <a:pt x="2687435" y="663452"/>
                    <a:pt x="2713722" y="687836"/>
                    <a:pt x="2743825" y="704031"/>
                  </a:cubicBezTo>
                  <a:cubicBezTo>
                    <a:pt x="2764589" y="715079"/>
                    <a:pt x="2787258" y="723272"/>
                    <a:pt x="2809929" y="730130"/>
                  </a:cubicBezTo>
                  <a:cubicBezTo>
                    <a:pt x="2840218" y="739084"/>
                    <a:pt x="2871461" y="744418"/>
                    <a:pt x="2901942" y="753181"/>
                  </a:cubicBezTo>
                  <a:cubicBezTo>
                    <a:pt x="2948046" y="766325"/>
                    <a:pt x="2994721" y="776613"/>
                    <a:pt x="3042727" y="769373"/>
                  </a:cubicBezTo>
                  <a:cubicBezTo>
                    <a:pt x="3064826" y="766135"/>
                    <a:pt x="3085402" y="766325"/>
                    <a:pt x="3107499" y="771089"/>
                  </a:cubicBezTo>
                  <a:cubicBezTo>
                    <a:pt x="3143694" y="778899"/>
                    <a:pt x="3180843" y="779852"/>
                    <a:pt x="3209992" y="808998"/>
                  </a:cubicBezTo>
                  <a:cubicBezTo>
                    <a:pt x="3220279" y="819287"/>
                    <a:pt x="3238757" y="821953"/>
                    <a:pt x="3253808" y="827287"/>
                  </a:cubicBezTo>
                  <a:cubicBezTo>
                    <a:pt x="3271144" y="833575"/>
                    <a:pt x="3283907" y="830335"/>
                    <a:pt x="3293243" y="812047"/>
                  </a:cubicBezTo>
                  <a:cubicBezTo>
                    <a:pt x="3297433" y="803856"/>
                    <a:pt x="3309436" y="795854"/>
                    <a:pt x="3318770" y="794520"/>
                  </a:cubicBezTo>
                  <a:cubicBezTo>
                    <a:pt x="3346775" y="790520"/>
                    <a:pt x="3372494" y="796426"/>
                    <a:pt x="3399545" y="809381"/>
                  </a:cubicBezTo>
                  <a:cubicBezTo>
                    <a:pt x="3424882" y="821573"/>
                    <a:pt x="3456507" y="820239"/>
                    <a:pt x="3485274" y="825001"/>
                  </a:cubicBezTo>
                  <a:cubicBezTo>
                    <a:pt x="3505656" y="828431"/>
                    <a:pt x="3526041" y="835479"/>
                    <a:pt x="3546616" y="835479"/>
                  </a:cubicBezTo>
                  <a:cubicBezTo>
                    <a:pt x="3572145" y="835479"/>
                    <a:pt x="3597481" y="829383"/>
                    <a:pt x="3623200" y="827097"/>
                  </a:cubicBezTo>
                  <a:cubicBezTo>
                    <a:pt x="3643203" y="825193"/>
                    <a:pt x="3663588" y="825955"/>
                    <a:pt x="3683590" y="823669"/>
                  </a:cubicBezTo>
                  <a:cubicBezTo>
                    <a:pt x="3699975" y="821953"/>
                    <a:pt x="3716167" y="817573"/>
                    <a:pt x="3732360" y="813953"/>
                  </a:cubicBezTo>
                  <a:cubicBezTo>
                    <a:pt x="3738266" y="812619"/>
                    <a:pt x="3744172" y="807474"/>
                    <a:pt x="3749505" y="808236"/>
                  </a:cubicBezTo>
                  <a:cubicBezTo>
                    <a:pt x="3802466" y="816429"/>
                    <a:pt x="3840568" y="779852"/>
                    <a:pt x="3885337" y="763659"/>
                  </a:cubicBezTo>
                  <a:cubicBezTo>
                    <a:pt x="3932393" y="746512"/>
                    <a:pt x="3977924" y="720224"/>
                    <a:pt x="4030502" y="728034"/>
                  </a:cubicBezTo>
                  <a:cubicBezTo>
                    <a:pt x="4062317" y="732796"/>
                    <a:pt x="4092988" y="743846"/>
                    <a:pt x="4124613" y="750515"/>
                  </a:cubicBezTo>
                  <a:cubicBezTo>
                    <a:pt x="4135853" y="752801"/>
                    <a:pt x="4148426" y="752419"/>
                    <a:pt x="4159666" y="750133"/>
                  </a:cubicBezTo>
                  <a:cubicBezTo>
                    <a:pt x="4213960" y="739654"/>
                    <a:pt x="4267492" y="738130"/>
                    <a:pt x="4320836" y="755277"/>
                  </a:cubicBezTo>
                  <a:cubicBezTo>
                    <a:pt x="4329978" y="758135"/>
                    <a:pt x="4339694" y="760801"/>
                    <a:pt x="4349221" y="760801"/>
                  </a:cubicBezTo>
                  <a:cubicBezTo>
                    <a:pt x="4401418" y="760801"/>
                    <a:pt x="4452664" y="756801"/>
                    <a:pt x="4502578" y="738130"/>
                  </a:cubicBezTo>
                  <a:cubicBezTo>
                    <a:pt x="4519342" y="731844"/>
                    <a:pt x="4539727" y="735844"/>
                    <a:pt x="4558206" y="734320"/>
                  </a:cubicBezTo>
                  <a:cubicBezTo>
                    <a:pt x="4575350" y="732988"/>
                    <a:pt x="4592877" y="732416"/>
                    <a:pt x="4609451" y="728034"/>
                  </a:cubicBezTo>
                  <a:cubicBezTo>
                    <a:pt x="4633646" y="721558"/>
                    <a:pt x="4656125" y="720796"/>
                    <a:pt x="4681082" y="726510"/>
                  </a:cubicBezTo>
                  <a:cubicBezTo>
                    <a:pt x="4704894" y="731844"/>
                    <a:pt x="4730613" y="729178"/>
                    <a:pt x="4755380" y="729368"/>
                  </a:cubicBezTo>
                  <a:cubicBezTo>
                    <a:pt x="4783003" y="729558"/>
                    <a:pt x="4810626" y="729748"/>
                    <a:pt x="4838249" y="728796"/>
                  </a:cubicBezTo>
                  <a:cubicBezTo>
                    <a:pt x="4849299" y="728416"/>
                    <a:pt x="4861872" y="720796"/>
                    <a:pt x="4871018" y="723844"/>
                  </a:cubicBezTo>
                  <a:cubicBezTo>
                    <a:pt x="4900545" y="734130"/>
                    <a:pt x="4930074" y="721748"/>
                    <a:pt x="4959601" y="727272"/>
                  </a:cubicBezTo>
                  <a:cubicBezTo>
                    <a:pt x="4974081" y="730130"/>
                    <a:pt x="4990464" y="722320"/>
                    <a:pt x="5006085" y="721558"/>
                  </a:cubicBezTo>
                  <a:cubicBezTo>
                    <a:pt x="5031613" y="720224"/>
                    <a:pt x="5057140" y="720796"/>
                    <a:pt x="5082669" y="720414"/>
                  </a:cubicBezTo>
                  <a:cubicBezTo>
                    <a:pt x="5091051" y="720224"/>
                    <a:pt x="5099244" y="719462"/>
                    <a:pt x="5107626" y="719079"/>
                  </a:cubicBezTo>
                  <a:cubicBezTo>
                    <a:pt x="5115056" y="718699"/>
                    <a:pt x="5122866" y="716985"/>
                    <a:pt x="5129915" y="718317"/>
                  </a:cubicBezTo>
                  <a:cubicBezTo>
                    <a:pt x="5155444" y="723082"/>
                    <a:pt x="5180590" y="730892"/>
                    <a:pt x="5206307" y="733940"/>
                  </a:cubicBezTo>
                  <a:cubicBezTo>
                    <a:pt x="5228596" y="736606"/>
                    <a:pt x="5251649" y="732988"/>
                    <a:pt x="5274128" y="734892"/>
                  </a:cubicBezTo>
                  <a:cubicBezTo>
                    <a:pt x="5313753" y="738130"/>
                    <a:pt x="5353378" y="743846"/>
                    <a:pt x="5393004" y="747466"/>
                  </a:cubicBezTo>
                  <a:cubicBezTo>
                    <a:pt x="5401578" y="748228"/>
                    <a:pt x="5410530" y="743464"/>
                    <a:pt x="5419294" y="743084"/>
                  </a:cubicBezTo>
                  <a:cubicBezTo>
                    <a:pt x="5446727" y="742132"/>
                    <a:pt x="5474160" y="741940"/>
                    <a:pt x="5501593" y="741370"/>
                  </a:cubicBezTo>
                  <a:cubicBezTo>
                    <a:pt x="5517214" y="741178"/>
                    <a:pt x="5533026" y="741750"/>
                    <a:pt x="5548459" y="740036"/>
                  </a:cubicBezTo>
                  <a:cubicBezTo>
                    <a:pt x="5568841" y="737750"/>
                    <a:pt x="5587320" y="734320"/>
                    <a:pt x="5606371" y="749180"/>
                  </a:cubicBezTo>
                  <a:cubicBezTo>
                    <a:pt x="5635710" y="772231"/>
                    <a:pt x="5673049" y="763277"/>
                    <a:pt x="5706958" y="768611"/>
                  </a:cubicBezTo>
                  <a:cubicBezTo>
                    <a:pt x="5715722" y="769945"/>
                    <a:pt x="5724677" y="770135"/>
                    <a:pt x="5733439" y="771659"/>
                  </a:cubicBezTo>
                  <a:cubicBezTo>
                    <a:pt x="5749633" y="774517"/>
                    <a:pt x="5765634" y="777755"/>
                    <a:pt x="5781829" y="780996"/>
                  </a:cubicBezTo>
                  <a:cubicBezTo>
                    <a:pt x="5784685" y="781566"/>
                    <a:pt x="5787923" y="781758"/>
                    <a:pt x="5790591" y="782710"/>
                  </a:cubicBezTo>
                  <a:cubicBezTo>
                    <a:pt x="5815168" y="790710"/>
                    <a:pt x="5839360" y="799854"/>
                    <a:pt x="5864317" y="806332"/>
                  </a:cubicBezTo>
                  <a:cubicBezTo>
                    <a:pt x="5876510" y="809571"/>
                    <a:pt x="5890036" y="809953"/>
                    <a:pt x="5902609" y="808236"/>
                  </a:cubicBezTo>
                  <a:cubicBezTo>
                    <a:pt x="5939376" y="803284"/>
                    <a:pt x="5975763" y="801188"/>
                    <a:pt x="6012722" y="808428"/>
                  </a:cubicBezTo>
                  <a:cubicBezTo>
                    <a:pt x="6027391" y="811285"/>
                    <a:pt x="6043775" y="806522"/>
                    <a:pt x="6059396" y="804808"/>
                  </a:cubicBezTo>
                  <a:cubicBezTo>
                    <a:pt x="6096735" y="800236"/>
                    <a:pt x="6134074" y="795282"/>
                    <a:pt x="6171604" y="790902"/>
                  </a:cubicBezTo>
                  <a:cubicBezTo>
                    <a:pt x="6195036" y="788234"/>
                    <a:pt x="6218659" y="786710"/>
                    <a:pt x="6242092" y="784044"/>
                  </a:cubicBezTo>
                  <a:cubicBezTo>
                    <a:pt x="6269143" y="780804"/>
                    <a:pt x="6296004" y="775851"/>
                    <a:pt x="6323057" y="773183"/>
                  </a:cubicBezTo>
                  <a:cubicBezTo>
                    <a:pt x="6353918" y="770135"/>
                    <a:pt x="6384971" y="769565"/>
                    <a:pt x="6415832" y="766325"/>
                  </a:cubicBezTo>
                  <a:cubicBezTo>
                    <a:pt x="6472224" y="760039"/>
                    <a:pt x="6528423" y="752609"/>
                    <a:pt x="6584811" y="745560"/>
                  </a:cubicBezTo>
                  <a:cubicBezTo>
                    <a:pt x="6639487" y="738702"/>
                    <a:pt x="6694163" y="732606"/>
                    <a:pt x="6748457" y="724034"/>
                  </a:cubicBezTo>
                  <a:cubicBezTo>
                    <a:pt x="6771318" y="720414"/>
                    <a:pt x="6793034" y="710507"/>
                    <a:pt x="6815515" y="704983"/>
                  </a:cubicBezTo>
                  <a:lnTo>
                    <a:pt x="6858000" y="695283"/>
                  </a:lnTo>
                  <a:lnTo>
                    <a:pt x="6858000" y="456"/>
                  </a:lnTo>
                  <a:lnTo>
                    <a:pt x="1687322" y="456"/>
                  </a:lnTo>
                  <a:lnTo>
                    <a:pt x="1697753" y="10970"/>
                  </a:lnTo>
                  <a:cubicBezTo>
                    <a:pt x="1707279" y="20877"/>
                    <a:pt x="1720423" y="27925"/>
                    <a:pt x="1733188" y="33639"/>
                  </a:cubicBezTo>
                  <a:cubicBezTo>
                    <a:pt x="1766335" y="48310"/>
                    <a:pt x="1800246" y="61454"/>
                    <a:pt x="1833775" y="75360"/>
                  </a:cubicBezTo>
                  <a:cubicBezTo>
                    <a:pt x="1837013" y="76694"/>
                    <a:pt x="1839679" y="80123"/>
                    <a:pt x="1842158" y="82981"/>
                  </a:cubicBezTo>
                  <a:cubicBezTo>
                    <a:pt x="1866922" y="113082"/>
                    <a:pt x="1891497" y="143371"/>
                    <a:pt x="1916454" y="173472"/>
                  </a:cubicBezTo>
                  <a:cubicBezTo>
                    <a:pt x="1921216" y="179186"/>
                    <a:pt x="1928076" y="183378"/>
                    <a:pt x="1933219" y="188902"/>
                  </a:cubicBezTo>
                  <a:cubicBezTo>
                    <a:pt x="1940459" y="196522"/>
                    <a:pt x="1949603" y="203763"/>
                    <a:pt x="1953413" y="212907"/>
                  </a:cubicBezTo>
                  <a:cubicBezTo>
                    <a:pt x="1965224" y="241672"/>
                    <a:pt x="1987894" y="254056"/>
                    <a:pt x="2016469" y="259390"/>
                  </a:cubicBezTo>
                  <a:cubicBezTo>
                    <a:pt x="2042570" y="264343"/>
                    <a:pt x="2068669" y="268535"/>
                    <a:pt x="2094578" y="274249"/>
                  </a:cubicBezTo>
                  <a:cubicBezTo>
                    <a:pt x="2126201" y="281107"/>
                    <a:pt x="2157636" y="288537"/>
                    <a:pt x="2188879" y="296920"/>
                  </a:cubicBezTo>
                  <a:cubicBezTo>
                    <a:pt x="2202404" y="300540"/>
                    <a:pt x="2216692" y="304730"/>
                    <a:pt x="2228314" y="312160"/>
                  </a:cubicBezTo>
                  <a:cubicBezTo>
                    <a:pt x="2260890" y="332735"/>
                    <a:pt x="2295753" y="346641"/>
                    <a:pt x="2334044" y="341117"/>
                  </a:cubicBezTo>
                  <a:cubicBezTo>
                    <a:pt x="2364715" y="336735"/>
                    <a:pt x="2390434" y="347975"/>
                    <a:pt x="2409485" y="365502"/>
                  </a:cubicBezTo>
                  <a:lnTo>
                    <a:pt x="2409487" y="365504"/>
                  </a:lnTo>
                  <a:lnTo>
                    <a:pt x="2463015" y="388434"/>
                  </a:lnTo>
                  <a:lnTo>
                    <a:pt x="2463017" y="388434"/>
                  </a:lnTo>
                  <a:lnTo>
                    <a:pt x="2518262" y="379792"/>
                  </a:lnTo>
                  <a:lnTo>
                    <a:pt x="2518263" y="379791"/>
                  </a:lnTo>
                  <a:cubicBezTo>
                    <a:pt x="2527789" y="377124"/>
                    <a:pt x="2536456" y="375980"/>
                    <a:pt x="2545005" y="376147"/>
                  </a:cubicBezTo>
                  <a:lnTo>
                    <a:pt x="2545006" y="376147"/>
                  </a:lnTo>
                  <a:cubicBezTo>
                    <a:pt x="2553555" y="376313"/>
                    <a:pt x="2561985" y="377790"/>
                    <a:pt x="2571034" y="380361"/>
                  </a:cubicBezTo>
                  <a:cubicBezTo>
                    <a:pt x="2612945" y="392363"/>
                    <a:pt x="2640950" y="424940"/>
                    <a:pt x="2668001" y="453514"/>
                  </a:cubicBezTo>
                  <a:cubicBezTo>
                    <a:pt x="2691054" y="477900"/>
                    <a:pt x="2716963" y="491615"/>
                    <a:pt x="2745348" y="501904"/>
                  </a:cubicBezTo>
                  <a:lnTo>
                    <a:pt x="2745351" y="501906"/>
                  </a:lnTo>
                  <a:lnTo>
                    <a:pt x="2778005" y="507825"/>
                  </a:lnTo>
                  <a:lnTo>
                    <a:pt x="2785439" y="507405"/>
                  </a:lnTo>
                  <a:lnTo>
                    <a:pt x="2811779" y="497326"/>
                  </a:lnTo>
                  <a:lnTo>
                    <a:pt x="2811786" y="497322"/>
                  </a:lnTo>
                  <a:lnTo>
                    <a:pt x="2811786" y="497323"/>
                  </a:lnTo>
                  <a:lnTo>
                    <a:pt x="2811779" y="497326"/>
                  </a:lnTo>
                  <a:lnTo>
                    <a:pt x="2793022" y="506976"/>
                  </a:lnTo>
                  <a:lnTo>
                    <a:pt x="2785439" y="507405"/>
                  </a:lnTo>
                  <a:lnTo>
                    <a:pt x="2782304" y="508605"/>
                  </a:lnTo>
                  <a:lnTo>
                    <a:pt x="2778005" y="507825"/>
                  </a:lnTo>
                  <a:lnTo>
                    <a:pt x="2770757" y="508235"/>
                  </a:lnTo>
                  <a:lnTo>
                    <a:pt x="2745351" y="501906"/>
                  </a:lnTo>
                  <a:lnTo>
                    <a:pt x="2745347" y="501904"/>
                  </a:lnTo>
                  <a:cubicBezTo>
                    <a:pt x="2716962" y="491615"/>
                    <a:pt x="2691053" y="477900"/>
                    <a:pt x="2668000" y="453514"/>
                  </a:cubicBezTo>
                  <a:cubicBezTo>
                    <a:pt x="2640949" y="424940"/>
                    <a:pt x="2612944" y="392363"/>
                    <a:pt x="2571033" y="380361"/>
                  </a:cubicBezTo>
                  <a:lnTo>
                    <a:pt x="2545006" y="376147"/>
                  </a:lnTo>
                  <a:lnTo>
                    <a:pt x="2518264" y="379791"/>
                  </a:lnTo>
                  <a:lnTo>
                    <a:pt x="2518262" y="379792"/>
                  </a:lnTo>
                  <a:lnTo>
                    <a:pt x="2490550" y="386372"/>
                  </a:lnTo>
                  <a:lnTo>
                    <a:pt x="2463017" y="388434"/>
                  </a:lnTo>
                  <a:lnTo>
                    <a:pt x="2463016" y="388434"/>
                  </a:lnTo>
                  <a:lnTo>
                    <a:pt x="2463015" y="388434"/>
                  </a:lnTo>
                  <a:lnTo>
                    <a:pt x="2435912" y="382603"/>
                  </a:lnTo>
                  <a:lnTo>
                    <a:pt x="2409487" y="365504"/>
                  </a:lnTo>
                  <a:lnTo>
                    <a:pt x="2409484" y="365502"/>
                  </a:lnTo>
                  <a:cubicBezTo>
                    <a:pt x="2390433" y="347975"/>
                    <a:pt x="2364714" y="336735"/>
                    <a:pt x="2334043" y="341117"/>
                  </a:cubicBezTo>
                  <a:cubicBezTo>
                    <a:pt x="2295752" y="346641"/>
                    <a:pt x="2260889" y="332735"/>
                    <a:pt x="2228313" y="312160"/>
                  </a:cubicBezTo>
                  <a:cubicBezTo>
                    <a:pt x="2216691" y="304730"/>
                    <a:pt x="2202403" y="300540"/>
                    <a:pt x="2188878" y="296920"/>
                  </a:cubicBezTo>
                  <a:cubicBezTo>
                    <a:pt x="2157635" y="288537"/>
                    <a:pt x="2126200" y="281107"/>
                    <a:pt x="2094577" y="274249"/>
                  </a:cubicBezTo>
                  <a:cubicBezTo>
                    <a:pt x="2068668" y="268535"/>
                    <a:pt x="2042569" y="264343"/>
                    <a:pt x="2016468" y="259390"/>
                  </a:cubicBezTo>
                  <a:cubicBezTo>
                    <a:pt x="1987893" y="254056"/>
                    <a:pt x="1965223" y="241672"/>
                    <a:pt x="1953412" y="212907"/>
                  </a:cubicBezTo>
                  <a:cubicBezTo>
                    <a:pt x="1949602" y="203763"/>
                    <a:pt x="1940458" y="196522"/>
                    <a:pt x="1933218" y="188902"/>
                  </a:cubicBezTo>
                  <a:cubicBezTo>
                    <a:pt x="1928075" y="183378"/>
                    <a:pt x="1921215" y="179186"/>
                    <a:pt x="1916453" y="173472"/>
                  </a:cubicBezTo>
                  <a:cubicBezTo>
                    <a:pt x="1891496" y="143371"/>
                    <a:pt x="1866921" y="113082"/>
                    <a:pt x="1842157" y="82981"/>
                  </a:cubicBezTo>
                  <a:cubicBezTo>
                    <a:pt x="1839678" y="80123"/>
                    <a:pt x="1837012" y="76694"/>
                    <a:pt x="1833774" y="75360"/>
                  </a:cubicBezTo>
                  <a:cubicBezTo>
                    <a:pt x="1800245" y="61454"/>
                    <a:pt x="1766334" y="48311"/>
                    <a:pt x="1733187" y="33639"/>
                  </a:cubicBezTo>
                  <a:cubicBezTo>
                    <a:pt x="1720422" y="27925"/>
                    <a:pt x="1707278" y="20877"/>
                    <a:pt x="1697752" y="10971"/>
                  </a:cubicBezTo>
                  <a:lnTo>
                    <a:pt x="1687320" y="456"/>
                  </a:lnTo>
                  <a:lnTo>
                    <a:pt x="916806" y="456"/>
                  </a:lnTo>
                  <a:lnTo>
                    <a:pt x="927155" y="9636"/>
                  </a:lnTo>
                  <a:cubicBezTo>
                    <a:pt x="994785" y="53644"/>
                    <a:pt x="1030980" y="52500"/>
                    <a:pt x="1097087" y="6016"/>
                  </a:cubicBezTo>
                  <a:cubicBezTo>
                    <a:pt x="1103945" y="1254"/>
                    <a:pt x="1118613" y="-2176"/>
                    <a:pt x="1123185" y="1634"/>
                  </a:cubicBezTo>
                  <a:cubicBezTo>
                    <a:pt x="1142617" y="17446"/>
                    <a:pt x="1162953" y="24495"/>
                    <a:pt x="1184028" y="26353"/>
                  </a:cubicBezTo>
                  <a:cubicBezTo>
                    <a:pt x="1162953" y="24495"/>
                    <a:pt x="1142616" y="17447"/>
                    <a:pt x="1123184" y="1635"/>
                  </a:cubicBezTo>
                  <a:cubicBezTo>
                    <a:pt x="1118612" y="-2175"/>
                    <a:pt x="1103944" y="1255"/>
                    <a:pt x="1097086" y="6017"/>
                  </a:cubicBezTo>
                  <a:cubicBezTo>
                    <a:pt x="1030979" y="52501"/>
                    <a:pt x="994784" y="53645"/>
                    <a:pt x="927154" y="9637"/>
                  </a:cubicBezTo>
                  <a:lnTo>
                    <a:pt x="916804" y="456"/>
                  </a:lnTo>
                  <a:lnTo>
                    <a:pt x="578772" y="456"/>
                  </a:lnTo>
                  <a:lnTo>
                    <a:pt x="556046" y="6589"/>
                  </a:lnTo>
                  <a:lnTo>
                    <a:pt x="517850" y="15506"/>
                  </a:lnTo>
                  <a:lnTo>
                    <a:pt x="556047" y="6588"/>
                  </a:lnTo>
                  <a:lnTo>
                    <a:pt x="578770" y="456"/>
                  </a:lnTo>
                  <a:lnTo>
                    <a:pt x="0" y="456"/>
                  </a:lnTo>
                  <a:lnTo>
                    <a:pt x="0" y="20445"/>
                  </a:lnTo>
                  <a:lnTo>
                    <a:pt x="0" y="299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6C93893-18A3-4188-9A31-F2DCE4432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-3011716" y="3011261"/>
              <a:ext cx="6858000" cy="835479"/>
            </a:xfrm>
            <a:custGeom>
              <a:avLst/>
              <a:gdLst>
                <a:gd name="connsiteX0" fmla="*/ 6564619 w 6858000"/>
                <a:gd name="connsiteY0" fmla="*/ 468946 h 835479"/>
                <a:gd name="connsiteX1" fmla="*/ 6564620 w 6858000"/>
                <a:gd name="connsiteY1" fmla="*/ 468946 h 835479"/>
                <a:gd name="connsiteX2" fmla="*/ 6588625 w 6858000"/>
                <a:gd name="connsiteY2" fmla="*/ 491425 h 835479"/>
                <a:gd name="connsiteX3" fmla="*/ 6625224 w 6858000"/>
                <a:gd name="connsiteY3" fmla="*/ 508047 h 835479"/>
                <a:gd name="connsiteX4" fmla="*/ 6662539 w 6858000"/>
                <a:gd name="connsiteY4" fmla="*/ 500953 h 835479"/>
                <a:gd name="connsiteX5" fmla="*/ 6662540 w 6858000"/>
                <a:gd name="connsiteY5" fmla="*/ 500952 h 835479"/>
                <a:gd name="connsiteX6" fmla="*/ 6662543 w 6858000"/>
                <a:gd name="connsiteY6" fmla="*/ 500951 h 835479"/>
                <a:gd name="connsiteX7" fmla="*/ 6683026 w 6858000"/>
                <a:gd name="connsiteY7" fmla="*/ 489501 h 835479"/>
                <a:gd name="connsiteX8" fmla="*/ 6702975 w 6858000"/>
                <a:gd name="connsiteY8" fmla="*/ 486354 h 835479"/>
                <a:gd name="connsiteX9" fmla="*/ 6702976 w 6858000"/>
                <a:gd name="connsiteY9" fmla="*/ 486354 h 835479"/>
                <a:gd name="connsiteX10" fmla="*/ 6742552 w 6858000"/>
                <a:gd name="connsiteY10" fmla="*/ 500190 h 835479"/>
                <a:gd name="connsiteX11" fmla="*/ 6742554 w 6858000"/>
                <a:gd name="connsiteY11" fmla="*/ 500191 h 835479"/>
                <a:gd name="connsiteX12" fmla="*/ 6812061 w 6858000"/>
                <a:gd name="connsiteY12" fmla="*/ 519668 h 835479"/>
                <a:gd name="connsiteX13" fmla="*/ 6776799 w 6858000"/>
                <a:gd name="connsiteY13" fmla="*/ 514894 h 835479"/>
                <a:gd name="connsiteX14" fmla="*/ 6742554 w 6858000"/>
                <a:gd name="connsiteY14" fmla="*/ 500191 h 835479"/>
                <a:gd name="connsiteX15" fmla="*/ 6742551 w 6858000"/>
                <a:gd name="connsiteY15" fmla="*/ 500190 h 835479"/>
                <a:gd name="connsiteX16" fmla="*/ 6702975 w 6858000"/>
                <a:gd name="connsiteY16" fmla="*/ 486354 h 835479"/>
                <a:gd name="connsiteX17" fmla="*/ 6662543 w 6858000"/>
                <a:gd name="connsiteY17" fmla="*/ 500951 h 835479"/>
                <a:gd name="connsiteX18" fmla="*/ 6662541 w 6858000"/>
                <a:gd name="connsiteY18" fmla="*/ 500952 h 835479"/>
                <a:gd name="connsiteX19" fmla="*/ 6662539 w 6858000"/>
                <a:gd name="connsiteY19" fmla="*/ 500953 h 835479"/>
                <a:gd name="connsiteX20" fmla="*/ 6645551 w 6858000"/>
                <a:gd name="connsiteY20" fmla="*/ 508036 h 835479"/>
                <a:gd name="connsiteX21" fmla="*/ 6625224 w 6858000"/>
                <a:gd name="connsiteY21" fmla="*/ 508047 h 835479"/>
                <a:gd name="connsiteX22" fmla="*/ 6625223 w 6858000"/>
                <a:gd name="connsiteY22" fmla="*/ 508047 h 835479"/>
                <a:gd name="connsiteX23" fmla="*/ 6588624 w 6858000"/>
                <a:gd name="connsiteY23" fmla="*/ 491425 h 835479"/>
                <a:gd name="connsiteX24" fmla="*/ 6438980 w 6858000"/>
                <a:gd name="connsiteY24" fmla="*/ 549267 h 835479"/>
                <a:gd name="connsiteX25" fmla="*/ 6463839 w 6858000"/>
                <a:gd name="connsiteY25" fmla="*/ 529336 h 835479"/>
                <a:gd name="connsiteX26" fmla="*/ 6463848 w 6858000"/>
                <a:gd name="connsiteY26" fmla="*/ 529334 h 835479"/>
                <a:gd name="connsiteX27" fmla="*/ 6513011 w 6858000"/>
                <a:gd name="connsiteY27" fmla="*/ 515538 h 835479"/>
                <a:gd name="connsiteX28" fmla="*/ 6546193 w 6858000"/>
                <a:gd name="connsiteY28" fmla="*/ 496733 h 835479"/>
                <a:gd name="connsiteX29" fmla="*/ 6546194 w 6858000"/>
                <a:gd name="connsiteY29" fmla="*/ 496733 h 835479"/>
                <a:gd name="connsiteX30" fmla="*/ 6521803 w 6858000"/>
                <a:gd name="connsiteY30" fmla="*/ 513071 h 835479"/>
                <a:gd name="connsiteX31" fmla="*/ 6513011 w 6858000"/>
                <a:gd name="connsiteY31" fmla="*/ 515538 h 835479"/>
                <a:gd name="connsiteX32" fmla="*/ 6508051 w 6858000"/>
                <a:gd name="connsiteY32" fmla="*/ 518349 h 835479"/>
                <a:gd name="connsiteX33" fmla="*/ 6463848 w 6858000"/>
                <a:gd name="connsiteY33" fmla="*/ 529334 h 835479"/>
                <a:gd name="connsiteX34" fmla="*/ 6463840 w 6858000"/>
                <a:gd name="connsiteY34" fmla="*/ 529336 h 835479"/>
                <a:gd name="connsiteX35" fmla="*/ 6438980 w 6858000"/>
                <a:gd name="connsiteY35" fmla="*/ 549267 h 835479"/>
                <a:gd name="connsiteX36" fmla="*/ 6365203 w 6858000"/>
                <a:gd name="connsiteY36" fmla="*/ 635242 h 835479"/>
                <a:gd name="connsiteX37" fmla="*/ 6387909 w 6858000"/>
                <a:gd name="connsiteY37" fmla="*/ 633959 h 835479"/>
                <a:gd name="connsiteX38" fmla="*/ 6391548 w 6858000"/>
                <a:gd name="connsiteY38" fmla="*/ 632195 h 835479"/>
                <a:gd name="connsiteX39" fmla="*/ 6407331 w 6858000"/>
                <a:gd name="connsiteY39" fmla="*/ 624541 h 835479"/>
                <a:gd name="connsiteX40" fmla="*/ 6407332 w 6858000"/>
                <a:gd name="connsiteY40" fmla="*/ 624541 h 835479"/>
                <a:gd name="connsiteX41" fmla="*/ 6391548 w 6858000"/>
                <a:gd name="connsiteY41" fmla="*/ 632195 h 835479"/>
                <a:gd name="connsiteX42" fmla="*/ 6387909 w 6858000"/>
                <a:gd name="connsiteY42" fmla="*/ 633961 h 835479"/>
                <a:gd name="connsiteX43" fmla="*/ 4221390 w 6858000"/>
                <a:gd name="connsiteY43" fmla="*/ 396172 h 835479"/>
                <a:gd name="connsiteX44" fmla="*/ 4221391 w 6858000"/>
                <a:gd name="connsiteY44" fmla="*/ 396172 h 835479"/>
                <a:gd name="connsiteX45" fmla="*/ 4253014 w 6858000"/>
                <a:gd name="connsiteY45" fmla="*/ 401888 h 835479"/>
                <a:gd name="connsiteX46" fmla="*/ 4324645 w 6858000"/>
                <a:gd name="connsiteY46" fmla="*/ 441704 h 835479"/>
                <a:gd name="connsiteX47" fmla="*/ 4363890 w 6858000"/>
                <a:gd name="connsiteY47" fmla="*/ 450658 h 835479"/>
                <a:gd name="connsiteX48" fmla="*/ 4482003 w 6858000"/>
                <a:gd name="connsiteY48" fmla="*/ 449896 h 835479"/>
                <a:gd name="connsiteX49" fmla="*/ 4659173 w 6858000"/>
                <a:gd name="connsiteY49" fmla="*/ 389886 h 835479"/>
                <a:gd name="connsiteX50" fmla="*/ 4677654 w 6858000"/>
                <a:gd name="connsiteY50" fmla="*/ 381884 h 835479"/>
                <a:gd name="connsiteX51" fmla="*/ 4767763 w 6858000"/>
                <a:gd name="connsiteY51" fmla="*/ 371977 h 835479"/>
                <a:gd name="connsiteX52" fmla="*/ 4800482 w 6858000"/>
                <a:gd name="connsiteY52" fmla="*/ 370668 h 835479"/>
                <a:gd name="connsiteX53" fmla="*/ 4800483 w 6858000"/>
                <a:gd name="connsiteY53" fmla="*/ 370668 h 835479"/>
                <a:gd name="connsiteX54" fmla="*/ 4828916 w 6858000"/>
                <a:gd name="connsiteY54" fmla="*/ 385504 h 835479"/>
                <a:gd name="connsiteX55" fmla="*/ 4863342 w 6858000"/>
                <a:gd name="connsiteY55" fmla="*/ 407685 h 835479"/>
                <a:gd name="connsiteX56" fmla="*/ 4889274 w 6858000"/>
                <a:gd name="connsiteY56" fmla="*/ 415214 h 835479"/>
                <a:gd name="connsiteX57" fmla="*/ 4912167 w 6858000"/>
                <a:gd name="connsiteY57" fmla="*/ 413509 h 835479"/>
                <a:gd name="connsiteX58" fmla="*/ 4933803 w 6858000"/>
                <a:gd name="connsiteY58" fmla="*/ 412107 h 835479"/>
                <a:gd name="connsiteX59" fmla="*/ 4933804 w 6858000"/>
                <a:gd name="connsiteY59" fmla="*/ 412107 h 835479"/>
                <a:gd name="connsiteX60" fmla="*/ 4952672 w 6858000"/>
                <a:gd name="connsiteY60" fmla="*/ 416866 h 835479"/>
                <a:gd name="connsiteX61" fmla="*/ 4957452 w 6858000"/>
                <a:gd name="connsiteY61" fmla="*/ 419659 h 835479"/>
                <a:gd name="connsiteX62" fmla="*/ 4961455 w 6858000"/>
                <a:gd name="connsiteY62" fmla="*/ 420937 h 835479"/>
                <a:gd name="connsiteX63" fmla="*/ 4987037 w 6858000"/>
                <a:gd name="connsiteY63" fmla="*/ 436941 h 835479"/>
                <a:gd name="connsiteX64" fmla="*/ 5041521 w 6858000"/>
                <a:gd name="connsiteY64" fmla="*/ 463420 h 835479"/>
                <a:gd name="connsiteX65" fmla="*/ 5041527 w 6858000"/>
                <a:gd name="connsiteY65" fmla="*/ 463422 h 835479"/>
                <a:gd name="connsiteX66" fmla="*/ 5064789 w 6858000"/>
                <a:gd name="connsiteY66" fmla="*/ 468043 h 835479"/>
                <a:gd name="connsiteX67" fmla="*/ 5070584 w 6858000"/>
                <a:gd name="connsiteY67" fmla="*/ 470217 h 835479"/>
                <a:gd name="connsiteX68" fmla="*/ 5072375 w 6858000"/>
                <a:gd name="connsiteY68" fmla="*/ 470636 h 835479"/>
                <a:gd name="connsiteX69" fmla="*/ 5087443 w 6858000"/>
                <a:gd name="connsiteY69" fmla="*/ 476540 h 835479"/>
                <a:gd name="connsiteX70" fmla="*/ 5133219 w 6858000"/>
                <a:gd name="connsiteY70" fmla="*/ 489567 h 835479"/>
                <a:gd name="connsiteX71" fmla="*/ 5133224 w 6858000"/>
                <a:gd name="connsiteY71" fmla="*/ 489569 h 835479"/>
                <a:gd name="connsiteX72" fmla="*/ 5166112 w 6858000"/>
                <a:gd name="connsiteY72" fmla="*/ 482853 h 835479"/>
                <a:gd name="connsiteX73" fmla="*/ 5166113 w 6858000"/>
                <a:gd name="connsiteY73" fmla="*/ 482853 h 835479"/>
                <a:gd name="connsiteX74" fmla="*/ 5172090 w 6858000"/>
                <a:gd name="connsiteY74" fmla="*/ 483545 h 835479"/>
                <a:gd name="connsiteX75" fmla="*/ 5179067 w 6858000"/>
                <a:gd name="connsiteY75" fmla="*/ 486091 h 835479"/>
                <a:gd name="connsiteX76" fmla="*/ 5229432 w 6858000"/>
                <a:gd name="connsiteY76" fmla="*/ 485925 h 835479"/>
                <a:gd name="connsiteX77" fmla="*/ 5243613 w 6858000"/>
                <a:gd name="connsiteY77" fmla="*/ 478254 h 835479"/>
                <a:gd name="connsiteX78" fmla="*/ 5272795 w 6858000"/>
                <a:gd name="connsiteY78" fmla="*/ 462468 h 835479"/>
                <a:gd name="connsiteX79" fmla="*/ 5312287 w 6858000"/>
                <a:gd name="connsiteY79" fmla="*/ 438565 h 835479"/>
                <a:gd name="connsiteX80" fmla="*/ 5321350 w 6858000"/>
                <a:gd name="connsiteY80" fmla="*/ 437509 h 835479"/>
                <a:gd name="connsiteX81" fmla="*/ 5326162 w 6858000"/>
                <a:gd name="connsiteY81" fmla="*/ 435035 h 835479"/>
                <a:gd name="connsiteX82" fmla="*/ 5355013 w 6858000"/>
                <a:gd name="connsiteY82" fmla="*/ 433589 h 835479"/>
                <a:gd name="connsiteX83" fmla="*/ 5355014 w 6858000"/>
                <a:gd name="connsiteY83" fmla="*/ 433589 h 835479"/>
                <a:gd name="connsiteX84" fmla="*/ 5385384 w 6858000"/>
                <a:gd name="connsiteY84" fmla="*/ 438465 h 835479"/>
                <a:gd name="connsiteX85" fmla="*/ 5425582 w 6858000"/>
                <a:gd name="connsiteY85" fmla="*/ 446656 h 835479"/>
                <a:gd name="connsiteX86" fmla="*/ 5480637 w 6858000"/>
                <a:gd name="connsiteY86" fmla="*/ 458278 h 835479"/>
                <a:gd name="connsiteX87" fmla="*/ 5507667 w 6858000"/>
                <a:gd name="connsiteY87" fmla="*/ 462803 h 835479"/>
                <a:gd name="connsiteX88" fmla="*/ 5531691 w 6858000"/>
                <a:gd name="connsiteY88" fmla="*/ 452184 h 835479"/>
                <a:gd name="connsiteX89" fmla="*/ 5531692 w 6858000"/>
                <a:gd name="connsiteY89" fmla="*/ 452183 h 835479"/>
                <a:gd name="connsiteX90" fmla="*/ 5547577 w 6858000"/>
                <a:gd name="connsiteY90" fmla="*/ 442037 h 835479"/>
                <a:gd name="connsiteX91" fmla="*/ 5547578 w 6858000"/>
                <a:gd name="connsiteY91" fmla="*/ 442037 h 835479"/>
                <a:gd name="connsiteX92" fmla="*/ 5562746 w 6858000"/>
                <a:gd name="connsiteY92" fmla="*/ 451610 h 835479"/>
                <a:gd name="connsiteX93" fmla="*/ 5704483 w 6858000"/>
                <a:gd name="connsiteY93" fmla="*/ 522858 h 835479"/>
                <a:gd name="connsiteX94" fmla="*/ 5740488 w 6858000"/>
                <a:gd name="connsiteY94" fmla="*/ 528765 h 835479"/>
                <a:gd name="connsiteX95" fmla="*/ 5760873 w 6858000"/>
                <a:gd name="connsiteY95" fmla="*/ 537529 h 835479"/>
                <a:gd name="connsiteX96" fmla="*/ 5883751 w 6858000"/>
                <a:gd name="connsiteY96" fmla="*/ 625924 h 835479"/>
                <a:gd name="connsiteX97" fmla="*/ 5883755 w 6858000"/>
                <a:gd name="connsiteY97" fmla="*/ 625926 h 835479"/>
                <a:gd name="connsiteX98" fmla="*/ 5935945 w 6858000"/>
                <a:gd name="connsiteY98" fmla="*/ 643829 h 835479"/>
                <a:gd name="connsiteX99" fmla="*/ 5935949 w 6858000"/>
                <a:gd name="connsiteY99" fmla="*/ 643830 h 835479"/>
                <a:gd name="connsiteX100" fmla="*/ 5993289 w 6858000"/>
                <a:gd name="connsiteY100" fmla="*/ 640211 h 835479"/>
                <a:gd name="connsiteX101" fmla="*/ 5993290 w 6858000"/>
                <a:gd name="connsiteY101" fmla="*/ 640210 h 835479"/>
                <a:gd name="connsiteX102" fmla="*/ 6026439 w 6858000"/>
                <a:gd name="connsiteY102" fmla="*/ 633735 h 835479"/>
                <a:gd name="connsiteX103" fmla="*/ 6108737 w 6858000"/>
                <a:gd name="connsiteY103" fmla="*/ 577534 h 835479"/>
                <a:gd name="connsiteX104" fmla="*/ 6133313 w 6858000"/>
                <a:gd name="connsiteY104" fmla="*/ 563843 h 835479"/>
                <a:gd name="connsiteX105" fmla="*/ 6133314 w 6858000"/>
                <a:gd name="connsiteY105" fmla="*/ 563843 h 835479"/>
                <a:gd name="connsiteX106" fmla="*/ 6143189 w 6858000"/>
                <a:gd name="connsiteY106" fmla="*/ 567542 h 835479"/>
                <a:gd name="connsiteX107" fmla="*/ 6155599 w 6858000"/>
                <a:gd name="connsiteY107" fmla="*/ 579438 h 835479"/>
                <a:gd name="connsiteX108" fmla="*/ 6155602 w 6858000"/>
                <a:gd name="connsiteY108" fmla="*/ 579440 h 835479"/>
                <a:gd name="connsiteX109" fmla="*/ 6228756 w 6858000"/>
                <a:gd name="connsiteY109" fmla="*/ 618111 h 835479"/>
                <a:gd name="connsiteX110" fmla="*/ 6361539 w 6858000"/>
                <a:gd name="connsiteY110" fmla="*/ 635448 h 835479"/>
                <a:gd name="connsiteX111" fmla="*/ 6361538 w 6858000"/>
                <a:gd name="connsiteY111" fmla="*/ 635448 h 835479"/>
                <a:gd name="connsiteX112" fmla="*/ 6228755 w 6858000"/>
                <a:gd name="connsiteY112" fmla="*/ 618111 h 835479"/>
                <a:gd name="connsiteX113" fmla="*/ 6155601 w 6858000"/>
                <a:gd name="connsiteY113" fmla="*/ 579440 h 835479"/>
                <a:gd name="connsiteX114" fmla="*/ 6155599 w 6858000"/>
                <a:gd name="connsiteY114" fmla="*/ 579438 h 835479"/>
                <a:gd name="connsiteX115" fmla="*/ 6133314 w 6858000"/>
                <a:gd name="connsiteY115" fmla="*/ 563843 h 835479"/>
                <a:gd name="connsiteX116" fmla="*/ 6108738 w 6858000"/>
                <a:gd name="connsiteY116" fmla="*/ 577534 h 835479"/>
                <a:gd name="connsiteX117" fmla="*/ 6026440 w 6858000"/>
                <a:gd name="connsiteY117" fmla="*/ 633735 h 835479"/>
                <a:gd name="connsiteX118" fmla="*/ 5993291 w 6858000"/>
                <a:gd name="connsiteY118" fmla="*/ 640210 h 835479"/>
                <a:gd name="connsiteX119" fmla="*/ 5993289 w 6858000"/>
                <a:gd name="connsiteY119" fmla="*/ 640211 h 835479"/>
                <a:gd name="connsiteX120" fmla="*/ 5964476 w 6858000"/>
                <a:gd name="connsiteY120" fmla="*/ 643664 h 835479"/>
                <a:gd name="connsiteX121" fmla="*/ 5935949 w 6858000"/>
                <a:gd name="connsiteY121" fmla="*/ 643830 h 835479"/>
                <a:gd name="connsiteX122" fmla="*/ 5935948 w 6858000"/>
                <a:gd name="connsiteY122" fmla="*/ 643830 h 835479"/>
                <a:gd name="connsiteX123" fmla="*/ 5935945 w 6858000"/>
                <a:gd name="connsiteY123" fmla="*/ 643829 h 835479"/>
                <a:gd name="connsiteX124" fmla="*/ 5909350 w 6858000"/>
                <a:gd name="connsiteY124" fmla="*/ 636949 h 835479"/>
                <a:gd name="connsiteX125" fmla="*/ 5883755 w 6858000"/>
                <a:gd name="connsiteY125" fmla="*/ 625926 h 835479"/>
                <a:gd name="connsiteX126" fmla="*/ 5883750 w 6858000"/>
                <a:gd name="connsiteY126" fmla="*/ 625924 h 835479"/>
                <a:gd name="connsiteX127" fmla="*/ 5760872 w 6858000"/>
                <a:gd name="connsiteY127" fmla="*/ 537529 h 835479"/>
                <a:gd name="connsiteX128" fmla="*/ 5740487 w 6858000"/>
                <a:gd name="connsiteY128" fmla="*/ 528765 h 835479"/>
                <a:gd name="connsiteX129" fmla="*/ 5704482 w 6858000"/>
                <a:gd name="connsiteY129" fmla="*/ 522858 h 835479"/>
                <a:gd name="connsiteX130" fmla="*/ 5562745 w 6858000"/>
                <a:gd name="connsiteY130" fmla="*/ 451610 h 835479"/>
                <a:gd name="connsiteX131" fmla="*/ 5547577 w 6858000"/>
                <a:gd name="connsiteY131" fmla="*/ 442037 h 835479"/>
                <a:gd name="connsiteX132" fmla="*/ 5531693 w 6858000"/>
                <a:gd name="connsiteY132" fmla="*/ 452183 h 835479"/>
                <a:gd name="connsiteX133" fmla="*/ 5531691 w 6858000"/>
                <a:gd name="connsiteY133" fmla="*/ 452184 h 835479"/>
                <a:gd name="connsiteX134" fmla="*/ 5520421 w 6858000"/>
                <a:gd name="connsiteY134" fmla="*/ 460582 h 835479"/>
                <a:gd name="connsiteX135" fmla="*/ 5507667 w 6858000"/>
                <a:gd name="connsiteY135" fmla="*/ 462803 h 835479"/>
                <a:gd name="connsiteX136" fmla="*/ 5507666 w 6858000"/>
                <a:gd name="connsiteY136" fmla="*/ 462803 h 835479"/>
                <a:gd name="connsiteX137" fmla="*/ 5480636 w 6858000"/>
                <a:gd name="connsiteY137" fmla="*/ 458278 h 835479"/>
                <a:gd name="connsiteX138" fmla="*/ 5425581 w 6858000"/>
                <a:gd name="connsiteY138" fmla="*/ 446656 h 835479"/>
                <a:gd name="connsiteX139" fmla="*/ 5385383 w 6858000"/>
                <a:gd name="connsiteY139" fmla="*/ 438465 h 835479"/>
                <a:gd name="connsiteX140" fmla="*/ 5355013 w 6858000"/>
                <a:gd name="connsiteY140" fmla="*/ 433589 h 835479"/>
                <a:gd name="connsiteX141" fmla="*/ 5321350 w 6858000"/>
                <a:gd name="connsiteY141" fmla="*/ 437509 h 835479"/>
                <a:gd name="connsiteX142" fmla="*/ 5272796 w 6858000"/>
                <a:gd name="connsiteY142" fmla="*/ 462468 h 835479"/>
                <a:gd name="connsiteX143" fmla="*/ 5243613 w 6858000"/>
                <a:gd name="connsiteY143" fmla="*/ 478254 h 835479"/>
                <a:gd name="connsiteX144" fmla="*/ 5229433 w 6858000"/>
                <a:gd name="connsiteY144" fmla="*/ 485925 h 835479"/>
                <a:gd name="connsiteX145" fmla="*/ 5179067 w 6858000"/>
                <a:gd name="connsiteY145" fmla="*/ 486091 h 835479"/>
                <a:gd name="connsiteX146" fmla="*/ 5179066 w 6858000"/>
                <a:gd name="connsiteY146" fmla="*/ 486091 h 835479"/>
                <a:gd name="connsiteX147" fmla="*/ 5172089 w 6858000"/>
                <a:gd name="connsiteY147" fmla="*/ 483545 h 835479"/>
                <a:gd name="connsiteX148" fmla="*/ 5166113 w 6858000"/>
                <a:gd name="connsiteY148" fmla="*/ 482853 h 835479"/>
                <a:gd name="connsiteX149" fmla="*/ 5133224 w 6858000"/>
                <a:gd name="connsiteY149" fmla="*/ 489569 h 835479"/>
                <a:gd name="connsiteX150" fmla="*/ 5133223 w 6858000"/>
                <a:gd name="connsiteY150" fmla="*/ 489569 h 835479"/>
                <a:gd name="connsiteX151" fmla="*/ 5133219 w 6858000"/>
                <a:gd name="connsiteY151" fmla="*/ 489567 h 835479"/>
                <a:gd name="connsiteX152" fmla="*/ 5102460 w 6858000"/>
                <a:gd name="connsiteY152" fmla="*/ 482424 h 835479"/>
                <a:gd name="connsiteX153" fmla="*/ 5087443 w 6858000"/>
                <a:gd name="connsiteY153" fmla="*/ 476540 h 835479"/>
                <a:gd name="connsiteX154" fmla="*/ 5087422 w 6858000"/>
                <a:gd name="connsiteY154" fmla="*/ 476534 h 835479"/>
                <a:gd name="connsiteX155" fmla="*/ 5070584 w 6858000"/>
                <a:gd name="connsiteY155" fmla="*/ 470217 h 835479"/>
                <a:gd name="connsiteX156" fmla="*/ 5041527 w 6858000"/>
                <a:gd name="connsiteY156" fmla="*/ 463422 h 835479"/>
                <a:gd name="connsiteX157" fmla="*/ 5041520 w 6858000"/>
                <a:gd name="connsiteY157" fmla="*/ 463420 h 835479"/>
                <a:gd name="connsiteX158" fmla="*/ 4987036 w 6858000"/>
                <a:gd name="connsiteY158" fmla="*/ 436941 h 835479"/>
                <a:gd name="connsiteX159" fmla="*/ 4957452 w 6858000"/>
                <a:gd name="connsiteY159" fmla="*/ 419659 h 835479"/>
                <a:gd name="connsiteX160" fmla="*/ 4933804 w 6858000"/>
                <a:gd name="connsiteY160" fmla="*/ 412107 h 835479"/>
                <a:gd name="connsiteX161" fmla="*/ 4912168 w 6858000"/>
                <a:gd name="connsiteY161" fmla="*/ 413509 h 835479"/>
                <a:gd name="connsiteX162" fmla="*/ 4889275 w 6858000"/>
                <a:gd name="connsiteY162" fmla="*/ 415214 h 835479"/>
                <a:gd name="connsiteX163" fmla="*/ 4889274 w 6858000"/>
                <a:gd name="connsiteY163" fmla="*/ 415214 h 835479"/>
                <a:gd name="connsiteX164" fmla="*/ 4867613 w 6858000"/>
                <a:gd name="connsiteY164" fmla="*/ 410436 h 835479"/>
                <a:gd name="connsiteX165" fmla="*/ 4863342 w 6858000"/>
                <a:gd name="connsiteY165" fmla="*/ 407685 h 835479"/>
                <a:gd name="connsiteX166" fmla="*/ 4857316 w 6858000"/>
                <a:gd name="connsiteY166" fmla="*/ 405935 h 835479"/>
                <a:gd name="connsiteX167" fmla="*/ 4828915 w 6858000"/>
                <a:gd name="connsiteY167" fmla="*/ 385504 h 835479"/>
                <a:gd name="connsiteX168" fmla="*/ 4800482 w 6858000"/>
                <a:gd name="connsiteY168" fmla="*/ 370668 h 835479"/>
                <a:gd name="connsiteX169" fmla="*/ 4767764 w 6858000"/>
                <a:gd name="connsiteY169" fmla="*/ 371977 h 835479"/>
                <a:gd name="connsiteX170" fmla="*/ 4677655 w 6858000"/>
                <a:gd name="connsiteY170" fmla="*/ 381884 h 835479"/>
                <a:gd name="connsiteX171" fmla="*/ 4659174 w 6858000"/>
                <a:gd name="connsiteY171" fmla="*/ 389886 h 835479"/>
                <a:gd name="connsiteX172" fmla="*/ 4482004 w 6858000"/>
                <a:gd name="connsiteY172" fmla="*/ 449896 h 835479"/>
                <a:gd name="connsiteX173" fmla="*/ 4363890 w 6858000"/>
                <a:gd name="connsiteY173" fmla="*/ 450658 h 835479"/>
                <a:gd name="connsiteX174" fmla="*/ 4363889 w 6858000"/>
                <a:gd name="connsiteY174" fmla="*/ 450658 h 835479"/>
                <a:gd name="connsiteX175" fmla="*/ 4324644 w 6858000"/>
                <a:gd name="connsiteY175" fmla="*/ 441704 h 835479"/>
                <a:gd name="connsiteX176" fmla="*/ 4253013 w 6858000"/>
                <a:gd name="connsiteY176" fmla="*/ 401888 h 835479"/>
                <a:gd name="connsiteX177" fmla="*/ 4165382 w 6858000"/>
                <a:gd name="connsiteY177" fmla="*/ 392362 h 835479"/>
                <a:gd name="connsiteX178" fmla="*/ 4165383 w 6858000"/>
                <a:gd name="connsiteY178" fmla="*/ 392362 h 835479"/>
                <a:gd name="connsiteX179" fmla="*/ 4192387 w 6858000"/>
                <a:gd name="connsiteY179" fmla="*/ 396267 h 835479"/>
                <a:gd name="connsiteX180" fmla="*/ 4192386 w 6858000"/>
                <a:gd name="connsiteY180" fmla="*/ 396267 h 835479"/>
                <a:gd name="connsiteX181" fmla="*/ 4165382 w 6858000"/>
                <a:gd name="connsiteY181" fmla="*/ 392362 h 835479"/>
                <a:gd name="connsiteX182" fmla="*/ 3885337 w 6858000"/>
                <a:gd name="connsiteY182" fmla="*/ 379980 h 835479"/>
                <a:gd name="connsiteX183" fmla="*/ 3885338 w 6858000"/>
                <a:gd name="connsiteY183" fmla="*/ 379980 h 835479"/>
                <a:gd name="connsiteX184" fmla="*/ 3885341 w 6858000"/>
                <a:gd name="connsiteY184" fmla="*/ 379982 h 835479"/>
                <a:gd name="connsiteX185" fmla="*/ 3962157 w 6858000"/>
                <a:gd name="connsiteY185" fmla="*/ 411865 h 835479"/>
                <a:gd name="connsiteX186" fmla="*/ 3962159 w 6858000"/>
                <a:gd name="connsiteY186" fmla="*/ 411865 h 835479"/>
                <a:gd name="connsiteX187" fmla="*/ 4043837 w 6858000"/>
                <a:gd name="connsiteY187" fmla="*/ 396173 h 835479"/>
                <a:gd name="connsiteX188" fmla="*/ 4043838 w 6858000"/>
                <a:gd name="connsiteY188" fmla="*/ 396172 h 835479"/>
                <a:gd name="connsiteX189" fmla="*/ 4103824 w 6858000"/>
                <a:gd name="connsiteY189" fmla="*/ 381051 h 835479"/>
                <a:gd name="connsiteX190" fmla="*/ 4103825 w 6858000"/>
                <a:gd name="connsiteY190" fmla="*/ 381051 h 835479"/>
                <a:gd name="connsiteX191" fmla="*/ 4134255 w 6858000"/>
                <a:gd name="connsiteY191" fmla="*/ 383018 h 835479"/>
                <a:gd name="connsiteX192" fmla="*/ 4165381 w 6858000"/>
                <a:gd name="connsiteY192" fmla="*/ 392362 h 835479"/>
                <a:gd name="connsiteX193" fmla="*/ 4103825 w 6858000"/>
                <a:gd name="connsiteY193" fmla="*/ 381051 h 835479"/>
                <a:gd name="connsiteX194" fmla="*/ 4043839 w 6858000"/>
                <a:gd name="connsiteY194" fmla="*/ 396172 h 835479"/>
                <a:gd name="connsiteX195" fmla="*/ 4043837 w 6858000"/>
                <a:gd name="connsiteY195" fmla="*/ 396173 h 835479"/>
                <a:gd name="connsiteX196" fmla="*/ 4002409 w 6858000"/>
                <a:gd name="connsiteY196" fmla="*/ 409475 h 835479"/>
                <a:gd name="connsiteX197" fmla="*/ 3962159 w 6858000"/>
                <a:gd name="connsiteY197" fmla="*/ 411865 h 835479"/>
                <a:gd name="connsiteX198" fmla="*/ 3962158 w 6858000"/>
                <a:gd name="connsiteY198" fmla="*/ 411865 h 835479"/>
                <a:gd name="connsiteX199" fmla="*/ 3962157 w 6858000"/>
                <a:gd name="connsiteY199" fmla="*/ 411865 h 835479"/>
                <a:gd name="connsiteX200" fmla="*/ 3923124 w 6858000"/>
                <a:gd name="connsiteY200" fmla="*/ 402361 h 835479"/>
                <a:gd name="connsiteX201" fmla="*/ 3885341 w 6858000"/>
                <a:gd name="connsiteY201" fmla="*/ 379982 h 835479"/>
                <a:gd name="connsiteX202" fmla="*/ 3669899 w 6858000"/>
                <a:gd name="connsiteY202" fmla="*/ 394577 h 835479"/>
                <a:gd name="connsiteX203" fmla="*/ 3680163 w 6858000"/>
                <a:gd name="connsiteY203" fmla="*/ 397173 h 835479"/>
                <a:gd name="connsiteX204" fmla="*/ 3734836 w 6858000"/>
                <a:gd name="connsiteY204" fmla="*/ 393125 h 835479"/>
                <a:gd name="connsiteX205" fmla="*/ 3734837 w 6858000"/>
                <a:gd name="connsiteY205" fmla="*/ 393125 h 835479"/>
                <a:gd name="connsiteX206" fmla="*/ 3754652 w 6858000"/>
                <a:gd name="connsiteY206" fmla="*/ 393507 h 835479"/>
                <a:gd name="connsiteX207" fmla="*/ 3789775 w 6858000"/>
                <a:gd name="connsiteY207" fmla="*/ 399864 h 835479"/>
                <a:gd name="connsiteX208" fmla="*/ 3822471 w 6858000"/>
                <a:gd name="connsiteY208" fmla="*/ 384932 h 835479"/>
                <a:gd name="connsiteX209" fmla="*/ 3852618 w 6858000"/>
                <a:gd name="connsiteY209" fmla="*/ 370597 h 835479"/>
                <a:gd name="connsiteX210" fmla="*/ 3852619 w 6858000"/>
                <a:gd name="connsiteY210" fmla="*/ 370597 h 835479"/>
                <a:gd name="connsiteX211" fmla="*/ 3868763 w 6858000"/>
                <a:gd name="connsiteY211" fmla="*/ 371377 h 835479"/>
                <a:gd name="connsiteX212" fmla="*/ 3885336 w 6858000"/>
                <a:gd name="connsiteY212" fmla="*/ 379980 h 835479"/>
                <a:gd name="connsiteX213" fmla="*/ 3852619 w 6858000"/>
                <a:gd name="connsiteY213" fmla="*/ 370597 h 835479"/>
                <a:gd name="connsiteX214" fmla="*/ 3822472 w 6858000"/>
                <a:gd name="connsiteY214" fmla="*/ 384932 h 835479"/>
                <a:gd name="connsiteX215" fmla="*/ 3789776 w 6858000"/>
                <a:gd name="connsiteY215" fmla="*/ 399864 h 835479"/>
                <a:gd name="connsiteX216" fmla="*/ 3789775 w 6858000"/>
                <a:gd name="connsiteY216" fmla="*/ 399864 h 835479"/>
                <a:gd name="connsiteX217" fmla="*/ 3754651 w 6858000"/>
                <a:gd name="connsiteY217" fmla="*/ 393507 h 835479"/>
                <a:gd name="connsiteX218" fmla="*/ 3734837 w 6858000"/>
                <a:gd name="connsiteY218" fmla="*/ 393125 h 835479"/>
                <a:gd name="connsiteX219" fmla="*/ 3680163 w 6858000"/>
                <a:gd name="connsiteY219" fmla="*/ 397173 h 835479"/>
                <a:gd name="connsiteX220" fmla="*/ 3680162 w 6858000"/>
                <a:gd name="connsiteY220" fmla="*/ 397173 h 835479"/>
                <a:gd name="connsiteX221" fmla="*/ 2836171 w 6858000"/>
                <a:gd name="connsiteY221" fmla="*/ 465063 h 835479"/>
                <a:gd name="connsiteX222" fmla="*/ 2848792 w 6858000"/>
                <a:gd name="connsiteY222" fmla="*/ 456372 h 835479"/>
                <a:gd name="connsiteX223" fmla="*/ 2897784 w 6858000"/>
                <a:gd name="connsiteY223" fmla="*/ 440769 h 835479"/>
                <a:gd name="connsiteX224" fmla="*/ 2903549 w 6858000"/>
                <a:gd name="connsiteY224" fmla="*/ 439740 h 835479"/>
                <a:gd name="connsiteX225" fmla="*/ 2914327 w 6858000"/>
                <a:gd name="connsiteY225" fmla="*/ 436466 h 835479"/>
                <a:gd name="connsiteX226" fmla="*/ 2947858 w 6858000"/>
                <a:gd name="connsiteY226" fmla="*/ 431835 h 835479"/>
                <a:gd name="connsiteX227" fmla="*/ 2947861 w 6858000"/>
                <a:gd name="connsiteY227" fmla="*/ 431834 h 835479"/>
                <a:gd name="connsiteX228" fmla="*/ 2947862 w 6858000"/>
                <a:gd name="connsiteY228" fmla="*/ 431834 h 835479"/>
                <a:gd name="connsiteX229" fmla="*/ 2982148 w 6858000"/>
                <a:gd name="connsiteY229" fmla="*/ 435418 h 835479"/>
                <a:gd name="connsiteX230" fmla="*/ 3077401 w 6858000"/>
                <a:gd name="connsiteY230" fmla="*/ 447111 h 835479"/>
                <a:gd name="connsiteX231" fmla="*/ 3172653 w 6858000"/>
                <a:gd name="connsiteY231" fmla="*/ 434656 h 835479"/>
                <a:gd name="connsiteX232" fmla="*/ 3489466 w 6858000"/>
                <a:gd name="connsiteY232" fmla="*/ 387029 h 835479"/>
                <a:gd name="connsiteX233" fmla="*/ 3544712 w 6858000"/>
                <a:gd name="connsiteY233" fmla="*/ 364930 h 835479"/>
                <a:gd name="connsiteX234" fmla="*/ 3574407 w 6858000"/>
                <a:gd name="connsiteY234" fmla="*/ 347308 h 835479"/>
                <a:gd name="connsiteX235" fmla="*/ 3574408 w 6858000"/>
                <a:gd name="connsiteY235" fmla="*/ 347308 h 835479"/>
                <a:gd name="connsiteX236" fmla="*/ 3606817 w 6858000"/>
                <a:gd name="connsiteY236" fmla="*/ 359406 h 835479"/>
                <a:gd name="connsiteX237" fmla="*/ 3630632 w 6858000"/>
                <a:gd name="connsiteY237" fmla="*/ 372932 h 835479"/>
                <a:gd name="connsiteX238" fmla="*/ 3651953 w 6858000"/>
                <a:gd name="connsiteY238" fmla="*/ 388826 h 835479"/>
                <a:gd name="connsiteX239" fmla="*/ 3630631 w 6858000"/>
                <a:gd name="connsiteY239" fmla="*/ 372932 h 835479"/>
                <a:gd name="connsiteX240" fmla="*/ 3606816 w 6858000"/>
                <a:gd name="connsiteY240" fmla="*/ 359406 h 835479"/>
                <a:gd name="connsiteX241" fmla="*/ 3587173 w 6858000"/>
                <a:gd name="connsiteY241" fmla="*/ 349660 h 835479"/>
                <a:gd name="connsiteX242" fmla="*/ 3574407 w 6858000"/>
                <a:gd name="connsiteY242" fmla="*/ 347308 h 835479"/>
                <a:gd name="connsiteX243" fmla="*/ 3562320 w 6858000"/>
                <a:gd name="connsiteY243" fmla="*/ 352387 h 835479"/>
                <a:gd name="connsiteX244" fmla="*/ 3544713 w 6858000"/>
                <a:gd name="connsiteY244" fmla="*/ 364930 h 835479"/>
                <a:gd name="connsiteX245" fmla="*/ 3489467 w 6858000"/>
                <a:gd name="connsiteY245" fmla="*/ 387029 h 835479"/>
                <a:gd name="connsiteX246" fmla="*/ 3172654 w 6858000"/>
                <a:gd name="connsiteY246" fmla="*/ 434656 h 835479"/>
                <a:gd name="connsiteX247" fmla="*/ 3077401 w 6858000"/>
                <a:gd name="connsiteY247" fmla="*/ 447111 h 835479"/>
                <a:gd name="connsiteX248" fmla="*/ 3077400 w 6858000"/>
                <a:gd name="connsiteY248" fmla="*/ 447111 h 835479"/>
                <a:gd name="connsiteX249" fmla="*/ 2982147 w 6858000"/>
                <a:gd name="connsiteY249" fmla="*/ 435418 h 835479"/>
                <a:gd name="connsiteX250" fmla="*/ 2947862 w 6858000"/>
                <a:gd name="connsiteY250" fmla="*/ 431834 h 835479"/>
                <a:gd name="connsiteX251" fmla="*/ 2947858 w 6858000"/>
                <a:gd name="connsiteY251" fmla="*/ 431835 h 835479"/>
                <a:gd name="connsiteX252" fmla="*/ 2903549 w 6858000"/>
                <a:gd name="connsiteY252" fmla="*/ 439740 h 835479"/>
                <a:gd name="connsiteX253" fmla="*/ 2848793 w 6858000"/>
                <a:gd name="connsiteY253" fmla="*/ 456372 h 835479"/>
                <a:gd name="connsiteX254" fmla="*/ 2836172 w 6858000"/>
                <a:gd name="connsiteY254" fmla="*/ 465063 h 835479"/>
                <a:gd name="connsiteX255" fmla="*/ 1268757 w 6858000"/>
                <a:gd name="connsiteY255" fmla="*/ 18376 h 835479"/>
                <a:gd name="connsiteX256" fmla="*/ 1286069 w 6858000"/>
                <a:gd name="connsiteY256" fmla="*/ 23543 h 835479"/>
                <a:gd name="connsiteX257" fmla="*/ 1350627 w 6858000"/>
                <a:gd name="connsiteY257" fmla="*/ 45880 h 835479"/>
                <a:gd name="connsiteX258" fmla="*/ 1413839 w 6858000"/>
                <a:gd name="connsiteY258" fmla="*/ 40286 h 835479"/>
                <a:gd name="connsiteX259" fmla="*/ 1350626 w 6858000"/>
                <a:gd name="connsiteY259" fmla="*/ 45881 h 835479"/>
                <a:gd name="connsiteX260" fmla="*/ 1286068 w 6858000"/>
                <a:gd name="connsiteY260" fmla="*/ 23543 h 835479"/>
                <a:gd name="connsiteX261" fmla="*/ 313532 w 6858000"/>
                <a:gd name="connsiteY261" fmla="*/ 14019 h 835479"/>
                <a:gd name="connsiteX262" fmla="*/ 313533 w 6858000"/>
                <a:gd name="connsiteY262" fmla="*/ 14018 h 835479"/>
                <a:gd name="connsiteX263" fmla="*/ 338870 w 6858000"/>
                <a:gd name="connsiteY263" fmla="*/ 13446 h 835479"/>
                <a:gd name="connsiteX264" fmla="*/ 338902 w 6858000"/>
                <a:gd name="connsiteY264" fmla="*/ 13453 h 835479"/>
                <a:gd name="connsiteX265" fmla="*/ 395639 w 6858000"/>
                <a:gd name="connsiteY265" fmla="*/ 23353 h 835479"/>
                <a:gd name="connsiteX266" fmla="*/ 367327 w 6858000"/>
                <a:gd name="connsiteY266" fmla="*/ 19543 h 835479"/>
                <a:gd name="connsiteX267" fmla="*/ 338902 w 6858000"/>
                <a:gd name="connsiteY267" fmla="*/ 13453 h 835479"/>
                <a:gd name="connsiteX268" fmla="*/ 338869 w 6858000"/>
                <a:gd name="connsiteY268" fmla="*/ 13447 h 835479"/>
                <a:gd name="connsiteX269" fmla="*/ 324057 w 6858000"/>
                <a:gd name="connsiteY269" fmla="*/ 11661 h 835479"/>
                <a:gd name="connsiteX270" fmla="*/ 281567 w 6858000"/>
                <a:gd name="connsiteY270" fmla="*/ 36346 h 835479"/>
                <a:gd name="connsiteX271" fmla="*/ 295414 w 6858000"/>
                <a:gd name="connsiteY271" fmla="*/ 31451 h 835479"/>
                <a:gd name="connsiteX272" fmla="*/ 295414 w 6858000"/>
                <a:gd name="connsiteY272" fmla="*/ 31452 h 835479"/>
                <a:gd name="connsiteX273" fmla="*/ 24485 w 6858000"/>
                <a:gd name="connsiteY273" fmla="*/ 23026 h 835479"/>
                <a:gd name="connsiteX274" fmla="*/ 74128 w 6858000"/>
                <a:gd name="connsiteY274" fmla="*/ 20763 h 835479"/>
                <a:gd name="connsiteX275" fmla="*/ 125860 w 6858000"/>
                <a:gd name="connsiteY275" fmla="*/ 26687 h 835479"/>
                <a:gd name="connsiteX276" fmla="*/ 153386 w 6858000"/>
                <a:gd name="connsiteY276" fmla="*/ 31082 h 835479"/>
                <a:gd name="connsiteX277" fmla="*/ 228943 w 6858000"/>
                <a:gd name="connsiteY277" fmla="*/ 39355 h 835479"/>
                <a:gd name="connsiteX278" fmla="*/ 177270 w 6858000"/>
                <a:gd name="connsiteY278" fmla="*/ 34896 h 835479"/>
                <a:gd name="connsiteX279" fmla="*/ 153386 w 6858000"/>
                <a:gd name="connsiteY279" fmla="*/ 31082 h 835479"/>
                <a:gd name="connsiteX280" fmla="*/ 151568 w 6858000"/>
                <a:gd name="connsiteY280" fmla="*/ 30883 h 835479"/>
                <a:gd name="connsiteX281" fmla="*/ 74128 w 6858000"/>
                <a:gd name="connsiteY281" fmla="*/ 20764 h 835479"/>
                <a:gd name="connsiteX282" fmla="*/ 0 w 6858000"/>
                <a:gd name="connsiteY282" fmla="*/ 29969 h 835479"/>
                <a:gd name="connsiteX283" fmla="*/ 0 w 6858000"/>
                <a:gd name="connsiteY283" fmla="*/ 494077 h 835479"/>
                <a:gd name="connsiteX284" fmla="*/ 2816 w 6858000"/>
                <a:gd name="connsiteY284" fmla="*/ 492950 h 835479"/>
                <a:gd name="connsiteX285" fmla="*/ 63586 w 6858000"/>
                <a:gd name="connsiteY285" fmla="*/ 478851 h 835479"/>
                <a:gd name="connsiteX286" fmla="*/ 176938 w 6858000"/>
                <a:gd name="connsiteY286" fmla="*/ 464945 h 835479"/>
                <a:gd name="connsiteX287" fmla="*/ 200181 w 6858000"/>
                <a:gd name="connsiteY287" fmla="*/ 456943 h 835479"/>
                <a:gd name="connsiteX288" fmla="*/ 340773 w 6858000"/>
                <a:gd name="connsiteY288" fmla="*/ 419031 h 835479"/>
                <a:gd name="connsiteX289" fmla="*/ 453363 w 6858000"/>
                <a:gd name="connsiteY289" fmla="*/ 419796 h 835479"/>
                <a:gd name="connsiteX290" fmla="*/ 462125 w 6858000"/>
                <a:gd name="connsiteY290" fmla="*/ 421510 h 835479"/>
                <a:gd name="connsiteX291" fmla="*/ 505181 w 6858000"/>
                <a:gd name="connsiteY291" fmla="*/ 434082 h 835479"/>
                <a:gd name="connsiteX292" fmla="*/ 571859 w 6858000"/>
                <a:gd name="connsiteY292" fmla="*/ 430654 h 835479"/>
                <a:gd name="connsiteX293" fmla="*/ 617771 w 6858000"/>
                <a:gd name="connsiteY293" fmla="*/ 413317 h 835479"/>
                <a:gd name="connsiteX294" fmla="*/ 674922 w 6858000"/>
                <a:gd name="connsiteY294" fmla="*/ 412555 h 835479"/>
                <a:gd name="connsiteX295" fmla="*/ 740267 w 6858000"/>
                <a:gd name="connsiteY295" fmla="*/ 423414 h 835479"/>
                <a:gd name="connsiteX296" fmla="*/ 769604 w 6858000"/>
                <a:gd name="connsiteY296" fmla="*/ 425700 h 835479"/>
                <a:gd name="connsiteX297" fmla="*/ 850188 w 6858000"/>
                <a:gd name="connsiteY297" fmla="*/ 448180 h 835479"/>
                <a:gd name="connsiteX298" fmla="*/ 898197 w 6858000"/>
                <a:gd name="connsiteY298" fmla="*/ 442656 h 835479"/>
                <a:gd name="connsiteX299" fmla="*/ 945443 w 6858000"/>
                <a:gd name="connsiteY299" fmla="*/ 427796 h 835479"/>
                <a:gd name="connsiteX300" fmla="*/ 975732 w 6858000"/>
                <a:gd name="connsiteY300" fmla="*/ 413507 h 835479"/>
                <a:gd name="connsiteX301" fmla="*/ 1036886 w 6858000"/>
                <a:gd name="connsiteY301" fmla="*/ 403411 h 835479"/>
                <a:gd name="connsiteX302" fmla="*/ 1048124 w 6858000"/>
                <a:gd name="connsiteY302" fmla="*/ 404935 h 835479"/>
                <a:gd name="connsiteX303" fmla="*/ 1230632 w 6858000"/>
                <a:gd name="connsiteY303" fmla="*/ 417509 h 835479"/>
                <a:gd name="connsiteX304" fmla="*/ 1303023 w 6858000"/>
                <a:gd name="connsiteY304" fmla="*/ 437702 h 835479"/>
                <a:gd name="connsiteX305" fmla="*/ 1318455 w 6858000"/>
                <a:gd name="connsiteY305" fmla="*/ 440178 h 835479"/>
                <a:gd name="connsiteX306" fmla="*/ 1472574 w 6858000"/>
                <a:gd name="connsiteY306" fmla="*/ 462849 h 835479"/>
                <a:gd name="connsiteX307" fmla="*/ 1489719 w 6858000"/>
                <a:gd name="connsiteY307" fmla="*/ 463801 h 835479"/>
                <a:gd name="connsiteX308" fmla="*/ 1537536 w 6858000"/>
                <a:gd name="connsiteY308" fmla="*/ 459801 h 835479"/>
                <a:gd name="connsiteX309" fmla="*/ 1650316 w 6858000"/>
                <a:gd name="connsiteY309" fmla="*/ 500950 h 835479"/>
                <a:gd name="connsiteX310" fmla="*/ 1763286 w 6858000"/>
                <a:gd name="connsiteY310" fmla="*/ 515049 h 835479"/>
                <a:gd name="connsiteX311" fmla="*/ 1825392 w 6858000"/>
                <a:gd name="connsiteY311" fmla="*/ 514857 h 835479"/>
                <a:gd name="connsiteX312" fmla="*/ 1869779 w 6858000"/>
                <a:gd name="connsiteY312" fmla="*/ 524955 h 835479"/>
                <a:gd name="connsiteX313" fmla="*/ 1978939 w 6858000"/>
                <a:gd name="connsiteY313" fmla="*/ 555626 h 835479"/>
                <a:gd name="connsiteX314" fmla="*/ 2030377 w 6858000"/>
                <a:gd name="connsiteY314" fmla="*/ 560388 h 835479"/>
                <a:gd name="connsiteX315" fmla="*/ 2085053 w 6858000"/>
                <a:gd name="connsiteY315" fmla="*/ 570677 h 835479"/>
                <a:gd name="connsiteX316" fmla="*/ 2220311 w 6858000"/>
                <a:gd name="connsiteY316" fmla="*/ 616778 h 835479"/>
                <a:gd name="connsiteX317" fmla="*/ 2330805 w 6858000"/>
                <a:gd name="connsiteY317" fmla="*/ 614112 h 835479"/>
                <a:gd name="connsiteX318" fmla="*/ 2401291 w 6858000"/>
                <a:gd name="connsiteY318" fmla="*/ 614682 h 835479"/>
                <a:gd name="connsiteX319" fmla="*/ 2485306 w 6858000"/>
                <a:gd name="connsiteY319" fmla="*/ 629923 h 835479"/>
                <a:gd name="connsiteX320" fmla="*/ 2554078 w 6858000"/>
                <a:gd name="connsiteY320" fmla="*/ 652213 h 835479"/>
                <a:gd name="connsiteX321" fmla="*/ 2649142 w 6858000"/>
                <a:gd name="connsiteY321" fmla="*/ 669930 h 835479"/>
                <a:gd name="connsiteX322" fmla="*/ 2743825 w 6858000"/>
                <a:gd name="connsiteY322" fmla="*/ 704031 h 835479"/>
                <a:gd name="connsiteX323" fmla="*/ 2809929 w 6858000"/>
                <a:gd name="connsiteY323" fmla="*/ 730130 h 835479"/>
                <a:gd name="connsiteX324" fmla="*/ 2901942 w 6858000"/>
                <a:gd name="connsiteY324" fmla="*/ 753181 h 835479"/>
                <a:gd name="connsiteX325" fmla="*/ 3042727 w 6858000"/>
                <a:gd name="connsiteY325" fmla="*/ 769373 h 835479"/>
                <a:gd name="connsiteX326" fmla="*/ 3107499 w 6858000"/>
                <a:gd name="connsiteY326" fmla="*/ 771089 h 835479"/>
                <a:gd name="connsiteX327" fmla="*/ 3209992 w 6858000"/>
                <a:gd name="connsiteY327" fmla="*/ 808998 h 835479"/>
                <a:gd name="connsiteX328" fmla="*/ 3253808 w 6858000"/>
                <a:gd name="connsiteY328" fmla="*/ 827287 h 835479"/>
                <a:gd name="connsiteX329" fmla="*/ 3293243 w 6858000"/>
                <a:gd name="connsiteY329" fmla="*/ 812047 h 835479"/>
                <a:gd name="connsiteX330" fmla="*/ 3318770 w 6858000"/>
                <a:gd name="connsiteY330" fmla="*/ 794520 h 835479"/>
                <a:gd name="connsiteX331" fmla="*/ 3399545 w 6858000"/>
                <a:gd name="connsiteY331" fmla="*/ 809381 h 835479"/>
                <a:gd name="connsiteX332" fmla="*/ 3485274 w 6858000"/>
                <a:gd name="connsiteY332" fmla="*/ 825001 h 835479"/>
                <a:gd name="connsiteX333" fmla="*/ 3546616 w 6858000"/>
                <a:gd name="connsiteY333" fmla="*/ 835479 h 835479"/>
                <a:gd name="connsiteX334" fmla="*/ 3623200 w 6858000"/>
                <a:gd name="connsiteY334" fmla="*/ 827097 h 835479"/>
                <a:gd name="connsiteX335" fmla="*/ 3683590 w 6858000"/>
                <a:gd name="connsiteY335" fmla="*/ 823669 h 835479"/>
                <a:gd name="connsiteX336" fmla="*/ 3732360 w 6858000"/>
                <a:gd name="connsiteY336" fmla="*/ 813953 h 835479"/>
                <a:gd name="connsiteX337" fmla="*/ 3749505 w 6858000"/>
                <a:gd name="connsiteY337" fmla="*/ 808236 h 835479"/>
                <a:gd name="connsiteX338" fmla="*/ 3885337 w 6858000"/>
                <a:gd name="connsiteY338" fmla="*/ 763659 h 835479"/>
                <a:gd name="connsiteX339" fmla="*/ 4030502 w 6858000"/>
                <a:gd name="connsiteY339" fmla="*/ 728034 h 835479"/>
                <a:gd name="connsiteX340" fmla="*/ 4124613 w 6858000"/>
                <a:gd name="connsiteY340" fmla="*/ 750515 h 835479"/>
                <a:gd name="connsiteX341" fmla="*/ 4159666 w 6858000"/>
                <a:gd name="connsiteY341" fmla="*/ 750133 h 835479"/>
                <a:gd name="connsiteX342" fmla="*/ 4320836 w 6858000"/>
                <a:gd name="connsiteY342" fmla="*/ 755277 h 835479"/>
                <a:gd name="connsiteX343" fmla="*/ 4349221 w 6858000"/>
                <a:gd name="connsiteY343" fmla="*/ 760801 h 835479"/>
                <a:gd name="connsiteX344" fmla="*/ 4502578 w 6858000"/>
                <a:gd name="connsiteY344" fmla="*/ 738130 h 835479"/>
                <a:gd name="connsiteX345" fmla="*/ 4558206 w 6858000"/>
                <a:gd name="connsiteY345" fmla="*/ 734320 h 835479"/>
                <a:gd name="connsiteX346" fmla="*/ 4609451 w 6858000"/>
                <a:gd name="connsiteY346" fmla="*/ 728034 h 835479"/>
                <a:gd name="connsiteX347" fmla="*/ 4681082 w 6858000"/>
                <a:gd name="connsiteY347" fmla="*/ 726510 h 835479"/>
                <a:gd name="connsiteX348" fmla="*/ 4755380 w 6858000"/>
                <a:gd name="connsiteY348" fmla="*/ 729368 h 835479"/>
                <a:gd name="connsiteX349" fmla="*/ 4838249 w 6858000"/>
                <a:gd name="connsiteY349" fmla="*/ 728796 h 835479"/>
                <a:gd name="connsiteX350" fmla="*/ 4871018 w 6858000"/>
                <a:gd name="connsiteY350" fmla="*/ 723844 h 835479"/>
                <a:gd name="connsiteX351" fmla="*/ 4959601 w 6858000"/>
                <a:gd name="connsiteY351" fmla="*/ 727272 h 835479"/>
                <a:gd name="connsiteX352" fmla="*/ 5006085 w 6858000"/>
                <a:gd name="connsiteY352" fmla="*/ 721558 h 835479"/>
                <a:gd name="connsiteX353" fmla="*/ 5082669 w 6858000"/>
                <a:gd name="connsiteY353" fmla="*/ 720414 h 835479"/>
                <a:gd name="connsiteX354" fmla="*/ 5107626 w 6858000"/>
                <a:gd name="connsiteY354" fmla="*/ 719079 h 835479"/>
                <a:gd name="connsiteX355" fmla="*/ 5129915 w 6858000"/>
                <a:gd name="connsiteY355" fmla="*/ 718317 h 835479"/>
                <a:gd name="connsiteX356" fmla="*/ 5206307 w 6858000"/>
                <a:gd name="connsiteY356" fmla="*/ 733940 h 835479"/>
                <a:gd name="connsiteX357" fmla="*/ 5274128 w 6858000"/>
                <a:gd name="connsiteY357" fmla="*/ 734892 h 835479"/>
                <a:gd name="connsiteX358" fmla="*/ 5393004 w 6858000"/>
                <a:gd name="connsiteY358" fmla="*/ 747466 h 835479"/>
                <a:gd name="connsiteX359" fmla="*/ 5419294 w 6858000"/>
                <a:gd name="connsiteY359" fmla="*/ 743084 h 835479"/>
                <a:gd name="connsiteX360" fmla="*/ 5501593 w 6858000"/>
                <a:gd name="connsiteY360" fmla="*/ 741370 h 835479"/>
                <a:gd name="connsiteX361" fmla="*/ 5548459 w 6858000"/>
                <a:gd name="connsiteY361" fmla="*/ 740036 h 835479"/>
                <a:gd name="connsiteX362" fmla="*/ 5606371 w 6858000"/>
                <a:gd name="connsiteY362" fmla="*/ 749180 h 835479"/>
                <a:gd name="connsiteX363" fmla="*/ 5706958 w 6858000"/>
                <a:gd name="connsiteY363" fmla="*/ 768611 h 835479"/>
                <a:gd name="connsiteX364" fmla="*/ 5733439 w 6858000"/>
                <a:gd name="connsiteY364" fmla="*/ 771659 h 835479"/>
                <a:gd name="connsiteX365" fmla="*/ 5781829 w 6858000"/>
                <a:gd name="connsiteY365" fmla="*/ 780996 h 835479"/>
                <a:gd name="connsiteX366" fmla="*/ 5790591 w 6858000"/>
                <a:gd name="connsiteY366" fmla="*/ 782710 h 835479"/>
                <a:gd name="connsiteX367" fmla="*/ 5864317 w 6858000"/>
                <a:gd name="connsiteY367" fmla="*/ 806332 h 835479"/>
                <a:gd name="connsiteX368" fmla="*/ 5902609 w 6858000"/>
                <a:gd name="connsiteY368" fmla="*/ 808236 h 835479"/>
                <a:gd name="connsiteX369" fmla="*/ 6012722 w 6858000"/>
                <a:gd name="connsiteY369" fmla="*/ 808428 h 835479"/>
                <a:gd name="connsiteX370" fmla="*/ 6059396 w 6858000"/>
                <a:gd name="connsiteY370" fmla="*/ 804808 h 835479"/>
                <a:gd name="connsiteX371" fmla="*/ 6171604 w 6858000"/>
                <a:gd name="connsiteY371" fmla="*/ 790902 h 835479"/>
                <a:gd name="connsiteX372" fmla="*/ 6242092 w 6858000"/>
                <a:gd name="connsiteY372" fmla="*/ 784044 h 835479"/>
                <a:gd name="connsiteX373" fmla="*/ 6323057 w 6858000"/>
                <a:gd name="connsiteY373" fmla="*/ 773183 h 835479"/>
                <a:gd name="connsiteX374" fmla="*/ 6415832 w 6858000"/>
                <a:gd name="connsiteY374" fmla="*/ 766325 h 835479"/>
                <a:gd name="connsiteX375" fmla="*/ 6584811 w 6858000"/>
                <a:gd name="connsiteY375" fmla="*/ 745560 h 835479"/>
                <a:gd name="connsiteX376" fmla="*/ 6748457 w 6858000"/>
                <a:gd name="connsiteY376" fmla="*/ 724034 h 835479"/>
                <a:gd name="connsiteX377" fmla="*/ 6815515 w 6858000"/>
                <a:gd name="connsiteY377" fmla="*/ 704983 h 835479"/>
                <a:gd name="connsiteX378" fmla="*/ 6858000 w 6858000"/>
                <a:gd name="connsiteY378" fmla="*/ 695283 h 835479"/>
                <a:gd name="connsiteX379" fmla="*/ 6858000 w 6858000"/>
                <a:gd name="connsiteY379" fmla="*/ 456 h 835479"/>
                <a:gd name="connsiteX380" fmla="*/ 1687322 w 6858000"/>
                <a:gd name="connsiteY380" fmla="*/ 456 h 835479"/>
                <a:gd name="connsiteX381" fmla="*/ 1697753 w 6858000"/>
                <a:gd name="connsiteY381" fmla="*/ 10970 h 835479"/>
                <a:gd name="connsiteX382" fmla="*/ 1733188 w 6858000"/>
                <a:gd name="connsiteY382" fmla="*/ 33639 h 835479"/>
                <a:gd name="connsiteX383" fmla="*/ 1833775 w 6858000"/>
                <a:gd name="connsiteY383" fmla="*/ 75360 h 835479"/>
                <a:gd name="connsiteX384" fmla="*/ 1842158 w 6858000"/>
                <a:gd name="connsiteY384" fmla="*/ 82981 h 835479"/>
                <a:gd name="connsiteX385" fmla="*/ 1916454 w 6858000"/>
                <a:gd name="connsiteY385" fmla="*/ 173472 h 835479"/>
                <a:gd name="connsiteX386" fmla="*/ 1933219 w 6858000"/>
                <a:gd name="connsiteY386" fmla="*/ 188902 h 835479"/>
                <a:gd name="connsiteX387" fmla="*/ 1953413 w 6858000"/>
                <a:gd name="connsiteY387" fmla="*/ 212907 h 835479"/>
                <a:gd name="connsiteX388" fmla="*/ 2016469 w 6858000"/>
                <a:gd name="connsiteY388" fmla="*/ 259390 h 835479"/>
                <a:gd name="connsiteX389" fmla="*/ 2094578 w 6858000"/>
                <a:gd name="connsiteY389" fmla="*/ 274249 h 835479"/>
                <a:gd name="connsiteX390" fmla="*/ 2188879 w 6858000"/>
                <a:gd name="connsiteY390" fmla="*/ 296920 h 835479"/>
                <a:gd name="connsiteX391" fmla="*/ 2228314 w 6858000"/>
                <a:gd name="connsiteY391" fmla="*/ 312160 h 835479"/>
                <a:gd name="connsiteX392" fmla="*/ 2334044 w 6858000"/>
                <a:gd name="connsiteY392" fmla="*/ 341117 h 835479"/>
                <a:gd name="connsiteX393" fmla="*/ 2409485 w 6858000"/>
                <a:gd name="connsiteY393" fmla="*/ 365502 h 835479"/>
                <a:gd name="connsiteX394" fmla="*/ 2409487 w 6858000"/>
                <a:gd name="connsiteY394" fmla="*/ 365504 h 835479"/>
                <a:gd name="connsiteX395" fmla="*/ 2463015 w 6858000"/>
                <a:gd name="connsiteY395" fmla="*/ 388434 h 835479"/>
                <a:gd name="connsiteX396" fmla="*/ 2463017 w 6858000"/>
                <a:gd name="connsiteY396" fmla="*/ 388434 h 835479"/>
                <a:gd name="connsiteX397" fmla="*/ 2518262 w 6858000"/>
                <a:gd name="connsiteY397" fmla="*/ 379792 h 835479"/>
                <a:gd name="connsiteX398" fmla="*/ 2518263 w 6858000"/>
                <a:gd name="connsiteY398" fmla="*/ 379791 h 835479"/>
                <a:gd name="connsiteX399" fmla="*/ 2545005 w 6858000"/>
                <a:gd name="connsiteY399" fmla="*/ 376147 h 835479"/>
                <a:gd name="connsiteX400" fmla="*/ 2545006 w 6858000"/>
                <a:gd name="connsiteY400" fmla="*/ 376147 h 835479"/>
                <a:gd name="connsiteX401" fmla="*/ 2571034 w 6858000"/>
                <a:gd name="connsiteY401" fmla="*/ 380361 h 835479"/>
                <a:gd name="connsiteX402" fmla="*/ 2668001 w 6858000"/>
                <a:gd name="connsiteY402" fmla="*/ 453514 h 835479"/>
                <a:gd name="connsiteX403" fmla="*/ 2745348 w 6858000"/>
                <a:gd name="connsiteY403" fmla="*/ 501904 h 835479"/>
                <a:gd name="connsiteX404" fmla="*/ 2745351 w 6858000"/>
                <a:gd name="connsiteY404" fmla="*/ 501906 h 835479"/>
                <a:gd name="connsiteX405" fmla="*/ 2778005 w 6858000"/>
                <a:gd name="connsiteY405" fmla="*/ 507825 h 835479"/>
                <a:gd name="connsiteX406" fmla="*/ 2785439 w 6858000"/>
                <a:gd name="connsiteY406" fmla="*/ 507405 h 835479"/>
                <a:gd name="connsiteX407" fmla="*/ 2811779 w 6858000"/>
                <a:gd name="connsiteY407" fmla="*/ 497326 h 835479"/>
                <a:gd name="connsiteX408" fmla="*/ 2811786 w 6858000"/>
                <a:gd name="connsiteY408" fmla="*/ 497322 h 835479"/>
                <a:gd name="connsiteX409" fmla="*/ 2811786 w 6858000"/>
                <a:gd name="connsiteY409" fmla="*/ 497323 h 835479"/>
                <a:gd name="connsiteX410" fmla="*/ 2811779 w 6858000"/>
                <a:gd name="connsiteY410" fmla="*/ 497326 h 835479"/>
                <a:gd name="connsiteX411" fmla="*/ 2793022 w 6858000"/>
                <a:gd name="connsiteY411" fmla="*/ 506976 h 835479"/>
                <a:gd name="connsiteX412" fmla="*/ 2785439 w 6858000"/>
                <a:gd name="connsiteY412" fmla="*/ 507405 h 835479"/>
                <a:gd name="connsiteX413" fmla="*/ 2782304 w 6858000"/>
                <a:gd name="connsiteY413" fmla="*/ 508605 h 835479"/>
                <a:gd name="connsiteX414" fmla="*/ 2778005 w 6858000"/>
                <a:gd name="connsiteY414" fmla="*/ 507825 h 835479"/>
                <a:gd name="connsiteX415" fmla="*/ 2770757 w 6858000"/>
                <a:gd name="connsiteY415" fmla="*/ 508235 h 835479"/>
                <a:gd name="connsiteX416" fmla="*/ 2745351 w 6858000"/>
                <a:gd name="connsiteY416" fmla="*/ 501906 h 835479"/>
                <a:gd name="connsiteX417" fmla="*/ 2745347 w 6858000"/>
                <a:gd name="connsiteY417" fmla="*/ 501904 h 835479"/>
                <a:gd name="connsiteX418" fmla="*/ 2668000 w 6858000"/>
                <a:gd name="connsiteY418" fmla="*/ 453514 h 835479"/>
                <a:gd name="connsiteX419" fmla="*/ 2571033 w 6858000"/>
                <a:gd name="connsiteY419" fmla="*/ 380361 h 835479"/>
                <a:gd name="connsiteX420" fmla="*/ 2545006 w 6858000"/>
                <a:gd name="connsiteY420" fmla="*/ 376147 h 835479"/>
                <a:gd name="connsiteX421" fmla="*/ 2518264 w 6858000"/>
                <a:gd name="connsiteY421" fmla="*/ 379791 h 835479"/>
                <a:gd name="connsiteX422" fmla="*/ 2518262 w 6858000"/>
                <a:gd name="connsiteY422" fmla="*/ 379792 h 835479"/>
                <a:gd name="connsiteX423" fmla="*/ 2490550 w 6858000"/>
                <a:gd name="connsiteY423" fmla="*/ 386372 h 835479"/>
                <a:gd name="connsiteX424" fmla="*/ 2463017 w 6858000"/>
                <a:gd name="connsiteY424" fmla="*/ 388434 h 835479"/>
                <a:gd name="connsiteX425" fmla="*/ 2463016 w 6858000"/>
                <a:gd name="connsiteY425" fmla="*/ 388434 h 835479"/>
                <a:gd name="connsiteX426" fmla="*/ 2463015 w 6858000"/>
                <a:gd name="connsiteY426" fmla="*/ 388434 h 835479"/>
                <a:gd name="connsiteX427" fmla="*/ 2435912 w 6858000"/>
                <a:gd name="connsiteY427" fmla="*/ 382603 h 835479"/>
                <a:gd name="connsiteX428" fmla="*/ 2409487 w 6858000"/>
                <a:gd name="connsiteY428" fmla="*/ 365504 h 835479"/>
                <a:gd name="connsiteX429" fmla="*/ 2409484 w 6858000"/>
                <a:gd name="connsiteY429" fmla="*/ 365502 h 835479"/>
                <a:gd name="connsiteX430" fmla="*/ 2334043 w 6858000"/>
                <a:gd name="connsiteY430" fmla="*/ 341117 h 835479"/>
                <a:gd name="connsiteX431" fmla="*/ 2228313 w 6858000"/>
                <a:gd name="connsiteY431" fmla="*/ 312160 h 835479"/>
                <a:gd name="connsiteX432" fmla="*/ 2188878 w 6858000"/>
                <a:gd name="connsiteY432" fmla="*/ 296920 h 835479"/>
                <a:gd name="connsiteX433" fmla="*/ 2094577 w 6858000"/>
                <a:gd name="connsiteY433" fmla="*/ 274249 h 835479"/>
                <a:gd name="connsiteX434" fmla="*/ 2016468 w 6858000"/>
                <a:gd name="connsiteY434" fmla="*/ 259390 h 835479"/>
                <a:gd name="connsiteX435" fmla="*/ 1953412 w 6858000"/>
                <a:gd name="connsiteY435" fmla="*/ 212907 h 835479"/>
                <a:gd name="connsiteX436" fmla="*/ 1933218 w 6858000"/>
                <a:gd name="connsiteY436" fmla="*/ 188902 h 835479"/>
                <a:gd name="connsiteX437" fmla="*/ 1916453 w 6858000"/>
                <a:gd name="connsiteY437" fmla="*/ 173472 h 835479"/>
                <a:gd name="connsiteX438" fmla="*/ 1842157 w 6858000"/>
                <a:gd name="connsiteY438" fmla="*/ 82981 h 835479"/>
                <a:gd name="connsiteX439" fmla="*/ 1833774 w 6858000"/>
                <a:gd name="connsiteY439" fmla="*/ 75360 h 835479"/>
                <a:gd name="connsiteX440" fmla="*/ 1733187 w 6858000"/>
                <a:gd name="connsiteY440" fmla="*/ 33639 h 835479"/>
                <a:gd name="connsiteX441" fmla="*/ 1697752 w 6858000"/>
                <a:gd name="connsiteY441" fmla="*/ 10971 h 835479"/>
                <a:gd name="connsiteX442" fmla="*/ 1687320 w 6858000"/>
                <a:gd name="connsiteY442" fmla="*/ 456 h 835479"/>
                <a:gd name="connsiteX443" fmla="*/ 916806 w 6858000"/>
                <a:gd name="connsiteY443" fmla="*/ 456 h 835479"/>
                <a:gd name="connsiteX444" fmla="*/ 927155 w 6858000"/>
                <a:gd name="connsiteY444" fmla="*/ 9636 h 835479"/>
                <a:gd name="connsiteX445" fmla="*/ 1097087 w 6858000"/>
                <a:gd name="connsiteY445" fmla="*/ 6016 h 835479"/>
                <a:gd name="connsiteX446" fmla="*/ 1123185 w 6858000"/>
                <a:gd name="connsiteY446" fmla="*/ 1634 h 835479"/>
                <a:gd name="connsiteX447" fmla="*/ 1184028 w 6858000"/>
                <a:gd name="connsiteY447" fmla="*/ 26353 h 835479"/>
                <a:gd name="connsiteX448" fmla="*/ 1123184 w 6858000"/>
                <a:gd name="connsiteY448" fmla="*/ 1635 h 835479"/>
                <a:gd name="connsiteX449" fmla="*/ 1097086 w 6858000"/>
                <a:gd name="connsiteY449" fmla="*/ 6017 h 835479"/>
                <a:gd name="connsiteX450" fmla="*/ 927154 w 6858000"/>
                <a:gd name="connsiteY450" fmla="*/ 9637 h 835479"/>
                <a:gd name="connsiteX451" fmla="*/ 916804 w 6858000"/>
                <a:gd name="connsiteY451" fmla="*/ 456 h 835479"/>
                <a:gd name="connsiteX452" fmla="*/ 578772 w 6858000"/>
                <a:gd name="connsiteY452" fmla="*/ 456 h 835479"/>
                <a:gd name="connsiteX453" fmla="*/ 556046 w 6858000"/>
                <a:gd name="connsiteY453" fmla="*/ 6589 h 835479"/>
                <a:gd name="connsiteX454" fmla="*/ 517850 w 6858000"/>
                <a:gd name="connsiteY454" fmla="*/ 15506 h 835479"/>
                <a:gd name="connsiteX455" fmla="*/ 556047 w 6858000"/>
                <a:gd name="connsiteY455" fmla="*/ 6588 h 835479"/>
                <a:gd name="connsiteX456" fmla="*/ 578770 w 6858000"/>
                <a:gd name="connsiteY456" fmla="*/ 456 h 835479"/>
                <a:gd name="connsiteX457" fmla="*/ 0 w 6858000"/>
                <a:gd name="connsiteY457" fmla="*/ 456 h 835479"/>
                <a:gd name="connsiteX458" fmla="*/ 0 w 6858000"/>
                <a:gd name="connsiteY458" fmla="*/ 20445 h 835479"/>
                <a:gd name="connsiteX459" fmla="*/ 0 w 6858000"/>
                <a:gd name="connsiteY459" fmla="*/ 29969 h 83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</a:cxnLst>
              <a:rect l="l" t="t" r="r" b="b"/>
              <a:pathLst>
                <a:path w="6858000" h="835479">
                  <a:moveTo>
                    <a:pt x="6564619" y="468946"/>
                  </a:moveTo>
                  <a:lnTo>
                    <a:pt x="6564620" y="468946"/>
                  </a:lnTo>
                  <a:cubicBezTo>
                    <a:pt x="6575478" y="479233"/>
                    <a:pt x="6582146" y="485329"/>
                    <a:pt x="6588625" y="491425"/>
                  </a:cubicBezTo>
                  <a:lnTo>
                    <a:pt x="6625224" y="508047"/>
                  </a:lnTo>
                  <a:lnTo>
                    <a:pt x="6662539" y="500953"/>
                  </a:lnTo>
                  <a:lnTo>
                    <a:pt x="6662540" y="500952"/>
                  </a:lnTo>
                  <a:lnTo>
                    <a:pt x="6662543" y="500951"/>
                  </a:lnTo>
                  <a:lnTo>
                    <a:pt x="6683026" y="489501"/>
                  </a:lnTo>
                  <a:lnTo>
                    <a:pt x="6702975" y="486354"/>
                  </a:lnTo>
                  <a:lnTo>
                    <a:pt x="6702976" y="486354"/>
                  </a:lnTo>
                  <a:cubicBezTo>
                    <a:pt x="6716168" y="486759"/>
                    <a:pt x="6729218" y="491903"/>
                    <a:pt x="6742552" y="500190"/>
                  </a:cubicBezTo>
                  <a:lnTo>
                    <a:pt x="6742554" y="500191"/>
                  </a:lnTo>
                  <a:lnTo>
                    <a:pt x="6812061" y="519668"/>
                  </a:lnTo>
                  <a:lnTo>
                    <a:pt x="6776799" y="514894"/>
                  </a:lnTo>
                  <a:lnTo>
                    <a:pt x="6742554" y="500191"/>
                  </a:lnTo>
                  <a:lnTo>
                    <a:pt x="6742551" y="500190"/>
                  </a:lnTo>
                  <a:lnTo>
                    <a:pt x="6702975" y="486354"/>
                  </a:lnTo>
                  <a:lnTo>
                    <a:pt x="6662543" y="500951"/>
                  </a:lnTo>
                  <a:lnTo>
                    <a:pt x="6662541" y="500952"/>
                  </a:lnTo>
                  <a:lnTo>
                    <a:pt x="6662539" y="500953"/>
                  </a:lnTo>
                  <a:lnTo>
                    <a:pt x="6645551" y="508036"/>
                  </a:lnTo>
                  <a:lnTo>
                    <a:pt x="6625224" y="508047"/>
                  </a:lnTo>
                  <a:lnTo>
                    <a:pt x="6625223" y="508047"/>
                  </a:lnTo>
                  <a:cubicBezTo>
                    <a:pt x="6611340" y="505951"/>
                    <a:pt x="6597577" y="499903"/>
                    <a:pt x="6588624" y="491425"/>
                  </a:cubicBezTo>
                  <a:close/>
                  <a:moveTo>
                    <a:pt x="6438980" y="549267"/>
                  </a:moveTo>
                  <a:lnTo>
                    <a:pt x="6463839" y="529336"/>
                  </a:lnTo>
                  <a:lnTo>
                    <a:pt x="6463848" y="529334"/>
                  </a:lnTo>
                  <a:lnTo>
                    <a:pt x="6513011" y="515538"/>
                  </a:lnTo>
                  <a:lnTo>
                    <a:pt x="6546193" y="496733"/>
                  </a:lnTo>
                  <a:lnTo>
                    <a:pt x="6546194" y="496733"/>
                  </a:lnTo>
                  <a:lnTo>
                    <a:pt x="6521803" y="513071"/>
                  </a:lnTo>
                  <a:lnTo>
                    <a:pt x="6513011" y="515538"/>
                  </a:lnTo>
                  <a:lnTo>
                    <a:pt x="6508051" y="518349"/>
                  </a:lnTo>
                  <a:lnTo>
                    <a:pt x="6463848" y="529334"/>
                  </a:lnTo>
                  <a:lnTo>
                    <a:pt x="6463840" y="529336"/>
                  </a:lnTo>
                  <a:cubicBezTo>
                    <a:pt x="6451649" y="532288"/>
                    <a:pt x="6444076" y="539765"/>
                    <a:pt x="6438980" y="549267"/>
                  </a:cubicBezTo>
                  <a:close/>
                  <a:moveTo>
                    <a:pt x="6365203" y="635242"/>
                  </a:moveTo>
                  <a:lnTo>
                    <a:pt x="6387909" y="633959"/>
                  </a:lnTo>
                  <a:lnTo>
                    <a:pt x="6391548" y="632195"/>
                  </a:lnTo>
                  <a:lnTo>
                    <a:pt x="6407331" y="624541"/>
                  </a:lnTo>
                  <a:lnTo>
                    <a:pt x="6407332" y="624541"/>
                  </a:lnTo>
                  <a:lnTo>
                    <a:pt x="6391548" y="632195"/>
                  </a:lnTo>
                  <a:lnTo>
                    <a:pt x="6387909" y="633961"/>
                  </a:lnTo>
                  <a:close/>
                  <a:moveTo>
                    <a:pt x="4221390" y="396172"/>
                  </a:moveTo>
                  <a:lnTo>
                    <a:pt x="4221391" y="396172"/>
                  </a:lnTo>
                  <a:cubicBezTo>
                    <a:pt x="4232060" y="396934"/>
                    <a:pt x="4243872" y="397124"/>
                    <a:pt x="4253014" y="401888"/>
                  </a:cubicBezTo>
                  <a:cubicBezTo>
                    <a:pt x="4277401" y="414081"/>
                    <a:pt x="4300070" y="429701"/>
                    <a:pt x="4324645" y="441704"/>
                  </a:cubicBezTo>
                  <a:lnTo>
                    <a:pt x="4363890" y="450658"/>
                  </a:lnTo>
                  <a:lnTo>
                    <a:pt x="4482003" y="449896"/>
                  </a:lnTo>
                  <a:cubicBezTo>
                    <a:pt x="4546775" y="447228"/>
                    <a:pt x="4612499" y="446656"/>
                    <a:pt x="4659173" y="389886"/>
                  </a:cubicBezTo>
                  <a:cubicBezTo>
                    <a:pt x="4662985" y="385314"/>
                    <a:pt x="4671175" y="382646"/>
                    <a:pt x="4677654" y="381884"/>
                  </a:cubicBezTo>
                  <a:cubicBezTo>
                    <a:pt x="4707563" y="378265"/>
                    <a:pt x="4738234" y="377883"/>
                    <a:pt x="4767763" y="371977"/>
                  </a:cubicBezTo>
                  <a:cubicBezTo>
                    <a:pt x="4779574" y="369596"/>
                    <a:pt x="4790386" y="368787"/>
                    <a:pt x="4800482" y="370668"/>
                  </a:cubicBezTo>
                  <a:lnTo>
                    <a:pt x="4800483" y="370668"/>
                  </a:lnTo>
                  <a:cubicBezTo>
                    <a:pt x="4810580" y="372549"/>
                    <a:pt x="4819963" y="377122"/>
                    <a:pt x="4828916" y="385504"/>
                  </a:cubicBezTo>
                  <a:lnTo>
                    <a:pt x="4863342" y="407685"/>
                  </a:lnTo>
                  <a:lnTo>
                    <a:pt x="4889274" y="415214"/>
                  </a:lnTo>
                  <a:lnTo>
                    <a:pt x="4912167" y="413509"/>
                  </a:lnTo>
                  <a:cubicBezTo>
                    <a:pt x="4919977" y="411794"/>
                    <a:pt x="4927121" y="411437"/>
                    <a:pt x="4933803" y="412107"/>
                  </a:cubicBezTo>
                  <a:lnTo>
                    <a:pt x="4933804" y="412107"/>
                  </a:lnTo>
                  <a:lnTo>
                    <a:pt x="4952672" y="416866"/>
                  </a:lnTo>
                  <a:lnTo>
                    <a:pt x="4957452" y="419659"/>
                  </a:lnTo>
                  <a:lnTo>
                    <a:pt x="4961455" y="420937"/>
                  </a:lnTo>
                  <a:cubicBezTo>
                    <a:pt x="4970096" y="425448"/>
                    <a:pt x="4978393" y="431154"/>
                    <a:pt x="4987037" y="436941"/>
                  </a:cubicBezTo>
                  <a:cubicBezTo>
                    <a:pt x="5003801" y="448180"/>
                    <a:pt x="5022852" y="462278"/>
                    <a:pt x="5041521" y="463420"/>
                  </a:cubicBezTo>
                  <a:lnTo>
                    <a:pt x="5041527" y="463422"/>
                  </a:lnTo>
                  <a:lnTo>
                    <a:pt x="5064789" y="468043"/>
                  </a:lnTo>
                  <a:lnTo>
                    <a:pt x="5070584" y="470217"/>
                  </a:lnTo>
                  <a:lnTo>
                    <a:pt x="5072375" y="470636"/>
                  </a:lnTo>
                  <a:lnTo>
                    <a:pt x="5087443" y="476540"/>
                  </a:lnTo>
                  <a:lnTo>
                    <a:pt x="5133219" y="489567"/>
                  </a:lnTo>
                  <a:lnTo>
                    <a:pt x="5133224" y="489569"/>
                  </a:lnTo>
                  <a:lnTo>
                    <a:pt x="5166112" y="482853"/>
                  </a:lnTo>
                  <a:lnTo>
                    <a:pt x="5166113" y="482853"/>
                  </a:lnTo>
                  <a:cubicBezTo>
                    <a:pt x="5167637" y="482091"/>
                    <a:pt x="5169780" y="482663"/>
                    <a:pt x="5172090" y="483545"/>
                  </a:cubicBezTo>
                  <a:lnTo>
                    <a:pt x="5179067" y="486091"/>
                  </a:lnTo>
                  <a:lnTo>
                    <a:pt x="5229432" y="485925"/>
                  </a:lnTo>
                  <a:lnTo>
                    <a:pt x="5243613" y="478254"/>
                  </a:lnTo>
                  <a:lnTo>
                    <a:pt x="5272795" y="462468"/>
                  </a:lnTo>
                  <a:cubicBezTo>
                    <a:pt x="5285440" y="450823"/>
                    <a:pt x="5298594" y="443117"/>
                    <a:pt x="5312287" y="438565"/>
                  </a:cubicBezTo>
                  <a:lnTo>
                    <a:pt x="5321350" y="437509"/>
                  </a:lnTo>
                  <a:lnTo>
                    <a:pt x="5326162" y="435035"/>
                  </a:lnTo>
                  <a:lnTo>
                    <a:pt x="5355013" y="433589"/>
                  </a:lnTo>
                  <a:lnTo>
                    <a:pt x="5355014" y="433589"/>
                  </a:lnTo>
                  <a:cubicBezTo>
                    <a:pt x="5364882" y="434238"/>
                    <a:pt x="5375002" y="435941"/>
                    <a:pt x="5385384" y="438465"/>
                  </a:cubicBezTo>
                  <a:cubicBezTo>
                    <a:pt x="5398721" y="441704"/>
                    <a:pt x="5412057" y="443990"/>
                    <a:pt x="5425582" y="446656"/>
                  </a:cubicBezTo>
                  <a:cubicBezTo>
                    <a:pt x="5443870" y="450466"/>
                    <a:pt x="5462351" y="454468"/>
                    <a:pt x="5480637" y="458278"/>
                  </a:cubicBezTo>
                  <a:lnTo>
                    <a:pt x="5507667" y="462803"/>
                  </a:lnTo>
                  <a:lnTo>
                    <a:pt x="5531691" y="452184"/>
                  </a:lnTo>
                  <a:lnTo>
                    <a:pt x="5531692" y="452183"/>
                  </a:lnTo>
                  <a:cubicBezTo>
                    <a:pt x="5537599" y="445133"/>
                    <a:pt x="5542648" y="441941"/>
                    <a:pt x="5547577" y="442037"/>
                  </a:cubicBezTo>
                  <a:lnTo>
                    <a:pt x="5547578" y="442037"/>
                  </a:lnTo>
                  <a:cubicBezTo>
                    <a:pt x="5552507" y="442132"/>
                    <a:pt x="5557317" y="445514"/>
                    <a:pt x="5562746" y="451610"/>
                  </a:cubicBezTo>
                  <a:cubicBezTo>
                    <a:pt x="5600467" y="494284"/>
                    <a:pt x="5646189" y="520954"/>
                    <a:pt x="5704483" y="522858"/>
                  </a:cubicBezTo>
                  <a:cubicBezTo>
                    <a:pt x="5716485" y="523241"/>
                    <a:pt x="5728678" y="525906"/>
                    <a:pt x="5740488" y="528765"/>
                  </a:cubicBezTo>
                  <a:cubicBezTo>
                    <a:pt x="5747728" y="530479"/>
                    <a:pt x="5756493" y="532385"/>
                    <a:pt x="5760873" y="537529"/>
                  </a:cubicBezTo>
                  <a:cubicBezTo>
                    <a:pt x="5794974" y="576772"/>
                    <a:pt x="5837457" y="604015"/>
                    <a:pt x="5883751" y="625924"/>
                  </a:cubicBezTo>
                  <a:lnTo>
                    <a:pt x="5883755" y="625926"/>
                  </a:lnTo>
                  <a:lnTo>
                    <a:pt x="5935945" y="643829"/>
                  </a:lnTo>
                  <a:lnTo>
                    <a:pt x="5935949" y="643830"/>
                  </a:lnTo>
                  <a:lnTo>
                    <a:pt x="5993289" y="640211"/>
                  </a:lnTo>
                  <a:lnTo>
                    <a:pt x="5993290" y="640210"/>
                  </a:lnTo>
                  <a:cubicBezTo>
                    <a:pt x="6004530" y="639068"/>
                    <a:pt x="6017484" y="639259"/>
                    <a:pt x="6026439" y="633735"/>
                  </a:cubicBezTo>
                  <a:cubicBezTo>
                    <a:pt x="6054824" y="616397"/>
                    <a:pt x="6082257" y="597729"/>
                    <a:pt x="6108737" y="577534"/>
                  </a:cubicBezTo>
                  <a:cubicBezTo>
                    <a:pt x="6120073" y="568866"/>
                    <a:pt x="6126883" y="563913"/>
                    <a:pt x="6133313" y="563843"/>
                  </a:cubicBezTo>
                  <a:lnTo>
                    <a:pt x="6133314" y="563843"/>
                  </a:lnTo>
                  <a:lnTo>
                    <a:pt x="6143189" y="567542"/>
                  </a:lnTo>
                  <a:lnTo>
                    <a:pt x="6155599" y="579438"/>
                  </a:lnTo>
                  <a:lnTo>
                    <a:pt x="6155602" y="579440"/>
                  </a:lnTo>
                  <a:cubicBezTo>
                    <a:pt x="6175797" y="601729"/>
                    <a:pt x="6200944" y="613349"/>
                    <a:pt x="6228756" y="618111"/>
                  </a:cubicBezTo>
                  <a:lnTo>
                    <a:pt x="6361539" y="635448"/>
                  </a:lnTo>
                  <a:lnTo>
                    <a:pt x="6361538" y="635448"/>
                  </a:lnTo>
                  <a:cubicBezTo>
                    <a:pt x="6317150" y="631828"/>
                    <a:pt x="6272763" y="625542"/>
                    <a:pt x="6228755" y="618111"/>
                  </a:cubicBezTo>
                  <a:cubicBezTo>
                    <a:pt x="6200943" y="613349"/>
                    <a:pt x="6175796" y="601729"/>
                    <a:pt x="6155601" y="579440"/>
                  </a:cubicBezTo>
                  <a:lnTo>
                    <a:pt x="6155599" y="579438"/>
                  </a:lnTo>
                  <a:lnTo>
                    <a:pt x="6133314" y="563843"/>
                  </a:lnTo>
                  <a:lnTo>
                    <a:pt x="6108738" y="577534"/>
                  </a:lnTo>
                  <a:cubicBezTo>
                    <a:pt x="6082258" y="597729"/>
                    <a:pt x="6054825" y="616397"/>
                    <a:pt x="6026440" y="633735"/>
                  </a:cubicBezTo>
                  <a:cubicBezTo>
                    <a:pt x="6017485" y="639259"/>
                    <a:pt x="6004531" y="639068"/>
                    <a:pt x="5993291" y="640210"/>
                  </a:cubicBezTo>
                  <a:lnTo>
                    <a:pt x="5993289" y="640211"/>
                  </a:lnTo>
                  <a:lnTo>
                    <a:pt x="5964476" y="643664"/>
                  </a:lnTo>
                  <a:lnTo>
                    <a:pt x="5935949" y="643830"/>
                  </a:lnTo>
                  <a:lnTo>
                    <a:pt x="5935948" y="643830"/>
                  </a:lnTo>
                  <a:lnTo>
                    <a:pt x="5935945" y="643829"/>
                  </a:lnTo>
                  <a:lnTo>
                    <a:pt x="5909350" y="636949"/>
                  </a:lnTo>
                  <a:lnTo>
                    <a:pt x="5883755" y="625926"/>
                  </a:lnTo>
                  <a:lnTo>
                    <a:pt x="5883750" y="625924"/>
                  </a:lnTo>
                  <a:cubicBezTo>
                    <a:pt x="5837456" y="604015"/>
                    <a:pt x="5794973" y="576772"/>
                    <a:pt x="5760872" y="537529"/>
                  </a:cubicBezTo>
                  <a:cubicBezTo>
                    <a:pt x="5756492" y="532385"/>
                    <a:pt x="5747727" y="530479"/>
                    <a:pt x="5740487" y="528765"/>
                  </a:cubicBezTo>
                  <a:cubicBezTo>
                    <a:pt x="5728677" y="525906"/>
                    <a:pt x="5716484" y="523241"/>
                    <a:pt x="5704482" y="522858"/>
                  </a:cubicBezTo>
                  <a:cubicBezTo>
                    <a:pt x="5646188" y="520954"/>
                    <a:pt x="5600466" y="494284"/>
                    <a:pt x="5562745" y="451610"/>
                  </a:cubicBezTo>
                  <a:lnTo>
                    <a:pt x="5547577" y="442037"/>
                  </a:lnTo>
                  <a:lnTo>
                    <a:pt x="5531693" y="452183"/>
                  </a:lnTo>
                  <a:lnTo>
                    <a:pt x="5531691" y="452184"/>
                  </a:lnTo>
                  <a:lnTo>
                    <a:pt x="5520421" y="460582"/>
                  </a:lnTo>
                  <a:lnTo>
                    <a:pt x="5507667" y="462803"/>
                  </a:lnTo>
                  <a:lnTo>
                    <a:pt x="5507666" y="462803"/>
                  </a:lnTo>
                  <a:cubicBezTo>
                    <a:pt x="5498831" y="462755"/>
                    <a:pt x="5489496" y="460183"/>
                    <a:pt x="5480636" y="458278"/>
                  </a:cubicBezTo>
                  <a:cubicBezTo>
                    <a:pt x="5462350" y="454468"/>
                    <a:pt x="5443869" y="450466"/>
                    <a:pt x="5425581" y="446656"/>
                  </a:cubicBezTo>
                  <a:cubicBezTo>
                    <a:pt x="5412056" y="443990"/>
                    <a:pt x="5398720" y="441704"/>
                    <a:pt x="5385383" y="438465"/>
                  </a:cubicBezTo>
                  <a:lnTo>
                    <a:pt x="5355013" y="433589"/>
                  </a:lnTo>
                  <a:lnTo>
                    <a:pt x="5321350" y="437509"/>
                  </a:lnTo>
                  <a:lnTo>
                    <a:pt x="5272796" y="462468"/>
                  </a:lnTo>
                  <a:lnTo>
                    <a:pt x="5243613" y="478254"/>
                  </a:lnTo>
                  <a:lnTo>
                    <a:pt x="5229433" y="485925"/>
                  </a:lnTo>
                  <a:cubicBezTo>
                    <a:pt x="5213597" y="489759"/>
                    <a:pt x="5196594" y="489711"/>
                    <a:pt x="5179067" y="486091"/>
                  </a:cubicBezTo>
                  <a:lnTo>
                    <a:pt x="5179066" y="486091"/>
                  </a:lnTo>
                  <a:cubicBezTo>
                    <a:pt x="5176875" y="485615"/>
                    <a:pt x="5174399" y="484425"/>
                    <a:pt x="5172089" y="483545"/>
                  </a:cubicBezTo>
                  <a:lnTo>
                    <a:pt x="5166113" y="482853"/>
                  </a:lnTo>
                  <a:lnTo>
                    <a:pt x="5133224" y="489569"/>
                  </a:lnTo>
                  <a:lnTo>
                    <a:pt x="5133223" y="489569"/>
                  </a:lnTo>
                  <a:lnTo>
                    <a:pt x="5133219" y="489567"/>
                  </a:lnTo>
                  <a:lnTo>
                    <a:pt x="5102460" y="482424"/>
                  </a:lnTo>
                  <a:lnTo>
                    <a:pt x="5087443" y="476540"/>
                  </a:lnTo>
                  <a:lnTo>
                    <a:pt x="5087422" y="476534"/>
                  </a:lnTo>
                  <a:lnTo>
                    <a:pt x="5070584" y="470217"/>
                  </a:lnTo>
                  <a:lnTo>
                    <a:pt x="5041527" y="463422"/>
                  </a:lnTo>
                  <a:lnTo>
                    <a:pt x="5041520" y="463420"/>
                  </a:lnTo>
                  <a:cubicBezTo>
                    <a:pt x="5022851" y="462278"/>
                    <a:pt x="5003800" y="448180"/>
                    <a:pt x="4987036" y="436941"/>
                  </a:cubicBezTo>
                  <a:lnTo>
                    <a:pt x="4957452" y="419659"/>
                  </a:lnTo>
                  <a:lnTo>
                    <a:pt x="4933804" y="412107"/>
                  </a:lnTo>
                  <a:lnTo>
                    <a:pt x="4912168" y="413509"/>
                  </a:lnTo>
                  <a:cubicBezTo>
                    <a:pt x="4904357" y="415271"/>
                    <a:pt x="4896713" y="415783"/>
                    <a:pt x="4889275" y="415214"/>
                  </a:cubicBezTo>
                  <a:lnTo>
                    <a:pt x="4889274" y="415214"/>
                  </a:lnTo>
                  <a:lnTo>
                    <a:pt x="4867613" y="410436"/>
                  </a:lnTo>
                  <a:lnTo>
                    <a:pt x="4863342" y="407685"/>
                  </a:lnTo>
                  <a:lnTo>
                    <a:pt x="4857316" y="405935"/>
                  </a:lnTo>
                  <a:cubicBezTo>
                    <a:pt x="4847213" y="400792"/>
                    <a:pt x="4837702" y="393791"/>
                    <a:pt x="4828915" y="385504"/>
                  </a:cubicBezTo>
                  <a:lnTo>
                    <a:pt x="4800482" y="370668"/>
                  </a:lnTo>
                  <a:lnTo>
                    <a:pt x="4767764" y="371977"/>
                  </a:lnTo>
                  <a:cubicBezTo>
                    <a:pt x="4738235" y="377883"/>
                    <a:pt x="4707564" y="378265"/>
                    <a:pt x="4677655" y="381884"/>
                  </a:cubicBezTo>
                  <a:cubicBezTo>
                    <a:pt x="4671176" y="382646"/>
                    <a:pt x="4662986" y="385314"/>
                    <a:pt x="4659174" y="389886"/>
                  </a:cubicBezTo>
                  <a:cubicBezTo>
                    <a:pt x="4612500" y="446656"/>
                    <a:pt x="4546776" y="447228"/>
                    <a:pt x="4482004" y="449896"/>
                  </a:cubicBezTo>
                  <a:cubicBezTo>
                    <a:pt x="4442761" y="451610"/>
                    <a:pt x="4403325" y="451610"/>
                    <a:pt x="4363890" y="450658"/>
                  </a:cubicBezTo>
                  <a:lnTo>
                    <a:pt x="4363889" y="450658"/>
                  </a:lnTo>
                  <a:cubicBezTo>
                    <a:pt x="4350553" y="450466"/>
                    <a:pt x="4336456" y="447418"/>
                    <a:pt x="4324644" y="441704"/>
                  </a:cubicBezTo>
                  <a:cubicBezTo>
                    <a:pt x="4300069" y="429701"/>
                    <a:pt x="4277400" y="414081"/>
                    <a:pt x="4253013" y="401888"/>
                  </a:cubicBezTo>
                  <a:close/>
                  <a:moveTo>
                    <a:pt x="4165382" y="392362"/>
                  </a:moveTo>
                  <a:lnTo>
                    <a:pt x="4165383" y="392362"/>
                  </a:lnTo>
                  <a:lnTo>
                    <a:pt x="4192387" y="396267"/>
                  </a:lnTo>
                  <a:lnTo>
                    <a:pt x="4192386" y="396267"/>
                  </a:lnTo>
                  <a:cubicBezTo>
                    <a:pt x="4182766" y="396363"/>
                    <a:pt x="4173479" y="395791"/>
                    <a:pt x="4165382" y="392362"/>
                  </a:cubicBezTo>
                  <a:close/>
                  <a:moveTo>
                    <a:pt x="3885337" y="379980"/>
                  </a:moveTo>
                  <a:lnTo>
                    <a:pt x="3885338" y="379980"/>
                  </a:lnTo>
                  <a:lnTo>
                    <a:pt x="3885341" y="379982"/>
                  </a:lnTo>
                  <a:lnTo>
                    <a:pt x="3962157" y="411865"/>
                  </a:lnTo>
                  <a:lnTo>
                    <a:pt x="3962159" y="411865"/>
                  </a:lnTo>
                  <a:lnTo>
                    <a:pt x="4043837" y="396173"/>
                  </a:lnTo>
                  <a:lnTo>
                    <a:pt x="4043838" y="396172"/>
                  </a:lnTo>
                  <a:cubicBezTo>
                    <a:pt x="4063841" y="387409"/>
                    <a:pt x="4083701" y="382027"/>
                    <a:pt x="4103824" y="381051"/>
                  </a:cubicBezTo>
                  <a:lnTo>
                    <a:pt x="4103825" y="381051"/>
                  </a:lnTo>
                  <a:lnTo>
                    <a:pt x="4134255" y="383018"/>
                  </a:lnTo>
                  <a:lnTo>
                    <a:pt x="4165381" y="392362"/>
                  </a:lnTo>
                  <a:lnTo>
                    <a:pt x="4103825" y="381051"/>
                  </a:lnTo>
                  <a:lnTo>
                    <a:pt x="4043839" y="396172"/>
                  </a:lnTo>
                  <a:lnTo>
                    <a:pt x="4043837" y="396173"/>
                  </a:lnTo>
                  <a:lnTo>
                    <a:pt x="4002409" y="409475"/>
                  </a:lnTo>
                  <a:lnTo>
                    <a:pt x="3962159" y="411865"/>
                  </a:lnTo>
                  <a:lnTo>
                    <a:pt x="3962158" y="411865"/>
                  </a:lnTo>
                  <a:lnTo>
                    <a:pt x="3962157" y="411865"/>
                  </a:lnTo>
                  <a:lnTo>
                    <a:pt x="3923124" y="402361"/>
                  </a:lnTo>
                  <a:lnTo>
                    <a:pt x="3885341" y="379982"/>
                  </a:lnTo>
                  <a:close/>
                  <a:moveTo>
                    <a:pt x="3669899" y="394577"/>
                  </a:moveTo>
                  <a:lnTo>
                    <a:pt x="3680163" y="397173"/>
                  </a:lnTo>
                  <a:lnTo>
                    <a:pt x="3734836" y="393125"/>
                  </a:lnTo>
                  <a:lnTo>
                    <a:pt x="3734837" y="393125"/>
                  </a:lnTo>
                  <a:cubicBezTo>
                    <a:pt x="3741315" y="392173"/>
                    <a:pt x="3749125" y="390839"/>
                    <a:pt x="3754652" y="393507"/>
                  </a:cubicBezTo>
                  <a:lnTo>
                    <a:pt x="3789775" y="399864"/>
                  </a:lnTo>
                  <a:lnTo>
                    <a:pt x="3822471" y="384932"/>
                  </a:lnTo>
                  <a:cubicBezTo>
                    <a:pt x="3831901" y="377884"/>
                    <a:pt x="3842045" y="372264"/>
                    <a:pt x="3852618" y="370597"/>
                  </a:cubicBezTo>
                  <a:lnTo>
                    <a:pt x="3852619" y="370597"/>
                  </a:lnTo>
                  <a:lnTo>
                    <a:pt x="3868763" y="371377"/>
                  </a:lnTo>
                  <a:lnTo>
                    <a:pt x="3885336" y="379980"/>
                  </a:lnTo>
                  <a:lnTo>
                    <a:pt x="3852619" y="370597"/>
                  </a:lnTo>
                  <a:lnTo>
                    <a:pt x="3822472" y="384932"/>
                  </a:lnTo>
                  <a:cubicBezTo>
                    <a:pt x="3811613" y="393124"/>
                    <a:pt x="3800896" y="398269"/>
                    <a:pt x="3789776" y="399864"/>
                  </a:cubicBezTo>
                  <a:lnTo>
                    <a:pt x="3789775" y="399864"/>
                  </a:lnTo>
                  <a:cubicBezTo>
                    <a:pt x="3778654" y="401460"/>
                    <a:pt x="3767129" y="399507"/>
                    <a:pt x="3754651" y="393507"/>
                  </a:cubicBezTo>
                  <a:lnTo>
                    <a:pt x="3734837" y="393125"/>
                  </a:lnTo>
                  <a:lnTo>
                    <a:pt x="3680163" y="397173"/>
                  </a:lnTo>
                  <a:lnTo>
                    <a:pt x="3680162" y="397173"/>
                  </a:lnTo>
                  <a:close/>
                  <a:moveTo>
                    <a:pt x="2836171" y="465063"/>
                  </a:moveTo>
                  <a:lnTo>
                    <a:pt x="2848792" y="456372"/>
                  </a:lnTo>
                  <a:cubicBezTo>
                    <a:pt x="2865009" y="451372"/>
                    <a:pt x="2881306" y="445515"/>
                    <a:pt x="2897784" y="440769"/>
                  </a:cubicBezTo>
                  <a:lnTo>
                    <a:pt x="2903549" y="439740"/>
                  </a:lnTo>
                  <a:lnTo>
                    <a:pt x="2914327" y="436466"/>
                  </a:lnTo>
                  <a:lnTo>
                    <a:pt x="2947858" y="431835"/>
                  </a:lnTo>
                  <a:lnTo>
                    <a:pt x="2947861" y="431834"/>
                  </a:lnTo>
                  <a:lnTo>
                    <a:pt x="2947862" y="431834"/>
                  </a:lnTo>
                  <a:cubicBezTo>
                    <a:pt x="2959156" y="431465"/>
                    <a:pt x="2970575" y="432465"/>
                    <a:pt x="2982148" y="435418"/>
                  </a:cubicBezTo>
                  <a:lnTo>
                    <a:pt x="3077401" y="447111"/>
                  </a:lnTo>
                  <a:lnTo>
                    <a:pt x="3172653" y="434656"/>
                  </a:lnTo>
                  <a:cubicBezTo>
                    <a:pt x="3276479" y="408747"/>
                    <a:pt x="3380304" y="381315"/>
                    <a:pt x="3489466" y="387029"/>
                  </a:cubicBezTo>
                  <a:cubicBezTo>
                    <a:pt x="3507562" y="387981"/>
                    <a:pt x="3529089" y="376360"/>
                    <a:pt x="3544712" y="364930"/>
                  </a:cubicBezTo>
                  <a:cubicBezTo>
                    <a:pt x="3559667" y="354072"/>
                    <a:pt x="3566811" y="348213"/>
                    <a:pt x="3574407" y="347308"/>
                  </a:cubicBezTo>
                  <a:lnTo>
                    <a:pt x="3574408" y="347308"/>
                  </a:lnTo>
                  <a:cubicBezTo>
                    <a:pt x="3582004" y="346403"/>
                    <a:pt x="3590053" y="350452"/>
                    <a:pt x="3606817" y="359406"/>
                  </a:cubicBezTo>
                  <a:cubicBezTo>
                    <a:pt x="3614819" y="363788"/>
                    <a:pt x="3624725" y="366454"/>
                    <a:pt x="3630632" y="372932"/>
                  </a:cubicBezTo>
                  <a:lnTo>
                    <a:pt x="3651953" y="388826"/>
                  </a:lnTo>
                  <a:lnTo>
                    <a:pt x="3630631" y="372932"/>
                  </a:lnTo>
                  <a:cubicBezTo>
                    <a:pt x="3624724" y="366454"/>
                    <a:pt x="3614818" y="363788"/>
                    <a:pt x="3606816" y="359406"/>
                  </a:cubicBezTo>
                  <a:cubicBezTo>
                    <a:pt x="3598434" y="354929"/>
                    <a:pt x="3592231" y="351678"/>
                    <a:pt x="3587173" y="349660"/>
                  </a:cubicBezTo>
                  <a:lnTo>
                    <a:pt x="3574407" y="347308"/>
                  </a:lnTo>
                  <a:lnTo>
                    <a:pt x="3562320" y="352387"/>
                  </a:lnTo>
                  <a:cubicBezTo>
                    <a:pt x="3557715" y="355322"/>
                    <a:pt x="3552190" y="359501"/>
                    <a:pt x="3544713" y="364930"/>
                  </a:cubicBezTo>
                  <a:cubicBezTo>
                    <a:pt x="3529090" y="376360"/>
                    <a:pt x="3507563" y="387981"/>
                    <a:pt x="3489467" y="387029"/>
                  </a:cubicBezTo>
                  <a:cubicBezTo>
                    <a:pt x="3380305" y="381315"/>
                    <a:pt x="3276480" y="408747"/>
                    <a:pt x="3172654" y="434656"/>
                  </a:cubicBezTo>
                  <a:cubicBezTo>
                    <a:pt x="3140649" y="442658"/>
                    <a:pt x="3109025" y="446896"/>
                    <a:pt x="3077401" y="447111"/>
                  </a:cubicBezTo>
                  <a:lnTo>
                    <a:pt x="3077400" y="447111"/>
                  </a:lnTo>
                  <a:cubicBezTo>
                    <a:pt x="3045776" y="447325"/>
                    <a:pt x="3014152" y="443515"/>
                    <a:pt x="2982147" y="435418"/>
                  </a:cubicBezTo>
                  <a:lnTo>
                    <a:pt x="2947862" y="431834"/>
                  </a:lnTo>
                  <a:lnTo>
                    <a:pt x="2947858" y="431835"/>
                  </a:lnTo>
                  <a:lnTo>
                    <a:pt x="2903549" y="439740"/>
                  </a:lnTo>
                  <a:lnTo>
                    <a:pt x="2848793" y="456372"/>
                  </a:lnTo>
                  <a:cubicBezTo>
                    <a:pt x="2844316" y="457705"/>
                    <a:pt x="2839982" y="460991"/>
                    <a:pt x="2836172" y="465063"/>
                  </a:cubicBezTo>
                  <a:close/>
                  <a:moveTo>
                    <a:pt x="1268757" y="18376"/>
                  </a:moveTo>
                  <a:cubicBezTo>
                    <a:pt x="1275401" y="18828"/>
                    <a:pt x="1281688" y="20400"/>
                    <a:pt x="1286069" y="23543"/>
                  </a:cubicBezTo>
                  <a:cubicBezTo>
                    <a:pt x="1306929" y="38116"/>
                    <a:pt x="1328552" y="44356"/>
                    <a:pt x="1350627" y="45880"/>
                  </a:cubicBezTo>
                  <a:lnTo>
                    <a:pt x="1413839" y="40286"/>
                  </a:lnTo>
                  <a:lnTo>
                    <a:pt x="1350626" y="45881"/>
                  </a:lnTo>
                  <a:cubicBezTo>
                    <a:pt x="1328551" y="44356"/>
                    <a:pt x="1306929" y="38117"/>
                    <a:pt x="1286068" y="23543"/>
                  </a:cubicBezTo>
                  <a:close/>
                  <a:moveTo>
                    <a:pt x="313532" y="14019"/>
                  </a:moveTo>
                  <a:lnTo>
                    <a:pt x="313533" y="14018"/>
                  </a:lnTo>
                  <a:cubicBezTo>
                    <a:pt x="316389" y="9826"/>
                    <a:pt x="330298" y="12112"/>
                    <a:pt x="338870" y="13446"/>
                  </a:cubicBezTo>
                  <a:lnTo>
                    <a:pt x="338902" y="13453"/>
                  </a:lnTo>
                  <a:lnTo>
                    <a:pt x="395639" y="23353"/>
                  </a:lnTo>
                  <a:lnTo>
                    <a:pt x="367327" y="19543"/>
                  </a:lnTo>
                  <a:lnTo>
                    <a:pt x="338902" y="13453"/>
                  </a:lnTo>
                  <a:lnTo>
                    <a:pt x="338869" y="13447"/>
                  </a:lnTo>
                  <a:cubicBezTo>
                    <a:pt x="334583" y="12780"/>
                    <a:pt x="328963" y="11875"/>
                    <a:pt x="324057" y="11661"/>
                  </a:cubicBezTo>
                  <a:close/>
                  <a:moveTo>
                    <a:pt x="281567" y="36346"/>
                  </a:moveTo>
                  <a:lnTo>
                    <a:pt x="295414" y="31451"/>
                  </a:lnTo>
                  <a:lnTo>
                    <a:pt x="295414" y="31452"/>
                  </a:lnTo>
                  <a:close/>
                  <a:moveTo>
                    <a:pt x="24485" y="23026"/>
                  </a:moveTo>
                  <a:lnTo>
                    <a:pt x="74128" y="20763"/>
                  </a:lnTo>
                  <a:cubicBezTo>
                    <a:pt x="91491" y="21686"/>
                    <a:pt x="108702" y="23996"/>
                    <a:pt x="125860" y="26687"/>
                  </a:cubicBezTo>
                  <a:lnTo>
                    <a:pt x="153386" y="31082"/>
                  </a:lnTo>
                  <a:lnTo>
                    <a:pt x="228943" y="39355"/>
                  </a:lnTo>
                  <a:lnTo>
                    <a:pt x="177270" y="34896"/>
                  </a:lnTo>
                  <a:lnTo>
                    <a:pt x="153386" y="31082"/>
                  </a:lnTo>
                  <a:lnTo>
                    <a:pt x="151568" y="30883"/>
                  </a:lnTo>
                  <a:cubicBezTo>
                    <a:pt x="125875" y="26653"/>
                    <a:pt x="100173" y="22148"/>
                    <a:pt x="74128" y="20764"/>
                  </a:cubicBezTo>
                  <a:close/>
                  <a:moveTo>
                    <a:pt x="0" y="29969"/>
                  </a:moveTo>
                  <a:lnTo>
                    <a:pt x="0" y="494077"/>
                  </a:lnTo>
                  <a:lnTo>
                    <a:pt x="2816" y="492950"/>
                  </a:lnTo>
                  <a:cubicBezTo>
                    <a:pt x="21485" y="484568"/>
                    <a:pt x="43011" y="481900"/>
                    <a:pt x="63586" y="478851"/>
                  </a:cubicBezTo>
                  <a:cubicBezTo>
                    <a:pt x="101307" y="473327"/>
                    <a:pt x="139218" y="469897"/>
                    <a:pt x="176938" y="464945"/>
                  </a:cubicBezTo>
                  <a:cubicBezTo>
                    <a:pt x="184940" y="463801"/>
                    <a:pt x="194084" y="461707"/>
                    <a:pt x="200181" y="456943"/>
                  </a:cubicBezTo>
                  <a:cubicBezTo>
                    <a:pt x="241900" y="424938"/>
                    <a:pt x="292578" y="415985"/>
                    <a:pt x="340773" y="419031"/>
                  </a:cubicBezTo>
                  <a:cubicBezTo>
                    <a:pt x="378685" y="421320"/>
                    <a:pt x="415834" y="423034"/>
                    <a:pt x="453363" y="419796"/>
                  </a:cubicBezTo>
                  <a:cubicBezTo>
                    <a:pt x="456221" y="419604"/>
                    <a:pt x="460031" y="419986"/>
                    <a:pt x="462125" y="421510"/>
                  </a:cubicBezTo>
                  <a:cubicBezTo>
                    <a:pt x="475080" y="431606"/>
                    <a:pt x="488606" y="432368"/>
                    <a:pt x="505181" y="434082"/>
                  </a:cubicBezTo>
                  <a:cubicBezTo>
                    <a:pt x="528614" y="436560"/>
                    <a:pt x="550140" y="434844"/>
                    <a:pt x="571859" y="430654"/>
                  </a:cubicBezTo>
                  <a:cubicBezTo>
                    <a:pt x="587671" y="427606"/>
                    <a:pt x="603672" y="421320"/>
                    <a:pt x="617771" y="413317"/>
                  </a:cubicBezTo>
                  <a:cubicBezTo>
                    <a:pt x="637391" y="402077"/>
                    <a:pt x="656254" y="397697"/>
                    <a:pt x="674922" y="412555"/>
                  </a:cubicBezTo>
                  <a:cubicBezTo>
                    <a:pt x="695115" y="428368"/>
                    <a:pt x="717976" y="422844"/>
                    <a:pt x="740267" y="423414"/>
                  </a:cubicBezTo>
                  <a:cubicBezTo>
                    <a:pt x="749981" y="423606"/>
                    <a:pt x="760269" y="423224"/>
                    <a:pt x="769604" y="425700"/>
                  </a:cubicBezTo>
                  <a:cubicBezTo>
                    <a:pt x="796654" y="432750"/>
                    <a:pt x="822755" y="443418"/>
                    <a:pt x="850188" y="448180"/>
                  </a:cubicBezTo>
                  <a:cubicBezTo>
                    <a:pt x="865429" y="450847"/>
                    <a:pt x="882383" y="446084"/>
                    <a:pt x="898197" y="442656"/>
                  </a:cubicBezTo>
                  <a:cubicBezTo>
                    <a:pt x="914199" y="439036"/>
                    <a:pt x="930010" y="433512"/>
                    <a:pt x="945443" y="427796"/>
                  </a:cubicBezTo>
                  <a:cubicBezTo>
                    <a:pt x="955919" y="423986"/>
                    <a:pt x="967349" y="420366"/>
                    <a:pt x="975732" y="413507"/>
                  </a:cubicBezTo>
                  <a:cubicBezTo>
                    <a:pt x="994784" y="397887"/>
                    <a:pt x="1014405" y="395219"/>
                    <a:pt x="1036886" y="403411"/>
                  </a:cubicBezTo>
                  <a:cubicBezTo>
                    <a:pt x="1040314" y="404745"/>
                    <a:pt x="1044314" y="404745"/>
                    <a:pt x="1048124" y="404935"/>
                  </a:cubicBezTo>
                  <a:cubicBezTo>
                    <a:pt x="1109090" y="408935"/>
                    <a:pt x="1170050" y="411413"/>
                    <a:pt x="1230632" y="417509"/>
                  </a:cubicBezTo>
                  <a:cubicBezTo>
                    <a:pt x="1255205" y="419986"/>
                    <a:pt x="1278828" y="430844"/>
                    <a:pt x="1303023" y="437702"/>
                  </a:cubicBezTo>
                  <a:cubicBezTo>
                    <a:pt x="1307977" y="439036"/>
                    <a:pt x="1313503" y="441132"/>
                    <a:pt x="1318455" y="440178"/>
                  </a:cubicBezTo>
                  <a:cubicBezTo>
                    <a:pt x="1372367" y="430654"/>
                    <a:pt x="1422853" y="444560"/>
                    <a:pt x="1472574" y="462849"/>
                  </a:cubicBezTo>
                  <a:cubicBezTo>
                    <a:pt x="1477716" y="464755"/>
                    <a:pt x="1484003" y="464183"/>
                    <a:pt x="1489719" y="463801"/>
                  </a:cubicBezTo>
                  <a:cubicBezTo>
                    <a:pt x="1505723" y="462469"/>
                    <a:pt x="1523058" y="455801"/>
                    <a:pt x="1537536" y="459801"/>
                  </a:cubicBezTo>
                  <a:cubicBezTo>
                    <a:pt x="1576018" y="470851"/>
                    <a:pt x="1614119" y="484186"/>
                    <a:pt x="1650316" y="500950"/>
                  </a:cubicBezTo>
                  <a:cubicBezTo>
                    <a:pt x="1687085" y="517905"/>
                    <a:pt x="1721184" y="532193"/>
                    <a:pt x="1763286" y="515049"/>
                  </a:cubicBezTo>
                  <a:cubicBezTo>
                    <a:pt x="1781193" y="507808"/>
                    <a:pt x="1804815" y="512953"/>
                    <a:pt x="1825392" y="514857"/>
                  </a:cubicBezTo>
                  <a:cubicBezTo>
                    <a:pt x="1840440" y="516381"/>
                    <a:pt x="1854919" y="524955"/>
                    <a:pt x="1869779" y="524955"/>
                  </a:cubicBezTo>
                  <a:cubicBezTo>
                    <a:pt x="1909407" y="524955"/>
                    <a:pt x="1944648" y="535051"/>
                    <a:pt x="1978939" y="555626"/>
                  </a:cubicBezTo>
                  <a:cubicBezTo>
                    <a:pt x="1992278" y="563626"/>
                    <a:pt x="2013042" y="558292"/>
                    <a:pt x="2030377" y="560388"/>
                  </a:cubicBezTo>
                  <a:cubicBezTo>
                    <a:pt x="2048667" y="562864"/>
                    <a:pt x="2067524" y="565150"/>
                    <a:pt x="2085053" y="570677"/>
                  </a:cubicBezTo>
                  <a:cubicBezTo>
                    <a:pt x="2130392" y="585155"/>
                    <a:pt x="2175162" y="601538"/>
                    <a:pt x="2220311" y="616778"/>
                  </a:cubicBezTo>
                  <a:cubicBezTo>
                    <a:pt x="2257458" y="629353"/>
                    <a:pt x="2294038" y="619446"/>
                    <a:pt x="2330805" y="614112"/>
                  </a:cubicBezTo>
                  <a:cubicBezTo>
                    <a:pt x="2353858" y="610682"/>
                    <a:pt x="2375382" y="602490"/>
                    <a:pt x="2401291" y="614682"/>
                  </a:cubicBezTo>
                  <a:cubicBezTo>
                    <a:pt x="2426058" y="626304"/>
                    <a:pt x="2457491" y="623636"/>
                    <a:pt x="2485306" y="629923"/>
                  </a:cubicBezTo>
                  <a:cubicBezTo>
                    <a:pt x="2508741" y="635257"/>
                    <a:pt x="2531408" y="643831"/>
                    <a:pt x="2554078" y="652213"/>
                  </a:cubicBezTo>
                  <a:cubicBezTo>
                    <a:pt x="2584941" y="663644"/>
                    <a:pt x="2615420" y="675644"/>
                    <a:pt x="2649142" y="669930"/>
                  </a:cubicBezTo>
                  <a:cubicBezTo>
                    <a:pt x="2687435" y="663452"/>
                    <a:pt x="2713722" y="687836"/>
                    <a:pt x="2743825" y="704031"/>
                  </a:cubicBezTo>
                  <a:cubicBezTo>
                    <a:pt x="2764589" y="715079"/>
                    <a:pt x="2787258" y="723272"/>
                    <a:pt x="2809929" y="730130"/>
                  </a:cubicBezTo>
                  <a:cubicBezTo>
                    <a:pt x="2840218" y="739084"/>
                    <a:pt x="2871461" y="744418"/>
                    <a:pt x="2901942" y="753181"/>
                  </a:cubicBezTo>
                  <a:cubicBezTo>
                    <a:pt x="2948046" y="766325"/>
                    <a:pt x="2994721" y="776613"/>
                    <a:pt x="3042727" y="769373"/>
                  </a:cubicBezTo>
                  <a:cubicBezTo>
                    <a:pt x="3064826" y="766135"/>
                    <a:pt x="3085402" y="766325"/>
                    <a:pt x="3107499" y="771089"/>
                  </a:cubicBezTo>
                  <a:cubicBezTo>
                    <a:pt x="3143694" y="778899"/>
                    <a:pt x="3180843" y="779852"/>
                    <a:pt x="3209992" y="808998"/>
                  </a:cubicBezTo>
                  <a:cubicBezTo>
                    <a:pt x="3220279" y="819287"/>
                    <a:pt x="3238757" y="821953"/>
                    <a:pt x="3253808" y="827287"/>
                  </a:cubicBezTo>
                  <a:cubicBezTo>
                    <a:pt x="3271144" y="833575"/>
                    <a:pt x="3283907" y="830335"/>
                    <a:pt x="3293243" y="812047"/>
                  </a:cubicBezTo>
                  <a:cubicBezTo>
                    <a:pt x="3297433" y="803856"/>
                    <a:pt x="3309436" y="795854"/>
                    <a:pt x="3318770" y="794520"/>
                  </a:cubicBezTo>
                  <a:cubicBezTo>
                    <a:pt x="3346775" y="790520"/>
                    <a:pt x="3372494" y="796426"/>
                    <a:pt x="3399545" y="809381"/>
                  </a:cubicBezTo>
                  <a:cubicBezTo>
                    <a:pt x="3424882" y="821573"/>
                    <a:pt x="3456507" y="820239"/>
                    <a:pt x="3485274" y="825001"/>
                  </a:cubicBezTo>
                  <a:cubicBezTo>
                    <a:pt x="3505656" y="828431"/>
                    <a:pt x="3526041" y="835479"/>
                    <a:pt x="3546616" y="835479"/>
                  </a:cubicBezTo>
                  <a:cubicBezTo>
                    <a:pt x="3572145" y="835479"/>
                    <a:pt x="3597481" y="829383"/>
                    <a:pt x="3623200" y="827097"/>
                  </a:cubicBezTo>
                  <a:cubicBezTo>
                    <a:pt x="3643203" y="825193"/>
                    <a:pt x="3663588" y="825955"/>
                    <a:pt x="3683590" y="823669"/>
                  </a:cubicBezTo>
                  <a:cubicBezTo>
                    <a:pt x="3699975" y="821953"/>
                    <a:pt x="3716167" y="817573"/>
                    <a:pt x="3732360" y="813953"/>
                  </a:cubicBezTo>
                  <a:cubicBezTo>
                    <a:pt x="3738266" y="812619"/>
                    <a:pt x="3744172" y="807474"/>
                    <a:pt x="3749505" y="808236"/>
                  </a:cubicBezTo>
                  <a:cubicBezTo>
                    <a:pt x="3802466" y="816429"/>
                    <a:pt x="3840568" y="779852"/>
                    <a:pt x="3885337" y="763659"/>
                  </a:cubicBezTo>
                  <a:cubicBezTo>
                    <a:pt x="3932393" y="746512"/>
                    <a:pt x="3977924" y="720224"/>
                    <a:pt x="4030502" y="728034"/>
                  </a:cubicBezTo>
                  <a:cubicBezTo>
                    <a:pt x="4062317" y="732796"/>
                    <a:pt x="4092988" y="743846"/>
                    <a:pt x="4124613" y="750515"/>
                  </a:cubicBezTo>
                  <a:cubicBezTo>
                    <a:pt x="4135853" y="752801"/>
                    <a:pt x="4148426" y="752419"/>
                    <a:pt x="4159666" y="750133"/>
                  </a:cubicBezTo>
                  <a:cubicBezTo>
                    <a:pt x="4213960" y="739654"/>
                    <a:pt x="4267492" y="738130"/>
                    <a:pt x="4320836" y="755277"/>
                  </a:cubicBezTo>
                  <a:cubicBezTo>
                    <a:pt x="4329978" y="758135"/>
                    <a:pt x="4339694" y="760801"/>
                    <a:pt x="4349221" y="760801"/>
                  </a:cubicBezTo>
                  <a:cubicBezTo>
                    <a:pt x="4401418" y="760801"/>
                    <a:pt x="4452664" y="756801"/>
                    <a:pt x="4502578" y="738130"/>
                  </a:cubicBezTo>
                  <a:cubicBezTo>
                    <a:pt x="4519342" y="731844"/>
                    <a:pt x="4539727" y="735844"/>
                    <a:pt x="4558206" y="734320"/>
                  </a:cubicBezTo>
                  <a:cubicBezTo>
                    <a:pt x="4575350" y="732988"/>
                    <a:pt x="4592877" y="732416"/>
                    <a:pt x="4609451" y="728034"/>
                  </a:cubicBezTo>
                  <a:cubicBezTo>
                    <a:pt x="4633646" y="721558"/>
                    <a:pt x="4656125" y="720796"/>
                    <a:pt x="4681082" y="726510"/>
                  </a:cubicBezTo>
                  <a:cubicBezTo>
                    <a:pt x="4704894" y="731844"/>
                    <a:pt x="4730613" y="729178"/>
                    <a:pt x="4755380" y="729368"/>
                  </a:cubicBezTo>
                  <a:cubicBezTo>
                    <a:pt x="4783003" y="729558"/>
                    <a:pt x="4810626" y="729748"/>
                    <a:pt x="4838249" y="728796"/>
                  </a:cubicBezTo>
                  <a:cubicBezTo>
                    <a:pt x="4849299" y="728416"/>
                    <a:pt x="4861872" y="720796"/>
                    <a:pt x="4871018" y="723844"/>
                  </a:cubicBezTo>
                  <a:cubicBezTo>
                    <a:pt x="4900545" y="734130"/>
                    <a:pt x="4930074" y="721748"/>
                    <a:pt x="4959601" y="727272"/>
                  </a:cubicBezTo>
                  <a:cubicBezTo>
                    <a:pt x="4974081" y="730130"/>
                    <a:pt x="4990464" y="722320"/>
                    <a:pt x="5006085" y="721558"/>
                  </a:cubicBezTo>
                  <a:cubicBezTo>
                    <a:pt x="5031613" y="720224"/>
                    <a:pt x="5057140" y="720796"/>
                    <a:pt x="5082669" y="720414"/>
                  </a:cubicBezTo>
                  <a:cubicBezTo>
                    <a:pt x="5091051" y="720224"/>
                    <a:pt x="5099244" y="719462"/>
                    <a:pt x="5107626" y="719079"/>
                  </a:cubicBezTo>
                  <a:cubicBezTo>
                    <a:pt x="5115056" y="718699"/>
                    <a:pt x="5122866" y="716985"/>
                    <a:pt x="5129915" y="718317"/>
                  </a:cubicBezTo>
                  <a:cubicBezTo>
                    <a:pt x="5155444" y="723082"/>
                    <a:pt x="5180590" y="730892"/>
                    <a:pt x="5206307" y="733940"/>
                  </a:cubicBezTo>
                  <a:cubicBezTo>
                    <a:pt x="5228596" y="736606"/>
                    <a:pt x="5251649" y="732988"/>
                    <a:pt x="5274128" y="734892"/>
                  </a:cubicBezTo>
                  <a:cubicBezTo>
                    <a:pt x="5313753" y="738130"/>
                    <a:pt x="5353378" y="743846"/>
                    <a:pt x="5393004" y="747466"/>
                  </a:cubicBezTo>
                  <a:cubicBezTo>
                    <a:pt x="5401578" y="748228"/>
                    <a:pt x="5410530" y="743464"/>
                    <a:pt x="5419294" y="743084"/>
                  </a:cubicBezTo>
                  <a:cubicBezTo>
                    <a:pt x="5446727" y="742132"/>
                    <a:pt x="5474160" y="741940"/>
                    <a:pt x="5501593" y="741370"/>
                  </a:cubicBezTo>
                  <a:cubicBezTo>
                    <a:pt x="5517214" y="741178"/>
                    <a:pt x="5533026" y="741750"/>
                    <a:pt x="5548459" y="740036"/>
                  </a:cubicBezTo>
                  <a:cubicBezTo>
                    <a:pt x="5568841" y="737750"/>
                    <a:pt x="5587320" y="734320"/>
                    <a:pt x="5606371" y="749180"/>
                  </a:cubicBezTo>
                  <a:cubicBezTo>
                    <a:pt x="5635710" y="772231"/>
                    <a:pt x="5673049" y="763277"/>
                    <a:pt x="5706958" y="768611"/>
                  </a:cubicBezTo>
                  <a:cubicBezTo>
                    <a:pt x="5715722" y="769945"/>
                    <a:pt x="5724677" y="770135"/>
                    <a:pt x="5733439" y="771659"/>
                  </a:cubicBezTo>
                  <a:cubicBezTo>
                    <a:pt x="5749633" y="774517"/>
                    <a:pt x="5765634" y="777755"/>
                    <a:pt x="5781829" y="780996"/>
                  </a:cubicBezTo>
                  <a:cubicBezTo>
                    <a:pt x="5784685" y="781566"/>
                    <a:pt x="5787923" y="781758"/>
                    <a:pt x="5790591" y="782710"/>
                  </a:cubicBezTo>
                  <a:cubicBezTo>
                    <a:pt x="5815168" y="790710"/>
                    <a:pt x="5839360" y="799854"/>
                    <a:pt x="5864317" y="806332"/>
                  </a:cubicBezTo>
                  <a:cubicBezTo>
                    <a:pt x="5876510" y="809571"/>
                    <a:pt x="5890036" y="809953"/>
                    <a:pt x="5902609" y="808236"/>
                  </a:cubicBezTo>
                  <a:cubicBezTo>
                    <a:pt x="5939376" y="803284"/>
                    <a:pt x="5975763" y="801188"/>
                    <a:pt x="6012722" y="808428"/>
                  </a:cubicBezTo>
                  <a:cubicBezTo>
                    <a:pt x="6027391" y="811285"/>
                    <a:pt x="6043775" y="806522"/>
                    <a:pt x="6059396" y="804808"/>
                  </a:cubicBezTo>
                  <a:cubicBezTo>
                    <a:pt x="6096735" y="800236"/>
                    <a:pt x="6134074" y="795282"/>
                    <a:pt x="6171604" y="790902"/>
                  </a:cubicBezTo>
                  <a:cubicBezTo>
                    <a:pt x="6195036" y="788234"/>
                    <a:pt x="6218659" y="786710"/>
                    <a:pt x="6242092" y="784044"/>
                  </a:cubicBezTo>
                  <a:cubicBezTo>
                    <a:pt x="6269143" y="780804"/>
                    <a:pt x="6296004" y="775851"/>
                    <a:pt x="6323057" y="773183"/>
                  </a:cubicBezTo>
                  <a:cubicBezTo>
                    <a:pt x="6353918" y="770135"/>
                    <a:pt x="6384971" y="769565"/>
                    <a:pt x="6415832" y="766325"/>
                  </a:cubicBezTo>
                  <a:cubicBezTo>
                    <a:pt x="6472224" y="760039"/>
                    <a:pt x="6528423" y="752609"/>
                    <a:pt x="6584811" y="745560"/>
                  </a:cubicBezTo>
                  <a:cubicBezTo>
                    <a:pt x="6639487" y="738702"/>
                    <a:pt x="6694163" y="732606"/>
                    <a:pt x="6748457" y="724034"/>
                  </a:cubicBezTo>
                  <a:cubicBezTo>
                    <a:pt x="6771318" y="720414"/>
                    <a:pt x="6793034" y="710507"/>
                    <a:pt x="6815515" y="704983"/>
                  </a:cubicBezTo>
                  <a:lnTo>
                    <a:pt x="6858000" y="695283"/>
                  </a:lnTo>
                  <a:lnTo>
                    <a:pt x="6858000" y="456"/>
                  </a:lnTo>
                  <a:lnTo>
                    <a:pt x="1687322" y="456"/>
                  </a:lnTo>
                  <a:lnTo>
                    <a:pt x="1697753" y="10970"/>
                  </a:lnTo>
                  <a:cubicBezTo>
                    <a:pt x="1707279" y="20877"/>
                    <a:pt x="1720423" y="27925"/>
                    <a:pt x="1733188" y="33639"/>
                  </a:cubicBezTo>
                  <a:cubicBezTo>
                    <a:pt x="1766335" y="48310"/>
                    <a:pt x="1800246" y="61454"/>
                    <a:pt x="1833775" y="75360"/>
                  </a:cubicBezTo>
                  <a:cubicBezTo>
                    <a:pt x="1837013" y="76694"/>
                    <a:pt x="1839679" y="80123"/>
                    <a:pt x="1842158" y="82981"/>
                  </a:cubicBezTo>
                  <a:cubicBezTo>
                    <a:pt x="1866922" y="113082"/>
                    <a:pt x="1891497" y="143371"/>
                    <a:pt x="1916454" y="173472"/>
                  </a:cubicBezTo>
                  <a:cubicBezTo>
                    <a:pt x="1921216" y="179186"/>
                    <a:pt x="1928076" y="183378"/>
                    <a:pt x="1933219" y="188902"/>
                  </a:cubicBezTo>
                  <a:cubicBezTo>
                    <a:pt x="1940459" y="196522"/>
                    <a:pt x="1949603" y="203763"/>
                    <a:pt x="1953413" y="212907"/>
                  </a:cubicBezTo>
                  <a:cubicBezTo>
                    <a:pt x="1965224" y="241672"/>
                    <a:pt x="1987894" y="254056"/>
                    <a:pt x="2016469" y="259390"/>
                  </a:cubicBezTo>
                  <a:cubicBezTo>
                    <a:pt x="2042570" y="264343"/>
                    <a:pt x="2068669" y="268535"/>
                    <a:pt x="2094578" y="274249"/>
                  </a:cubicBezTo>
                  <a:cubicBezTo>
                    <a:pt x="2126201" y="281107"/>
                    <a:pt x="2157636" y="288537"/>
                    <a:pt x="2188879" y="296920"/>
                  </a:cubicBezTo>
                  <a:cubicBezTo>
                    <a:pt x="2202404" y="300540"/>
                    <a:pt x="2216692" y="304730"/>
                    <a:pt x="2228314" y="312160"/>
                  </a:cubicBezTo>
                  <a:cubicBezTo>
                    <a:pt x="2260890" y="332735"/>
                    <a:pt x="2295753" y="346641"/>
                    <a:pt x="2334044" y="341117"/>
                  </a:cubicBezTo>
                  <a:cubicBezTo>
                    <a:pt x="2364715" y="336735"/>
                    <a:pt x="2390434" y="347975"/>
                    <a:pt x="2409485" y="365502"/>
                  </a:cubicBezTo>
                  <a:lnTo>
                    <a:pt x="2409487" y="365504"/>
                  </a:lnTo>
                  <a:lnTo>
                    <a:pt x="2463015" y="388434"/>
                  </a:lnTo>
                  <a:lnTo>
                    <a:pt x="2463017" y="388434"/>
                  </a:lnTo>
                  <a:lnTo>
                    <a:pt x="2518262" y="379792"/>
                  </a:lnTo>
                  <a:lnTo>
                    <a:pt x="2518263" y="379791"/>
                  </a:lnTo>
                  <a:cubicBezTo>
                    <a:pt x="2527789" y="377124"/>
                    <a:pt x="2536456" y="375980"/>
                    <a:pt x="2545005" y="376147"/>
                  </a:cubicBezTo>
                  <a:lnTo>
                    <a:pt x="2545006" y="376147"/>
                  </a:lnTo>
                  <a:cubicBezTo>
                    <a:pt x="2553555" y="376313"/>
                    <a:pt x="2561985" y="377790"/>
                    <a:pt x="2571034" y="380361"/>
                  </a:cubicBezTo>
                  <a:cubicBezTo>
                    <a:pt x="2612945" y="392363"/>
                    <a:pt x="2640950" y="424940"/>
                    <a:pt x="2668001" y="453514"/>
                  </a:cubicBezTo>
                  <a:cubicBezTo>
                    <a:pt x="2691054" y="477900"/>
                    <a:pt x="2716963" y="491615"/>
                    <a:pt x="2745348" y="501904"/>
                  </a:cubicBezTo>
                  <a:lnTo>
                    <a:pt x="2745351" y="501906"/>
                  </a:lnTo>
                  <a:lnTo>
                    <a:pt x="2778005" y="507825"/>
                  </a:lnTo>
                  <a:lnTo>
                    <a:pt x="2785439" y="507405"/>
                  </a:lnTo>
                  <a:lnTo>
                    <a:pt x="2811779" y="497326"/>
                  </a:lnTo>
                  <a:lnTo>
                    <a:pt x="2811786" y="497322"/>
                  </a:lnTo>
                  <a:lnTo>
                    <a:pt x="2811786" y="497323"/>
                  </a:lnTo>
                  <a:lnTo>
                    <a:pt x="2811779" y="497326"/>
                  </a:lnTo>
                  <a:lnTo>
                    <a:pt x="2793022" y="506976"/>
                  </a:lnTo>
                  <a:lnTo>
                    <a:pt x="2785439" y="507405"/>
                  </a:lnTo>
                  <a:lnTo>
                    <a:pt x="2782304" y="508605"/>
                  </a:lnTo>
                  <a:lnTo>
                    <a:pt x="2778005" y="507825"/>
                  </a:lnTo>
                  <a:lnTo>
                    <a:pt x="2770757" y="508235"/>
                  </a:lnTo>
                  <a:lnTo>
                    <a:pt x="2745351" y="501906"/>
                  </a:lnTo>
                  <a:lnTo>
                    <a:pt x="2745347" y="501904"/>
                  </a:lnTo>
                  <a:cubicBezTo>
                    <a:pt x="2716962" y="491615"/>
                    <a:pt x="2691053" y="477900"/>
                    <a:pt x="2668000" y="453514"/>
                  </a:cubicBezTo>
                  <a:cubicBezTo>
                    <a:pt x="2640949" y="424940"/>
                    <a:pt x="2612944" y="392363"/>
                    <a:pt x="2571033" y="380361"/>
                  </a:cubicBezTo>
                  <a:lnTo>
                    <a:pt x="2545006" y="376147"/>
                  </a:lnTo>
                  <a:lnTo>
                    <a:pt x="2518264" y="379791"/>
                  </a:lnTo>
                  <a:lnTo>
                    <a:pt x="2518262" y="379792"/>
                  </a:lnTo>
                  <a:lnTo>
                    <a:pt x="2490550" y="386372"/>
                  </a:lnTo>
                  <a:lnTo>
                    <a:pt x="2463017" y="388434"/>
                  </a:lnTo>
                  <a:lnTo>
                    <a:pt x="2463016" y="388434"/>
                  </a:lnTo>
                  <a:lnTo>
                    <a:pt x="2463015" y="388434"/>
                  </a:lnTo>
                  <a:lnTo>
                    <a:pt x="2435912" y="382603"/>
                  </a:lnTo>
                  <a:lnTo>
                    <a:pt x="2409487" y="365504"/>
                  </a:lnTo>
                  <a:lnTo>
                    <a:pt x="2409484" y="365502"/>
                  </a:lnTo>
                  <a:cubicBezTo>
                    <a:pt x="2390433" y="347975"/>
                    <a:pt x="2364714" y="336735"/>
                    <a:pt x="2334043" y="341117"/>
                  </a:cubicBezTo>
                  <a:cubicBezTo>
                    <a:pt x="2295752" y="346641"/>
                    <a:pt x="2260889" y="332735"/>
                    <a:pt x="2228313" y="312160"/>
                  </a:cubicBezTo>
                  <a:cubicBezTo>
                    <a:pt x="2216691" y="304730"/>
                    <a:pt x="2202403" y="300540"/>
                    <a:pt x="2188878" y="296920"/>
                  </a:cubicBezTo>
                  <a:cubicBezTo>
                    <a:pt x="2157635" y="288537"/>
                    <a:pt x="2126200" y="281107"/>
                    <a:pt x="2094577" y="274249"/>
                  </a:cubicBezTo>
                  <a:cubicBezTo>
                    <a:pt x="2068668" y="268535"/>
                    <a:pt x="2042569" y="264343"/>
                    <a:pt x="2016468" y="259390"/>
                  </a:cubicBezTo>
                  <a:cubicBezTo>
                    <a:pt x="1987893" y="254056"/>
                    <a:pt x="1965223" y="241672"/>
                    <a:pt x="1953412" y="212907"/>
                  </a:cubicBezTo>
                  <a:cubicBezTo>
                    <a:pt x="1949602" y="203763"/>
                    <a:pt x="1940458" y="196522"/>
                    <a:pt x="1933218" y="188902"/>
                  </a:cubicBezTo>
                  <a:cubicBezTo>
                    <a:pt x="1928075" y="183378"/>
                    <a:pt x="1921215" y="179186"/>
                    <a:pt x="1916453" y="173472"/>
                  </a:cubicBezTo>
                  <a:cubicBezTo>
                    <a:pt x="1891496" y="143371"/>
                    <a:pt x="1866921" y="113082"/>
                    <a:pt x="1842157" y="82981"/>
                  </a:cubicBezTo>
                  <a:cubicBezTo>
                    <a:pt x="1839678" y="80123"/>
                    <a:pt x="1837012" y="76694"/>
                    <a:pt x="1833774" y="75360"/>
                  </a:cubicBezTo>
                  <a:cubicBezTo>
                    <a:pt x="1800245" y="61454"/>
                    <a:pt x="1766334" y="48311"/>
                    <a:pt x="1733187" y="33639"/>
                  </a:cubicBezTo>
                  <a:cubicBezTo>
                    <a:pt x="1720422" y="27925"/>
                    <a:pt x="1707278" y="20877"/>
                    <a:pt x="1697752" y="10971"/>
                  </a:cubicBezTo>
                  <a:lnTo>
                    <a:pt x="1687320" y="456"/>
                  </a:lnTo>
                  <a:lnTo>
                    <a:pt x="916806" y="456"/>
                  </a:lnTo>
                  <a:lnTo>
                    <a:pt x="927155" y="9636"/>
                  </a:lnTo>
                  <a:cubicBezTo>
                    <a:pt x="994785" y="53644"/>
                    <a:pt x="1030980" y="52500"/>
                    <a:pt x="1097087" y="6016"/>
                  </a:cubicBezTo>
                  <a:cubicBezTo>
                    <a:pt x="1103945" y="1254"/>
                    <a:pt x="1118613" y="-2176"/>
                    <a:pt x="1123185" y="1634"/>
                  </a:cubicBezTo>
                  <a:cubicBezTo>
                    <a:pt x="1142617" y="17446"/>
                    <a:pt x="1162953" y="24495"/>
                    <a:pt x="1184028" y="26353"/>
                  </a:cubicBezTo>
                  <a:cubicBezTo>
                    <a:pt x="1162953" y="24495"/>
                    <a:pt x="1142616" y="17447"/>
                    <a:pt x="1123184" y="1635"/>
                  </a:cubicBezTo>
                  <a:cubicBezTo>
                    <a:pt x="1118612" y="-2175"/>
                    <a:pt x="1103944" y="1255"/>
                    <a:pt x="1097086" y="6017"/>
                  </a:cubicBezTo>
                  <a:cubicBezTo>
                    <a:pt x="1030979" y="52501"/>
                    <a:pt x="994784" y="53645"/>
                    <a:pt x="927154" y="9637"/>
                  </a:cubicBezTo>
                  <a:lnTo>
                    <a:pt x="916804" y="456"/>
                  </a:lnTo>
                  <a:lnTo>
                    <a:pt x="578772" y="456"/>
                  </a:lnTo>
                  <a:lnTo>
                    <a:pt x="556046" y="6589"/>
                  </a:lnTo>
                  <a:lnTo>
                    <a:pt x="517850" y="15506"/>
                  </a:lnTo>
                  <a:lnTo>
                    <a:pt x="556047" y="6588"/>
                  </a:lnTo>
                  <a:lnTo>
                    <a:pt x="578770" y="456"/>
                  </a:lnTo>
                  <a:lnTo>
                    <a:pt x="0" y="456"/>
                  </a:lnTo>
                  <a:lnTo>
                    <a:pt x="0" y="20445"/>
                  </a:lnTo>
                  <a:lnTo>
                    <a:pt x="0" y="29969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98E76C4-5926-3EBE-9951-1FFE95ECD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6192" y="4863"/>
            <a:ext cx="10763338" cy="170222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sv-SE" sz="2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Här är svar på de vanligaste frågorna om examinationen.</a:t>
            </a:r>
          </a:p>
          <a:p>
            <a:r>
              <a:rPr lang="sv-SE" sz="24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Kom ihåg: Projektet bedöms som en helhet. Brister inom vissa områden kan kompenseras av styrkor inom andra! Enligt MYH sätts betyg utifrån resultatet av flera kunskapskontroller, där helheten bedöms.</a:t>
            </a:r>
            <a:endParaRPr lang="sv-SE" sz="2400">
              <a:solidFill>
                <a:schemeClr val="tx1">
                  <a:alpha val="80000"/>
                </a:schemeClr>
              </a:solidFill>
            </a:endParaRPr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4BB4F997-33F9-125C-4A1F-5E025E715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872609"/>
              </p:ext>
            </p:extLst>
          </p:nvPr>
        </p:nvGraphicFramePr>
        <p:xfrm>
          <a:off x="4512235" y="1979705"/>
          <a:ext cx="7675411" cy="464811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376501">
                  <a:extLst>
                    <a:ext uri="{9D8B030D-6E8A-4147-A177-3AD203B41FA5}">
                      <a16:colId xmlns:a16="http://schemas.microsoft.com/office/drawing/2014/main" val="453001396"/>
                    </a:ext>
                  </a:extLst>
                </a:gridCol>
                <a:gridCol w="4298910">
                  <a:extLst>
                    <a:ext uri="{9D8B030D-6E8A-4147-A177-3AD203B41FA5}">
                      <a16:colId xmlns:a16="http://schemas.microsoft.com/office/drawing/2014/main" val="3550344372"/>
                    </a:ext>
                  </a:extLst>
                </a:gridCol>
              </a:tblGrid>
              <a:tr h="581014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Fråga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Svar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919859"/>
                  </a:ext>
                </a:extLst>
              </a:tr>
              <a:tr h="581014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Hur lång ska redovisningen vara?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Max 10 minuter inklusive frågor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063882"/>
                  </a:ext>
                </a:extLst>
              </a:tr>
              <a:tr h="581014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Måste jag använda Ansible?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Endast för VG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092846"/>
                  </a:ext>
                </a:extLst>
              </a:tr>
              <a:tr h="581014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Måste jag använda Python?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Endast för VG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676655"/>
                  </a:ext>
                </a:extLst>
              </a:tr>
              <a:tr h="581014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Får jag använda AI-verktyg?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Ja, men du måste förstå ALL kod du lämnar in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659540"/>
                  </a:ext>
                </a:extLst>
              </a:tr>
              <a:tr h="581014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Vad är viktigast under redovisningen?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Att du kan förklara din kod och visa förståelse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335929"/>
                  </a:ext>
                </a:extLst>
              </a:tr>
              <a:tr h="581014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Hur lämnar jag in?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.zip</a:t>
                      </a: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-fil + GitHub-länk i README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749588"/>
                  </a:ext>
                </a:extLst>
              </a:tr>
              <a:tr h="581014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Vad händer om jag misslyckas?</a:t>
                      </a:r>
                      <a:endParaRPr lang="sv-SE" sz="1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4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Du har rätt till två omexaminationer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081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1034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D14C926A-F466-769D-8997-019D4CBED5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84" t="8725" r="5610" b="5101"/>
          <a:stretch>
            <a:fillRect/>
          </a:stretch>
        </p:blipFill>
        <p:spPr>
          <a:xfrm>
            <a:off x="658763" y="479114"/>
            <a:ext cx="10866481" cy="589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9680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AC6B5F93-BF98-C23F-E620-179871F9F5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6" t="9396" r="3954" b="4027"/>
          <a:stretch>
            <a:fillRect/>
          </a:stretch>
        </p:blipFill>
        <p:spPr>
          <a:xfrm>
            <a:off x="636354" y="479114"/>
            <a:ext cx="10919863" cy="589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158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4697CDA-BDB7-4883-B48B-1D4EDB2F0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F28D24C-C691-2CB3-27BC-DFDF6FE22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751" y="934327"/>
            <a:ext cx="8924392" cy="1058275"/>
          </a:xfrm>
        </p:spPr>
        <p:txBody>
          <a:bodyPr>
            <a:normAutofit/>
          </a:bodyPr>
          <a:lstStyle/>
          <a:p>
            <a:pPr algn="ctr"/>
            <a:r>
              <a:rPr lang="sv-SE">
                <a:ea typeface="+mj-lt"/>
                <a:cs typeface="+mj-lt"/>
              </a:rPr>
              <a:t>Vad du nu kan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295B176-FA0E-4B6A-A190-5E2E82BEA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3813" y="2337807"/>
            <a:ext cx="9604374" cy="3585866"/>
          </a:xfrm>
          <a:custGeom>
            <a:avLst/>
            <a:gdLst>
              <a:gd name="connsiteX0" fmla="*/ 0 w 9604374"/>
              <a:gd name="connsiteY0" fmla="*/ 0 h 3585866"/>
              <a:gd name="connsiteX1" fmla="*/ 9604374 w 9604374"/>
              <a:gd name="connsiteY1" fmla="*/ 0 h 3585866"/>
              <a:gd name="connsiteX2" fmla="*/ 9604374 w 9604374"/>
              <a:gd name="connsiteY2" fmla="*/ 3095088 h 3585866"/>
              <a:gd name="connsiteX3" fmla="*/ 9591455 w 9604374"/>
              <a:gd name="connsiteY3" fmla="*/ 3097044 h 3585866"/>
              <a:gd name="connsiteX4" fmla="*/ 9285147 w 9604374"/>
              <a:gd name="connsiteY4" fmla="*/ 3164182 h 3585866"/>
              <a:gd name="connsiteX5" fmla="*/ 9114078 w 9604374"/>
              <a:gd name="connsiteY5" fmla="*/ 3164299 h 3585866"/>
              <a:gd name="connsiteX6" fmla="*/ 8999665 w 9604374"/>
              <a:gd name="connsiteY6" fmla="*/ 3157864 h 3585866"/>
              <a:gd name="connsiteX7" fmla="*/ 8925240 w 9604374"/>
              <a:gd name="connsiteY7" fmla="*/ 3152135 h 3585866"/>
              <a:gd name="connsiteX8" fmla="*/ 8868257 w 9604374"/>
              <a:gd name="connsiteY8" fmla="*/ 3146819 h 3585866"/>
              <a:gd name="connsiteX9" fmla="*/ 8792363 w 9604374"/>
              <a:gd name="connsiteY9" fmla="*/ 3146856 h 3585866"/>
              <a:gd name="connsiteX10" fmla="*/ 8668399 w 9604374"/>
              <a:gd name="connsiteY10" fmla="*/ 3196893 h 3585866"/>
              <a:gd name="connsiteX11" fmla="*/ 8474043 w 9604374"/>
              <a:gd name="connsiteY11" fmla="*/ 3240734 h 3585866"/>
              <a:gd name="connsiteX12" fmla="*/ 8317555 w 9604374"/>
              <a:gd name="connsiteY12" fmla="*/ 3247156 h 3585866"/>
              <a:gd name="connsiteX13" fmla="*/ 8280111 w 9604374"/>
              <a:gd name="connsiteY13" fmla="*/ 3255812 h 3585866"/>
              <a:gd name="connsiteX14" fmla="*/ 8096088 w 9604374"/>
              <a:gd name="connsiteY14" fmla="*/ 3253903 h 3585866"/>
              <a:gd name="connsiteX15" fmla="*/ 7825642 w 9604374"/>
              <a:gd name="connsiteY15" fmla="*/ 3271628 h 3585866"/>
              <a:gd name="connsiteX16" fmla="*/ 7531820 w 9604374"/>
              <a:gd name="connsiteY16" fmla="*/ 3252671 h 3585866"/>
              <a:gd name="connsiteX17" fmla="*/ 7193751 w 9604374"/>
              <a:gd name="connsiteY17" fmla="*/ 3245192 h 3585866"/>
              <a:gd name="connsiteX18" fmla="*/ 6976768 w 9604374"/>
              <a:gd name="connsiteY18" fmla="*/ 3238559 h 3585866"/>
              <a:gd name="connsiteX19" fmla="*/ 6756462 w 9604374"/>
              <a:gd name="connsiteY19" fmla="*/ 3273268 h 3585866"/>
              <a:gd name="connsiteX20" fmla="*/ 6512214 w 9604374"/>
              <a:gd name="connsiteY20" fmla="*/ 3298845 h 3585866"/>
              <a:gd name="connsiteX21" fmla="*/ 6289569 w 9604374"/>
              <a:gd name="connsiteY21" fmla="*/ 3301118 h 3585866"/>
              <a:gd name="connsiteX22" fmla="*/ 6157816 w 9604374"/>
              <a:gd name="connsiteY22" fmla="*/ 3308643 h 3585866"/>
              <a:gd name="connsiteX23" fmla="*/ 6110062 w 9604374"/>
              <a:gd name="connsiteY23" fmla="*/ 3321185 h 3585866"/>
              <a:gd name="connsiteX24" fmla="*/ 6041832 w 9604374"/>
              <a:gd name="connsiteY24" fmla="*/ 3332190 h 3585866"/>
              <a:gd name="connsiteX25" fmla="*/ 5923195 w 9604374"/>
              <a:gd name="connsiteY25" fmla="*/ 3359104 h 3585866"/>
              <a:gd name="connsiteX26" fmla="*/ 5770972 w 9604374"/>
              <a:gd name="connsiteY26" fmla="*/ 3369893 h 3585866"/>
              <a:gd name="connsiteX27" fmla="*/ 5632583 w 9604374"/>
              <a:gd name="connsiteY27" fmla="*/ 3357730 h 3585866"/>
              <a:gd name="connsiteX28" fmla="*/ 5539996 w 9604374"/>
              <a:gd name="connsiteY28" fmla="*/ 3352890 h 3585866"/>
              <a:gd name="connsiteX29" fmla="*/ 5315460 w 9604374"/>
              <a:gd name="connsiteY29" fmla="*/ 3350411 h 3585866"/>
              <a:gd name="connsiteX30" fmla="*/ 5072455 w 9604374"/>
              <a:gd name="connsiteY30" fmla="*/ 3338147 h 3585866"/>
              <a:gd name="connsiteX31" fmla="*/ 5016364 w 9604374"/>
              <a:gd name="connsiteY31" fmla="*/ 3348937 h 3585866"/>
              <a:gd name="connsiteX32" fmla="*/ 4922276 w 9604374"/>
              <a:gd name="connsiteY32" fmla="*/ 3366515 h 3585866"/>
              <a:gd name="connsiteX33" fmla="*/ 4856444 w 9604374"/>
              <a:gd name="connsiteY33" fmla="*/ 3399463 h 3585866"/>
              <a:gd name="connsiteX34" fmla="*/ 4775993 w 9604374"/>
              <a:gd name="connsiteY34" fmla="*/ 3406312 h 3585866"/>
              <a:gd name="connsiteX35" fmla="*/ 4667320 w 9604374"/>
              <a:gd name="connsiteY35" fmla="*/ 3397926 h 3585866"/>
              <a:gd name="connsiteX36" fmla="*/ 4540268 w 9604374"/>
              <a:gd name="connsiteY36" fmla="*/ 3424464 h 3585866"/>
              <a:gd name="connsiteX37" fmla="*/ 4465491 w 9604374"/>
              <a:gd name="connsiteY37" fmla="*/ 3433154 h 3585866"/>
              <a:gd name="connsiteX38" fmla="*/ 4262864 w 9604374"/>
              <a:gd name="connsiteY38" fmla="*/ 3464075 h 3585866"/>
              <a:gd name="connsiteX39" fmla="*/ 4175005 w 9604374"/>
              <a:gd name="connsiteY39" fmla="*/ 3493545 h 3585866"/>
              <a:gd name="connsiteX40" fmla="*/ 4030100 w 9604374"/>
              <a:gd name="connsiteY40" fmla="*/ 3514212 h 3585866"/>
              <a:gd name="connsiteX41" fmla="*/ 3926631 w 9604374"/>
              <a:gd name="connsiteY41" fmla="*/ 3525304 h 3585866"/>
              <a:gd name="connsiteX42" fmla="*/ 3897306 w 9604374"/>
              <a:gd name="connsiteY42" fmla="*/ 3547095 h 3585866"/>
              <a:gd name="connsiteX43" fmla="*/ 3896886 w 9604374"/>
              <a:gd name="connsiteY43" fmla="*/ 3547500 h 3585866"/>
              <a:gd name="connsiteX44" fmla="*/ 3834004 w 9604374"/>
              <a:gd name="connsiteY44" fmla="*/ 3550510 h 3585866"/>
              <a:gd name="connsiteX45" fmla="*/ 3696227 w 9604374"/>
              <a:gd name="connsiteY45" fmla="*/ 3574175 h 3585866"/>
              <a:gd name="connsiteX46" fmla="*/ 3652821 w 9604374"/>
              <a:gd name="connsiteY46" fmla="*/ 3580368 h 3585866"/>
              <a:gd name="connsiteX47" fmla="*/ 3629691 w 9604374"/>
              <a:gd name="connsiteY47" fmla="*/ 3585866 h 3585866"/>
              <a:gd name="connsiteX48" fmla="*/ 3595018 w 9604374"/>
              <a:gd name="connsiteY48" fmla="*/ 3571623 h 3585866"/>
              <a:gd name="connsiteX49" fmla="*/ 3551656 w 9604374"/>
              <a:gd name="connsiteY49" fmla="*/ 3577800 h 3585866"/>
              <a:gd name="connsiteX50" fmla="*/ 3541558 w 9604374"/>
              <a:gd name="connsiteY50" fmla="*/ 3579797 h 3585866"/>
              <a:gd name="connsiteX51" fmla="*/ 3465708 w 9604374"/>
              <a:gd name="connsiteY51" fmla="*/ 3565931 h 3585866"/>
              <a:gd name="connsiteX52" fmla="*/ 3458313 w 9604374"/>
              <a:gd name="connsiteY52" fmla="*/ 3560366 h 3585866"/>
              <a:gd name="connsiteX53" fmla="*/ 3420278 w 9604374"/>
              <a:gd name="connsiteY53" fmla="*/ 3557947 h 3585866"/>
              <a:gd name="connsiteX54" fmla="*/ 3415952 w 9604374"/>
              <a:gd name="connsiteY54" fmla="*/ 3559424 h 3585866"/>
              <a:gd name="connsiteX55" fmla="*/ 3384432 w 9604374"/>
              <a:gd name="connsiteY55" fmla="*/ 3550905 h 3585866"/>
              <a:gd name="connsiteX56" fmla="*/ 3258039 w 9604374"/>
              <a:gd name="connsiteY56" fmla="*/ 3535884 h 3585866"/>
              <a:gd name="connsiteX57" fmla="*/ 3015008 w 9604374"/>
              <a:gd name="connsiteY57" fmla="*/ 3528000 h 3585866"/>
              <a:gd name="connsiteX58" fmla="*/ 2761910 w 9604374"/>
              <a:gd name="connsiteY58" fmla="*/ 3505496 h 3585866"/>
              <a:gd name="connsiteX59" fmla="*/ 2521923 w 9604374"/>
              <a:gd name="connsiteY59" fmla="*/ 3514208 h 3585866"/>
              <a:gd name="connsiteX60" fmla="*/ 2085894 w 9604374"/>
              <a:gd name="connsiteY60" fmla="*/ 3490122 h 3585866"/>
              <a:gd name="connsiteX61" fmla="*/ 1936305 w 9604374"/>
              <a:gd name="connsiteY61" fmla="*/ 3487966 h 3585866"/>
              <a:gd name="connsiteX62" fmla="*/ 1836080 w 9604374"/>
              <a:gd name="connsiteY62" fmla="*/ 3487150 h 3585866"/>
              <a:gd name="connsiteX63" fmla="*/ 1829133 w 9604374"/>
              <a:gd name="connsiteY63" fmla="*/ 3489437 h 3585866"/>
              <a:gd name="connsiteX64" fmla="*/ 1801140 w 9604374"/>
              <a:gd name="connsiteY64" fmla="*/ 3490787 h 3585866"/>
              <a:gd name="connsiteX65" fmla="*/ 1793476 w 9604374"/>
              <a:gd name="connsiteY65" fmla="*/ 3500921 h 3585866"/>
              <a:gd name="connsiteX66" fmla="*/ 1699923 w 9604374"/>
              <a:gd name="connsiteY66" fmla="*/ 3509706 h 3585866"/>
              <a:gd name="connsiteX67" fmla="*/ 1474760 w 9604374"/>
              <a:gd name="connsiteY67" fmla="*/ 3513685 h 3585866"/>
              <a:gd name="connsiteX68" fmla="*/ 1308130 w 9604374"/>
              <a:gd name="connsiteY68" fmla="*/ 3496703 h 3585866"/>
              <a:gd name="connsiteX69" fmla="*/ 1252381 w 9604374"/>
              <a:gd name="connsiteY69" fmla="*/ 3506093 h 3585866"/>
              <a:gd name="connsiteX70" fmla="*/ 1174550 w 9604374"/>
              <a:gd name="connsiteY70" fmla="*/ 3512642 h 3585866"/>
              <a:gd name="connsiteX71" fmla="*/ 924455 w 9604374"/>
              <a:gd name="connsiteY71" fmla="*/ 3507283 h 3585866"/>
              <a:gd name="connsiteX72" fmla="*/ 718373 w 9604374"/>
              <a:gd name="connsiteY72" fmla="*/ 3511753 h 3585866"/>
              <a:gd name="connsiteX73" fmla="*/ 600444 w 9604374"/>
              <a:gd name="connsiteY73" fmla="*/ 3520899 h 3585866"/>
              <a:gd name="connsiteX74" fmla="*/ 351173 w 9604374"/>
              <a:gd name="connsiteY74" fmla="*/ 3495843 h 3585866"/>
              <a:gd name="connsiteX75" fmla="*/ 108372 w 9604374"/>
              <a:gd name="connsiteY75" fmla="*/ 3484386 h 3585866"/>
              <a:gd name="connsiteX76" fmla="*/ 6467 w 9604374"/>
              <a:gd name="connsiteY76" fmla="*/ 3476532 h 3585866"/>
              <a:gd name="connsiteX77" fmla="*/ 0 w 9604374"/>
              <a:gd name="connsiteY77" fmla="*/ 3475412 h 3585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9604374" h="3585866">
                <a:moveTo>
                  <a:pt x="0" y="0"/>
                </a:moveTo>
                <a:lnTo>
                  <a:pt x="9604374" y="0"/>
                </a:lnTo>
                <a:lnTo>
                  <a:pt x="9604374" y="3095088"/>
                </a:lnTo>
                <a:lnTo>
                  <a:pt x="9591455" y="3097044"/>
                </a:lnTo>
                <a:cubicBezTo>
                  <a:pt x="9496183" y="3133516"/>
                  <a:pt x="9411472" y="3121301"/>
                  <a:pt x="9285147" y="3164182"/>
                </a:cubicBezTo>
                <a:cubicBezTo>
                  <a:pt x="9222914" y="3162781"/>
                  <a:pt x="9174371" y="3173454"/>
                  <a:pt x="9114078" y="3164299"/>
                </a:cubicBezTo>
                <a:cubicBezTo>
                  <a:pt x="9087411" y="3155904"/>
                  <a:pt x="9030947" y="3180906"/>
                  <a:pt x="8999665" y="3157864"/>
                </a:cubicBezTo>
                <a:cubicBezTo>
                  <a:pt x="8997339" y="3174606"/>
                  <a:pt x="8938300" y="3159909"/>
                  <a:pt x="8925240" y="3152135"/>
                </a:cubicBezTo>
                <a:cubicBezTo>
                  <a:pt x="8910091" y="3159441"/>
                  <a:pt x="8884639" y="3146109"/>
                  <a:pt x="8868257" y="3146819"/>
                </a:cubicBezTo>
                <a:cubicBezTo>
                  <a:pt x="8835852" y="3110204"/>
                  <a:pt x="8832251" y="3167659"/>
                  <a:pt x="8792363" y="3146856"/>
                </a:cubicBezTo>
                <a:cubicBezTo>
                  <a:pt x="8774838" y="3159285"/>
                  <a:pt x="8715420" y="3185652"/>
                  <a:pt x="8668399" y="3196893"/>
                </a:cubicBezTo>
                <a:cubicBezTo>
                  <a:pt x="8575902" y="3221445"/>
                  <a:pt x="8569506" y="3250654"/>
                  <a:pt x="8474043" y="3240734"/>
                </a:cubicBezTo>
                <a:cubicBezTo>
                  <a:pt x="8460613" y="3264436"/>
                  <a:pt x="8297088" y="3204738"/>
                  <a:pt x="8317555" y="3247156"/>
                </a:cubicBezTo>
                <a:cubicBezTo>
                  <a:pt x="8285696" y="3245083"/>
                  <a:pt x="8262352" y="3228203"/>
                  <a:pt x="8280111" y="3255812"/>
                </a:cubicBezTo>
                <a:lnTo>
                  <a:pt x="8096088" y="3253903"/>
                </a:lnTo>
                <a:cubicBezTo>
                  <a:pt x="7994084" y="3261603"/>
                  <a:pt x="7930388" y="3281921"/>
                  <a:pt x="7825642" y="3271628"/>
                </a:cubicBezTo>
                <a:cubicBezTo>
                  <a:pt x="7723046" y="3270395"/>
                  <a:pt x="7671282" y="3252297"/>
                  <a:pt x="7531820" y="3252671"/>
                </a:cubicBezTo>
                <a:cubicBezTo>
                  <a:pt x="7433606" y="3250277"/>
                  <a:pt x="7293100" y="3236234"/>
                  <a:pt x="7193751" y="3245192"/>
                </a:cubicBezTo>
                <a:cubicBezTo>
                  <a:pt x="7074822" y="3223769"/>
                  <a:pt x="7104250" y="3250265"/>
                  <a:pt x="6976768" y="3238559"/>
                </a:cubicBezTo>
                <a:cubicBezTo>
                  <a:pt x="6921032" y="3284865"/>
                  <a:pt x="6823818" y="3261794"/>
                  <a:pt x="6756462" y="3273268"/>
                </a:cubicBezTo>
                <a:cubicBezTo>
                  <a:pt x="6679037" y="3283316"/>
                  <a:pt x="6590030" y="3294204"/>
                  <a:pt x="6512214" y="3298845"/>
                </a:cubicBezTo>
                <a:cubicBezTo>
                  <a:pt x="6450581" y="3277980"/>
                  <a:pt x="6366042" y="3329199"/>
                  <a:pt x="6289569" y="3301118"/>
                </a:cubicBezTo>
                <a:cubicBezTo>
                  <a:pt x="6261432" y="3294355"/>
                  <a:pt x="6174310" y="3295209"/>
                  <a:pt x="6157816" y="3308643"/>
                </a:cubicBezTo>
                <a:cubicBezTo>
                  <a:pt x="6139648" y="3311557"/>
                  <a:pt x="6118459" y="3306799"/>
                  <a:pt x="6110062" y="3321185"/>
                </a:cubicBezTo>
                <a:cubicBezTo>
                  <a:pt x="6096189" y="3338498"/>
                  <a:pt x="6032810" y="3311765"/>
                  <a:pt x="6041832" y="3332190"/>
                </a:cubicBezTo>
                <a:cubicBezTo>
                  <a:pt x="5996830" y="3313871"/>
                  <a:pt x="5961033" y="3350141"/>
                  <a:pt x="5923195" y="3359104"/>
                </a:cubicBezTo>
                <a:cubicBezTo>
                  <a:pt x="5887750" y="3340930"/>
                  <a:pt x="5853570" y="3365323"/>
                  <a:pt x="5770972" y="3369893"/>
                </a:cubicBezTo>
                <a:cubicBezTo>
                  <a:pt x="5731993" y="3348876"/>
                  <a:pt x="5705091" y="3385599"/>
                  <a:pt x="5632583" y="3357730"/>
                </a:cubicBezTo>
                <a:cubicBezTo>
                  <a:pt x="5594087" y="3357562"/>
                  <a:pt x="5606154" y="3357443"/>
                  <a:pt x="5539996" y="3352890"/>
                </a:cubicBezTo>
                <a:cubicBezTo>
                  <a:pt x="5439049" y="3348000"/>
                  <a:pt x="5408459" y="3356166"/>
                  <a:pt x="5315460" y="3350411"/>
                </a:cubicBezTo>
                <a:cubicBezTo>
                  <a:pt x="5211119" y="3348356"/>
                  <a:pt x="5208881" y="3372469"/>
                  <a:pt x="5072455" y="3338147"/>
                </a:cubicBezTo>
                <a:cubicBezTo>
                  <a:pt x="5061717" y="3354508"/>
                  <a:pt x="5045493" y="3355753"/>
                  <a:pt x="5016364" y="3348937"/>
                </a:cubicBezTo>
                <a:cubicBezTo>
                  <a:pt x="4965900" y="3349130"/>
                  <a:pt x="4977835" y="3389131"/>
                  <a:pt x="4922276" y="3366515"/>
                </a:cubicBezTo>
                <a:cubicBezTo>
                  <a:pt x="4935702" y="3387794"/>
                  <a:pt x="4828733" y="3377760"/>
                  <a:pt x="4856444" y="3399463"/>
                </a:cubicBezTo>
                <a:cubicBezTo>
                  <a:pt x="4827698" y="3420094"/>
                  <a:pt x="4805019" y="3388256"/>
                  <a:pt x="4775993" y="3406312"/>
                </a:cubicBezTo>
                <a:cubicBezTo>
                  <a:pt x="4744470" y="3406056"/>
                  <a:pt x="4706605" y="3394901"/>
                  <a:pt x="4667320" y="3397926"/>
                </a:cubicBezTo>
                <a:cubicBezTo>
                  <a:pt x="4613435" y="3387476"/>
                  <a:pt x="4608100" y="3410487"/>
                  <a:pt x="4540268" y="3424464"/>
                </a:cubicBezTo>
                <a:cubicBezTo>
                  <a:pt x="4508279" y="3412969"/>
                  <a:pt x="4485989" y="3420063"/>
                  <a:pt x="4465491" y="3433154"/>
                </a:cubicBezTo>
                <a:cubicBezTo>
                  <a:pt x="4396498" y="3432601"/>
                  <a:pt x="4338078" y="3453569"/>
                  <a:pt x="4262864" y="3464075"/>
                </a:cubicBezTo>
                <a:cubicBezTo>
                  <a:pt x="4180249" y="3483394"/>
                  <a:pt x="4225769" y="3479019"/>
                  <a:pt x="4175005" y="3493545"/>
                </a:cubicBezTo>
                <a:lnTo>
                  <a:pt x="4030100" y="3514212"/>
                </a:lnTo>
                <a:lnTo>
                  <a:pt x="3926631" y="3525304"/>
                </a:lnTo>
                <a:lnTo>
                  <a:pt x="3897306" y="3547095"/>
                </a:lnTo>
                <a:lnTo>
                  <a:pt x="3896886" y="3547500"/>
                </a:lnTo>
                <a:lnTo>
                  <a:pt x="3834004" y="3550510"/>
                </a:lnTo>
                <a:cubicBezTo>
                  <a:pt x="3800562" y="3554957"/>
                  <a:pt x="3734185" y="3568533"/>
                  <a:pt x="3696227" y="3574175"/>
                </a:cubicBezTo>
                <a:cubicBezTo>
                  <a:pt x="3661780" y="3570074"/>
                  <a:pt x="3640587" y="3551815"/>
                  <a:pt x="3652821" y="3580368"/>
                </a:cubicBezTo>
                <a:cubicBezTo>
                  <a:pt x="3641506" y="3579831"/>
                  <a:pt x="3634593" y="3582151"/>
                  <a:pt x="3629691" y="3585866"/>
                </a:cubicBezTo>
                <a:lnTo>
                  <a:pt x="3595018" y="3571623"/>
                </a:lnTo>
                <a:lnTo>
                  <a:pt x="3551656" y="3577800"/>
                </a:lnTo>
                <a:lnTo>
                  <a:pt x="3541558" y="3579797"/>
                </a:lnTo>
                <a:lnTo>
                  <a:pt x="3465708" y="3565931"/>
                </a:lnTo>
                <a:lnTo>
                  <a:pt x="3458313" y="3560366"/>
                </a:lnTo>
                <a:cubicBezTo>
                  <a:pt x="3450380" y="3556940"/>
                  <a:pt x="3439090" y="3555355"/>
                  <a:pt x="3420278" y="3557947"/>
                </a:cubicBezTo>
                <a:lnTo>
                  <a:pt x="3415952" y="3559424"/>
                </a:lnTo>
                <a:lnTo>
                  <a:pt x="3384432" y="3550905"/>
                </a:lnTo>
                <a:cubicBezTo>
                  <a:pt x="3374259" y="3547029"/>
                  <a:pt x="3265415" y="3542149"/>
                  <a:pt x="3258039" y="3535884"/>
                </a:cubicBezTo>
                <a:cubicBezTo>
                  <a:pt x="3138852" y="3551394"/>
                  <a:pt x="3130647" y="3523871"/>
                  <a:pt x="3015008" y="3528000"/>
                </a:cubicBezTo>
                <a:cubicBezTo>
                  <a:pt x="2914857" y="3486061"/>
                  <a:pt x="2851687" y="3511605"/>
                  <a:pt x="2761910" y="3505496"/>
                </a:cubicBezTo>
                <a:cubicBezTo>
                  <a:pt x="2676401" y="3501198"/>
                  <a:pt x="2636809" y="3514769"/>
                  <a:pt x="2521923" y="3514208"/>
                </a:cubicBezTo>
                <a:cubicBezTo>
                  <a:pt x="2400197" y="3505062"/>
                  <a:pt x="2222818" y="3509922"/>
                  <a:pt x="2085894" y="3490122"/>
                </a:cubicBezTo>
                <a:cubicBezTo>
                  <a:pt x="1978312" y="3483748"/>
                  <a:pt x="1977940" y="3488460"/>
                  <a:pt x="1936305" y="3487966"/>
                </a:cubicBezTo>
                <a:cubicBezTo>
                  <a:pt x="1922459" y="3490683"/>
                  <a:pt x="1849334" y="3482739"/>
                  <a:pt x="1836080" y="3487150"/>
                </a:cubicBezTo>
                <a:lnTo>
                  <a:pt x="1829133" y="3489437"/>
                </a:lnTo>
                <a:lnTo>
                  <a:pt x="1801140" y="3490787"/>
                </a:lnTo>
                <a:lnTo>
                  <a:pt x="1793476" y="3500921"/>
                </a:lnTo>
                <a:lnTo>
                  <a:pt x="1699923" y="3509706"/>
                </a:lnTo>
                <a:cubicBezTo>
                  <a:pt x="1637728" y="3485036"/>
                  <a:pt x="1584624" y="3514467"/>
                  <a:pt x="1474760" y="3513685"/>
                </a:cubicBezTo>
                <a:cubicBezTo>
                  <a:pt x="1445646" y="3505164"/>
                  <a:pt x="1329781" y="3484421"/>
                  <a:pt x="1308130" y="3496703"/>
                </a:cubicBezTo>
                <a:cubicBezTo>
                  <a:pt x="1287409" y="3498430"/>
                  <a:pt x="1265391" y="3492347"/>
                  <a:pt x="1252381" y="3506093"/>
                </a:cubicBezTo>
                <a:cubicBezTo>
                  <a:pt x="1232588" y="3522393"/>
                  <a:pt x="1170020" y="3491785"/>
                  <a:pt x="1174550" y="3512642"/>
                </a:cubicBezTo>
                <a:cubicBezTo>
                  <a:pt x="1119896" y="3512841"/>
                  <a:pt x="1000484" y="3507431"/>
                  <a:pt x="924455" y="3507283"/>
                </a:cubicBezTo>
                <a:cubicBezTo>
                  <a:pt x="887180" y="3483915"/>
                  <a:pt x="777361" y="3516071"/>
                  <a:pt x="718373" y="3511753"/>
                </a:cubicBezTo>
                <a:cubicBezTo>
                  <a:pt x="666588" y="3513355"/>
                  <a:pt x="661645" y="3525551"/>
                  <a:pt x="600444" y="3520899"/>
                </a:cubicBezTo>
                <a:cubicBezTo>
                  <a:pt x="491334" y="3516943"/>
                  <a:pt x="451794" y="3507522"/>
                  <a:pt x="351173" y="3495843"/>
                </a:cubicBezTo>
                <a:cubicBezTo>
                  <a:pt x="237121" y="3487112"/>
                  <a:pt x="235857" y="3499212"/>
                  <a:pt x="108372" y="3484386"/>
                </a:cubicBezTo>
                <a:cubicBezTo>
                  <a:pt x="86318" y="3481054"/>
                  <a:pt x="40657" y="3480329"/>
                  <a:pt x="6467" y="3476532"/>
                </a:cubicBezTo>
                <a:lnTo>
                  <a:pt x="0" y="3475412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48F779DE-4744-42D6-9C74-33EC94460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1727" y="2190741"/>
            <a:ext cx="1348547" cy="40780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cubicBezTo>
                  <a:pt x="781874" y="4129"/>
                  <a:pt x="1607589" y="24681"/>
                  <a:pt x="2170127" y="33245"/>
                </a:cubicBezTo>
                <a:cubicBezTo>
                  <a:pt x="2169852" y="63908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35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AAB89E4-7A7F-CD0E-4112-6E7C154F2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5985" y="1778649"/>
            <a:ext cx="8789363" cy="4426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sv-SE" sz="2000" b="1">
                <a:highlight>
                  <a:srgbClr val="FFFFFF"/>
                </a:highlight>
                <a:ea typeface="+mn-lt"/>
                <a:cs typeface="+mn-lt"/>
              </a:rPr>
              <a:t>Detta är din kompetensprofil – använd den i din redovisning!</a:t>
            </a:r>
            <a:endParaRPr lang="sv-SE"/>
          </a:p>
          <a:p>
            <a:endParaRPr lang="sv-SE" sz="2000" b="1">
              <a:highlight>
                <a:srgbClr val="FFFFFF"/>
              </a:highlight>
            </a:endParaRPr>
          </a:p>
        </p:txBody>
      </p:sp>
      <p:graphicFrame>
        <p:nvGraphicFramePr>
          <p:cNvPr id="11" name="Tabell 10">
            <a:extLst>
              <a:ext uri="{FF2B5EF4-FFF2-40B4-BE49-F238E27FC236}">
                <a16:creationId xmlns:a16="http://schemas.microsoft.com/office/drawing/2014/main" id="{8970569A-A71A-B23D-E5F0-1AF1B6C58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154480"/>
              </p:ext>
            </p:extLst>
          </p:nvPr>
        </p:nvGraphicFramePr>
        <p:xfrm>
          <a:off x="28222" y="2991555"/>
          <a:ext cx="12173752" cy="360229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86527">
                  <a:extLst>
                    <a:ext uri="{9D8B030D-6E8A-4147-A177-3AD203B41FA5}">
                      <a16:colId xmlns:a16="http://schemas.microsoft.com/office/drawing/2014/main" val="758980313"/>
                    </a:ext>
                  </a:extLst>
                </a:gridCol>
                <a:gridCol w="8487225">
                  <a:extLst>
                    <a:ext uri="{9D8B030D-6E8A-4147-A177-3AD203B41FA5}">
                      <a16:colId xmlns:a16="http://schemas.microsoft.com/office/drawing/2014/main" val="1811905606"/>
                    </a:ext>
                  </a:extLst>
                </a:gridCol>
              </a:tblGrid>
              <a:tr h="46402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Verktyg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Vad du kan göra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636191"/>
                  </a:ext>
                </a:extLst>
              </a:tr>
              <a:tr h="46402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PowerShell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Skriva skript, hantera tjänster, felhantering, loggning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442977"/>
                  </a:ext>
                </a:extLst>
              </a:tr>
              <a:tr h="715364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Terraform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Provisionera infrastruktur med kod (IaC) – inklusive local provider för att skapa filer och JSON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966600"/>
                  </a:ext>
                </a:extLst>
              </a:tr>
              <a:tr h="46402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Ansible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Konfigurera servrar, både Linux och Windows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81541"/>
                  </a:ext>
                </a:extLst>
              </a:tr>
              <a:tr h="46402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Python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Orkestrera och verifiera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010137"/>
                  </a:ext>
                </a:extLst>
              </a:tr>
              <a:tr h="46402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Git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Versionshantering av all kod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439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01880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4E100604-597C-803B-6765-7093F5388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>
                <a:solidFill>
                  <a:schemeClr val="bg1"/>
                </a:solidFill>
                <a:latin typeface="+mj-lt"/>
                <a:ea typeface="+mj-ea"/>
                <a:cs typeface="+mj-cs"/>
                <a:hlinkClick r:id="rId3"/>
              </a:rPr>
              <a:t>Quiz</a:t>
            </a:r>
            <a:endParaRPr lang="en-US" sz="7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9D6A924-ED22-797A-6696-B0B7791E9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024" y="3809999"/>
            <a:ext cx="9438753" cy="12667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4400" kern="1200" dirty="0">
                <a:solidFill>
                  <a:schemeClr val="bg1"/>
                </a:solidFill>
                <a:latin typeface="+mn-l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https://forms.gle/7a1Qta3eLTidtPBX7</a:t>
            </a:r>
            <a:endParaRPr lang="en-US" sz="4400" kern="120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0246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Bredbild</PresentationFormat>
  <Paragraphs>0</Paragraphs>
  <Slides>21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Bildrubriker</vt:lpstr>
      </vt:variant>
      <vt:variant>
        <vt:i4>21</vt:i4>
      </vt:variant>
    </vt:vector>
  </HeadingPairs>
  <TitlesOfParts>
    <vt:vector size="22" baseType="lpstr">
      <vt:lpstr>Office-tema</vt:lpstr>
      <vt:lpstr>Projektförberedelse &amp; Övning</vt:lpstr>
      <vt:lpstr>PowerPoint-presentation</vt:lpstr>
      <vt:lpstr>Examinationen – Vad Krävs För G?</vt:lpstr>
      <vt:lpstr>Tekniska krav för G</vt:lpstr>
      <vt:lpstr>VG-krav (extra 2 filer)  VG-tekniska krav</vt:lpstr>
      <vt:lpstr>Exempel – Komplett Projekt</vt:lpstr>
      <vt:lpstr>PowerPoint-presentation</vt:lpstr>
      <vt:lpstr>Steg 1 – Terraform (provisionera)</vt:lpstr>
      <vt:lpstr>PowerPoint-presentation</vt:lpstr>
      <vt:lpstr>PowerPoint-presentation</vt:lpstr>
      <vt:lpstr>Steg 2 – PowerShell (konfigurera och verifiera)</vt:lpstr>
      <vt:lpstr>Steg 3 – README</vt:lpstr>
      <vt:lpstr>Felsökning av Vanliga Problem</vt:lpstr>
      <vt:lpstr>Allmän felsökningsteknik</vt:lpstr>
      <vt:lpstr>PowerPoint-presentation</vt:lpstr>
      <vt:lpstr>PowerPoint-presentation</vt:lpstr>
      <vt:lpstr>Vanliga Frågor (FAQ) – Examinationen</vt:lpstr>
      <vt:lpstr>PowerPoint-presentation</vt:lpstr>
      <vt:lpstr>PowerPoint-presentation</vt:lpstr>
      <vt:lpstr>Vad du nu kan</vt:lpstr>
      <vt:lpstr>Quiz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255</cp:revision>
  <dcterms:created xsi:type="dcterms:W3CDTF">2026-08-16T16:52:55Z</dcterms:created>
  <dcterms:modified xsi:type="dcterms:W3CDTF">2026-08-16T19:01:38Z</dcterms:modified>
</cp:coreProperties>
</file>